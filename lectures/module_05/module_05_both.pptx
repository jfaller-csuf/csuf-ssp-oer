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8" r:id="rId2"/>
  </p:sldIdLst>
  <p:sldSz cx="12192000" cy="6858000"/>
  <p:notesSz cx="9220200" cy="6934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52" autoAdjust="0"/>
    <p:restoredTop sz="96247" autoAdjust="0"/>
  </p:normalViewPr>
  <p:slideViewPr>
    <p:cSldViewPr snapToGrid="0">
      <p:cViewPr varScale="1">
        <p:scale>
          <a:sx n="103" d="100"/>
          <a:sy n="103" d="100"/>
        </p:scale>
        <p:origin x="1152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B4BBF73-BFE4-9675-AF97-BCBB5DD951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995420" cy="347914"/>
          </a:xfrm>
          <a:prstGeom prst="rect">
            <a:avLst/>
          </a:prstGeom>
        </p:spPr>
        <p:txBody>
          <a:bodyPr vert="horz" lIns="92309" tIns="46154" rIns="92309" bIns="46154" rtlCol="0"/>
          <a:lstStyle>
            <a:lvl1pPr algn="l">
              <a:defRPr sz="1200"/>
            </a:lvl1pPr>
          </a:lstStyle>
          <a:p>
            <a:r>
              <a:rPr lang="en-US"/>
              <a:t>Cal State Fullerton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B348BF-5159-860D-10C2-C403B131218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222646" y="1"/>
            <a:ext cx="3995420" cy="347914"/>
          </a:xfrm>
          <a:prstGeom prst="rect">
            <a:avLst/>
          </a:prstGeom>
        </p:spPr>
        <p:txBody>
          <a:bodyPr vert="horz" lIns="92309" tIns="46154" rIns="92309" bIns="46154" rtlCol="0"/>
          <a:lstStyle>
            <a:lvl1pPr algn="r">
              <a:defRPr sz="1200"/>
            </a:lvl1pPr>
          </a:lstStyle>
          <a:p>
            <a:fld id="{235382CB-D6B4-48E5-AFFD-4242D787BD27}" type="datetime2">
              <a:rPr lang="en-US" smtClean="0"/>
              <a:t>Thursday, April 16,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461FAE-A38B-F089-F551-02119E9436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86287"/>
            <a:ext cx="3995420" cy="347913"/>
          </a:xfrm>
          <a:prstGeom prst="rect">
            <a:avLst/>
          </a:prstGeom>
        </p:spPr>
        <p:txBody>
          <a:bodyPr vert="horz" lIns="92309" tIns="46154" rIns="92309" bIns="46154" rtlCol="0" anchor="b"/>
          <a:lstStyle>
            <a:lvl1pPr algn="l">
              <a:defRPr sz="1200"/>
            </a:lvl1pPr>
          </a:lstStyle>
          <a:p>
            <a:r>
              <a:rPr lang="en-US"/>
              <a:t>PowerPoint Name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E757FF-1DEF-1FD8-299F-05A2B93DBD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222646" y="6586287"/>
            <a:ext cx="3995420" cy="347913"/>
          </a:xfrm>
          <a:prstGeom prst="rect">
            <a:avLst/>
          </a:prstGeom>
        </p:spPr>
        <p:txBody>
          <a:bodyPr vert="horz" lIns="92309" tIns="46154" rIns="92309" bIns="46154" rtlCol="0" anchor="b"/>
          <a:lstStyle>
            <a:lvl1pPr algn="r">
              <a:defRPr sz="1200"/>
            </a:lvl1pPr>
          </a:lstStyle>
          <a:p>
            <a:fld id="{66805305-0FA5-4D91-9E96-34E4B06C1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19515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95420" cy="347914"/>
          </a:xfrm>
          <a:prstGeom prst="rect">
            <a:avLst/>
          </a:prstGeom>
        </p:spPr>
        <p:txBody>
          <a:bodyPr vert="horz" lIns="92309" tIns="46154" rIns="92309" bIns="46154" rtlCol="0"/>
          <a:lstStyle>
            <a:lvl1pPr algn="l">
              <a:defRPr sz="1200"/>
            </a:lvl1pPr>
          </a:lstStyle>
          <a:p>
            <a:r>
              <a:rPr lang="en-US"/>
              <a:t>Cal State Fullerton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22646" y="1"/>
            <a:ext cx="3995420" cy="347914"/>
          </a:xfrm>
          <a:prstGeom prst="rect">
            <a:avLst/>
          </a:prstGeom>
        </p:spPr>
        <p:txBody>
          <a:bodyPr vert="horz" lIns="92309" tIns="46154" rIns="92309" bIns="46154" rtlCol="0"/>
          <a:lstStyle>
            <a:lvl1pPr algn="r">
              <a:defRPr sz="1200"/>
            </a:lvl1pPr>
          </a:lstStyle>
          <a:p>
            <a:fld id="{F76BFB3A-AF09-4935-935F-AADA8F949CAB}" type="datetime2">
              <a:rPr lang="en-US" smtClean="0"/>
              <a:t>Thursday, April 16, 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30475" y="866775"/>
            <a:ext cx="4159250" cy="2339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09" tIns="46154" rIns="92309" bIns="4615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2020" y="3337083"/>
            <a:ext cx="7376160" cy="2730342"/>
          </a:xfrm>
          <a:prstGeom prst="rect">
            <a:avLst/>
          </a:prstGeom>
        </p:spPr>
        <p:txBody>
          <a:bodyPr vert="horz" lIns="92309" tIns="46154" rIns="92309" bIns="4615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86287"/>
            <a:ext cx="3995420" cy="347913"/>
          </a:xfrm>
          <a:prstGeom prst="rect">
            <a:avLst/>
          </a:prstGeom>
        </p:spPr>
        <p:txBody>
          <a:bodyPr vert="horz" lIns="92309" tIns="46154" rIns="92309" bIns="46154" rtlCol="0" anchor="b"/>
          <a:lstStyle>
            <a:lvl1pPr algn="l">
              <a:defRPr sz="1200"/>
            </a:lvl1pPr>
          </a:lstStyle>
          <a:p>
            <a:r>
              <a:rPr lang="en-US"/>
              <a:t>PowerPoint Name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22646" y="6586287"/>
            <a:ext cx="3995420" cy="347913"/>
          </a:xfrm>
          <a:prstGeom prst="rect">
            <a:avLst/>
          </a:prstGeom>
        </p:spPr>
        <p:txBody>
          <a:bodyPr vert="horz" lIns="92309" tIns="46154" rIns="92309" bIns="46154" rtlCol="0" anchor="b"/>
          <a:lstStyle>
            <a:lvl1pPr algn="r">
              <a:defRPr sz="1200"/>
            </a:lvl1pPr>
          </a:lstStyle>
          <a:p>
            <a:fld id="{6CEC07C6-E753-4FD7-8B29-F8EE9ACF2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7300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890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FEB7A-903A-4EEE-AA9F-5CF80DFB47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24966" y="1119619"/>
            <a:ext cx="9143446" cy="1644603"/>
          </a:xfrm>
        </p:spPr>
        <p:txBody>
          <a:bodyPr lIns="0" tIns="0" rIns="0" bIns="0" anchor="b">
            <a:normAutofit/>
          </a:bodyPr>
          <a:lstStyle>
            <a:lvl1pPr algn="ctr">
              <a:lnSpc>
                <a:spcPct val="100000"/>
              </a:lnSpc>
              <a:defRPr sz="38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4661CA-9166-485C-902F-B2443990F4C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24966" y="3177905"/>
            <a:ext cx="9143446" cy="1474521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Sub-topic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08B901-9186-DB29-4FA5-21BBC02462A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24966" y="5633952"/>
            <a:ext cx="9143446" cy="581025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Date – Location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282A0C-AE70-F90A-1C3A-41019DB55A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69538" y="720925"/>
            <a:ext cx="2654302" cy="29492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DBA3CA8-4426-4FAB-ACAE-BDC78CBA3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7050A0-2597-47B0-B2A9-222CDA3D1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C9133E-026C-4BC8-8628-6A86DFEF3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F6FFAC0-AF93-4170-85DE-24B48BA5BE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3518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58E13B0-1471-FD09-C552-5AB1C9B71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AFD9B1-DD15-4DA0-BD0F-5599945158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1143000"/>
          </a:xfrm>
        </p:spPr>
        <p:txBody>
          <a:bodyPr lIns="0" tIns="0" rIns="0" bIns="0"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9B9A15-1058-6D5F-9D91-7F183BF610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2978BF5-E404-2C42-09EC-B1DE94DD8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7B580FEA-8678-95DF-BFE1-2B22934502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F06C505-229C-CADE-EACC-2CB72C7BBC4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CED2DB9-4957-B15C-21F1-00435904AF9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" y="1824037"/>
            <a:ext cx="11277600" cy="4443598"/>
          </a:xfrm>
        </p:spPr>
        <p:txBody>
          <a:bodyPr/>
          <a:lstStyle>
            <a:lvl1pPr>
              <a:lnSpc>
                <a:spcPct val="100000"/>
              </a:lnSpc>
              <a:defRPr sz="28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800"/>
            </a:lvl3pPr>
            <a:lvl4pPr>
              <a:lnSpc>
                <a:spcPct val="100000"/>
              </a:lnSpc>
              <a:defRPr sz="2800"/>
            </a:lvl4pPr>
            <a:lvl5pPr>
              <a:lnSpc>
                <a:spcPct val="100000"/>
              </a:lnSpc>
              <a:defRPr sz="2800"/>
            </a:lvl5pPr>
          </a:lstStyle>
          <a:p>
            <a:pPr lvl="0"/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888464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22C01-955E-4B21-9482-B5AB906BBB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69766" cy="1143000"/>
          </a:xfrm>
        </p:spPr>
        <p:txBody>
          <a:bodyPr/>
          <a:lstStyle>
            <a:lvl1pPr algn="l">
              <a:lnSpc>
                <a:spcPct val="100000"/>
              </a:lnSpc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B74F1-5F38-4720-A95A-885766F6ACB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" y="1824037"/>
            <a:ext cx="5524500" cy="4443598"/>
          </a:xfrm>
        </p:spPr>
        <p:txBody>
          <a:bodyPr/>
          <a:lstStyle>
            <a:lvl1pPr>
              <a:lnSpc>
                <a:spcPct val="100000"/>
              </a:lnSpc>
              <a:defRPr sz="28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800"/>
            </a:lvl3pPr>
            <a:lvl4pPr>
              <a:lnSpc>
                <a:spcPct val="100000"/>
              </a:lnSpc>
              <a:defRPr sz="2800"/>
            </a:lvl4pPr>
            <a:lvl5pPr>
              <a:lnSpc>
                <a:spcPct val="100000"/>
              </a:lnSpc>
              <a:defRPr sz="2800"/>
            </a:lvl5pPr>
          </a:lstStyle>
          <a:p>
            <a:pPr lvl="0"/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DF4D07-F63D-B222-2C01-19C60131B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5E0011-B84D-B0D8-9A8B-AFB475AAC2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121C53ED-50CD-EA79-C4ED-23BCDB7D9E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0F36BE8-50A0-2BCE-4CE4-0FC35FB84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CA1ED0F-70E3-B15F-6C79-F96782D35B5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61778D8-6E8B-41F7-8E93-1934FCA5F238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02466" y="1824037"/>
            <a:ext cx="5524500" cy="4443598"/>
          </a:xfrm>
        </p:spPr>
        <p:txBody>
          <a:bodyPr/>
          <a:lstStyle>
            <a:lvl1pPr>
              <a:lnSpc>
                <a:spcPct val="100000"/>
              </a:lnSpc>
              <a:defRPr sz="28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800"/>
            </a:lvl3pPr>
            <a:lvl4pPr>
              <a:lnSpc>
                <a:spcPct val="100000"/>
              </a:lnSpc>
              <a:defRPr sz="2800"/>
            </a:lvl4pPr>
            <a:lvl5pPr>
              <a:lnSpc>
                <a:spcPct val="100000"/>
              </a:lnSpc>
              <a:defRPr sz="2800"/>
            </a:lvl5pPr>
          </a:lstStyle>
          <a:p>
            <a:pPr lvl="0"/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28281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22C01-955E-4B21-9482-B5AB906BBB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69766" cy="1143000"/>
          </a:xfrm>
        </p:spPr>
        <p:txBody>
          <a:bodyPr/>
          <a:lstStyle>
            <a:lvl1pPr algn="l">
              <a:lnSpc>
                <a:spcPct val="100000"/>
              </a:lnSpc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B74F1-5F38-4720-A95A-885766F6ACB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726380"/>
            <a:ext cx="11269765" cy="2152792"/>
          </a:xfrm>
        </p:spPr>
        <p:txBody>
          <a:bodyPr/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DF4D07-F63D-B222-2C01-19C60131B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5E0011-B84D-B0D8-9A8B-AFB475AAC2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121C53ED-50CD-EA79-C4ED-23BCDB7D9E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0F36BE8-50A0-2BCE-4CE4-0FC35FB84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CA1ED0F-70E3-B15F-6C79-F96782D35B5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61778D8-6E8B-41F7-8E93-1934FCA5F238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57200" y="4019599"/>
            <a:ext cx="11269766" cy="2248036"/>
          </a:xfrm>
        </p:spPr>
        <p:txBody>
          <a:bodyPr/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122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19551-FA4B-49C5-A55E-E19426F293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034" y="457200"/>
            <a:ext cx="11269766" cy="1143000"/>
          </a:xfrm>
        </p:spPr>
        <p:txBody>
          <a:bodyPr/>
          <a:lstStyle>
            <a:lvl1pPr algn="ctr"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BB0EA-2287-408C-BD4B-0102249F225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5034" y="1828800"/>
            <a:ext cx="5516666" cy="45720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header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DFEB5A-2EB1-468C-846E-5F6289E42E0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65034" y="2514601"/>
            <a:ext cx="5516666" cy="350758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80F103-0F55-45E8-9258-C4127A04AEA9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10302" y="1828801"/>
            <a:ext cx="5524498" cy="45720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header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798080-3E5E-4011-AB0E-15A5C81E1C06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18134" y="2514601"/>
            <a:ext cx="5516666" cy="350758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68275B-3C88-F0A2-56B6-003AE47F3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C6A3A8-53D1-C2EF-3210-E4CA80422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ACD1B63-72FE-0C9E-9EF7-4AF3431D36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5A4B6FB-D719-D3C9-AC20-4FC1599E3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C62B28E-0BDF-8515-B2A7-7ECC2016940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E3D3079-D851-B257-667E-B59FC70E3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614A242-1B0A-B2D4-8D8D-C71807DDAA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B7BDC03-DA15-D89E-4C20-254951F70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740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9FC896-AEEF-411B-AA62-896E4A3C6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50" y="457200"/>
            <a:ext cx="9359900" cy="1143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7EEF78-3D71-42CA-8591-2FA2B59A1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16049" y="1828800"/>
            <a:ext cx="9359899" cy="377817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content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BD220-EB1E-4FF4-957C-FD4F4EE12D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5034" y="6407625"/>
            <a:ext cx="2640116" cy="4503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43FBA-75B2-4185-8DE0-0B9F6F5B2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750" y="6407624"/>
            <a:ext cx="5524500" cy="4503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81788-3541-4E58-9D27-86F22D4DE2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6850" y="6400800"/>
            <a:ext cx="2640116" cy="4503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E280E9-2294-4CEC-A84B-061E0D2BD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68" r:id="rId4"/>
    <p:sldLayoutId id="2147483653" r:id="rId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100000"/>
        </a:lnSpc>
        <a:spcBef>
          <a:spcPts val="1000"/>
        </a:spcBef>
        <a:buClr>
          <a:schemeClr val="accent4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1pPr>
      <a:lvl2pPr marL="631825" indent="-174625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1085850" indent="-17145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1546225" indent="-174625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00250" indent="-17145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88" userDrawn="1">
          <p15:clr>
            <a:srgbClr val="F26B43"/>
          </p15:clr>
        </p15:guide>
        <p15:guide id="4" pos="752" userDrawn="1">
          <p15:clr>
            <a:srgbClr val="F26B43"/>
          </p15:clr>
        </p15:guide>
        <p15:guide id="5" pos="896" userDrawn="1">
          <p15:clr>
            <a:srgbClr val="F26B43"/>
          </p15:clr>
        </p15:guide>
        <p15:guide id="6" pos="1352" userDrawn="1">
          <p15:clr>
            <a:srgbClr val="F26B43"/>
          </p15:clr>
        </p15:guide>
        <p15:guide id="7" pos="1496" userDrawn="1">
          <p15:clr>
            <a:srgbClr val="F26B43"/>
          </p15:clr>
        </p15:guide>
        <p15:guide id="8" pos="1960" userDrawn="1">
          <p15:clr>
            <a:srgbClr val="F26B43"/>
          </p15:clr>
        </p15:guide>
        <p15:guide id="9" pos="2104" userDrawn="1">
          <p15:clr>
            <a:srgbClr val="F26B43"/>
          </p15:clr>
        </p15:guide>
        <p15:guide id="10" pos="2560" userDrawn="1">
          <p15:clr>
            <a:srgbClr val="F26B43"/>
          </p15:clr>
        </p15:guide>
        <p15:guide id="11" pos="2704" userDrawn="1">
          <p15:clr>
            <a:srgbClr val="F26B43"/>
          </p15:clr>
        </p15:guide>
        <p15:guide id="12" pos="3168" userDrawn="1">
          <p15:clr>
            <a:srgbClr val="F26B43"/>
          </p15:clr>
        </p15:guide>
        <p15:guide id="13" pos="3312" userDrawn="1">
          <p15:clr>
            <a:srgbClr val="F26B43"/>
          </p15:clr>
        </p15:guide>
        <p15:guide id="14" pos="3768" userDrawn="1">
          <p15:clr>
            <a:srgbClr val="F26B43"/>
          </p15:clr>
        </p15:guide>
        <p15:guide id="15" pos="3912" userDrawn="1">
          <p15:clr>
            <a:srgbClr val="F26B43"/>
          </p15:clr>
        </p15:guide>
        <p15:guide id="16" pos="4392" userDrawn="1">
          <p15:clr>
            <a:srgbClr val="F26B43"/>
          </p15:clr>
        </p15:guide>
        <p15:guide id="17" pos="4520" userDrawn="1">
          <p15:clr>
            <a:srgbClr val="F26B43"/>
          </p15:clr>
        </p15:guide>
        <p15:guide id="18" pos="4976" userDrawn="1">
          <p15:clr>
            <a:srgbClr val="F26B43"/>
          </p15:clr>
        </p15:guide>
        <p15:guide id="19" pos="5120" userDrawn="1">
          <p15:clr>
            <a:srgbClr val="F26B43"/>
          </p15:clr>
        </p15:guide>
        <p15:guide id="20" pos="5584" userDrawn="1">
          <p15:clr>
            <a:srgbClr val="F26B43"/>
          </p15:clr>
        </p15:guide>
        <p15:guide id="21" pos="5728" userDrawn="1">
          <p15:clr>
            <a:srgbClr val="F26B43"/>
          </p15:clr>
        </p15:guide>
        <p15:guide id="22" pos="6184" userDrawn="1">
          <p15:clr>
            <a:srgbClr val="F26B43"/>
          </p15:clr>
        </p15:guide>
        <p15:guide id="23" pos="6328" userDrawn="1">
          <p15:clr>
            <a:srgbClr val="F26B43"/>
          </p15:clr>
        </p15:guide>
        <p15:guide id="24" pos="6792" userDrawn="1">
          <p15:clr>
            <a:srgbClr val="F26B43"/>
          </p15:clr>
        </p15:guide>
        <p15:guide id="25" pos="6936" userDrawn="1">
          <p15:clr>
            <a:srgbClr val="F26B43"/>
          </p15:clr>
        </p15:guide>
        <p15:guide id="26" pos="7392" userDrawn="1">
          <p15:clr>
            <a:srgbClr val="F26B43"/>
          </p15:clr>
        </p15:guide>
        <p15:guide id="27" orient="horz" userDrawn="1">
          <p15:clr>
            <a:srgbClr val="F26B43"/>
          </p15:clr>
        </p15:guide>
        <p15:guide id="28" orient="horz" pos="4320" userDrawn="1">
          <p15:clr>
            <a:srgbClr val="F26B43"/>
          </p15:clr>
        </p15:guide>
        <p15:guide id="29" orient="horz" pos="288" userDrawn="1">
          <p15:clr>
            <a:srgbClr val="F26B43"/>
          </p15:clr>
        </p15:guide>
        <p15:guide id="30" orient="horz" pos="40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E8C0686-F729-4944-A511-B79A732627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noProof="0" dirty="0"/>
              <a:t>Module 5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F8C35E51-0114-4E6B-9ABF-A299029092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4966" y="3809999"/>
            <a:ext cx="9143446" cy="2141913"/>
          </a:xfrm>
        </p:spPr>
        <p:txBody>
          <a:bodyPr/>
          <a:lstStyle/>
          <a:p>
            <a:r>
              <a:rPr lang="en-US" sz="3600" noProof="0" dirty="0"/>
              <a:t>State Machines and Instruction Sequencing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5F5578-B9E8-F09B-C5B5-A7EA7B41D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720840"/>
            <a:ext cx="12192000" cy="1371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789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SUF">
      <a:dk1>
        <a:srgbClr val="00244E"/>
      </a:dk1>
      <a:lt1>
        <a:srgbClr val="FFFFFF"/>
      </a:lt1>
      <a:dk2>
        <a:srgbClr val="222222"/>
      </a:dk2>
      <a:lt2>
        <a:srgbClr val="EBEBEB"/>
      </a:lt2>
      <a:accent1>
        <a:srgbClr val="00244E"/>
      </a:accent1>
      <a:accent2>
        <a:srgbClr val="2973B6"/>
      </a:accent2>
      <a:accent3>
        <a:srgbClr val="8ACCE4"/>
      </a:accent3>
      <a:accent4>
        <a:srgbClr val="FF7900"/>
      </a:accent4>
      <a:accent5>
        <a:srgbClr val="EDA941"/>
      </a:accent5>
      <a:accent6>
        <a:srgbClr val="F3CD47"/>
      </a:accent6>
      <a:hlink>
        <a:srgbClr val="99B3B9"/>
      </a:hlink>
      <a:folHlink>
        <a:srgbClr val="DF6436"/>
      </a:folHlink>
    </a:clrScheme>
    <a:fontScheme name="CSUF-Theme-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D5FE1AB7-F0CD-4A8B-BFA9-0AD7945DB4A0}" vid="{BBCA1856-BC87-4357-9E72-ED06542CDF0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CSUF-PPT-6-A</Template>
  <TotalTime>1022</TotalTime>
  <Words>7</Words>
  <Application>Microsoft Office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Wingdings</vt:lpstr>
      <vt:lpstr>Office Theme</vt:lpstr>
      <vt:lpstr>Module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4 - Logic Flow and Operations - Both</dc:title>
  <dc:creator>Faller, John (Kenneth)</dc:creator>
  <cp:lastModifiedBy>Faller, John (Kenneth)</cp:lastModifiedBy>
  <cp:revision>261</cp:revision>
  <cp:lastPrinted>2023-01-31T22:42:47Z</cp:lastPrinted>
  <dcterms:created xsi:type="dcterms:W3CDTF">2024-12-31T21:42:59Z</dcterms:created>
  <dcterms:modified xsi:type="dcterms:W3CDTF">2026-04-16T23:09:04Z</dcterms:modified>
</cp:coreProperties>
</file>