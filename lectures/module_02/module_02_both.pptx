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8" r:id="rId2"/>
    <p:sldId id="259" r:id="rId3"/>
    <p:sldId id="260" r:id="rId4"/>
    <p:sldId id="261" r:id="rId5"/>
    <p:sldId id="262" r:id="rId6"/>
    <p:sldId id="263" r:id="rId7"/>
    <p:sldId id="264" r:id="rId8"/>
    <p:sldId id="265" r:id="rId9"/>
    <p:sldId id="266" r:id="rId10"/>
    <p:sldId id="267" r:id="rId11"/>
    <p:sldId id="268" r:id="rId12"/>
    <p:sldId id="270" r:id="rId13"/>
    <p:sldId id="269" r:id="rId14"/>
    <p:sldId id="271" r:id="rId15"/>
    <p:sldId id="272" r:id="rId16"/>
    <p:sldId id="273" r:id="rId17"/>
    <p:sldId id="274" r:id="rId18"/>
    <p:sldId id="275" r:id="rId19"/>
    <p:sldId id="276" r:id="rId20"/>
    <p:sldId id="277" r:id="rId21"/>
    <p:sldId id="278" r:id="rId22"/>
  </p:sldIdLst>
  <p:sldSz cx="12192000" cy="6858000"/>
  <p:notesSz cx="9220200" cy="6934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6247" autoAdjust="0"/>
  </p:normalViewPr>
  <p:slideViewPr>
    <p:cSldViewPr snapToGrid="0">
      <p:cViewPr varScale="1">
        <p:scale>
          <a:sx n="103" d="100"/>
          <a:sy n="103" d="100"/>
        </p:scale>
        <p:origin x="115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4BBF73-BFE4-9675-AF97-BCBB5DD951BC}"/>
              </a:ext>
            </a:extLst>
          </p:cNvPr>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a:extLst>
              <a:ext uri="{FF2B5EF4-FFF2-40B4-BE49-F238E27FC236}">
                <a16:creationId xmlns:a16="http://schemas.microsoft.com/office/drawing/2014/main" id="{44B348BF-5159-860D-10C2-C403B1312182}"/>
              </a:ext>
            </a:extLst>
          </p:cNvPr>
          <p:cNvSpPr>
            <a:spLocks noGrp="1"/>
          </p:cNvSpPr>
          <p:nvPr>
            <p:ph type="dt" sz="quarter" idx="1"/>
          </p:nvPr>
        </p:nvSpPr>
        <p:spPr>
          <a:xfrm>
            <a:off x="5222646" y="1"/>
            <a:ext cx="3995420" cy="347914"/>
          </a:xfrm>
          <a:prstGeom prst="rect">
            <a:avLst/>
          </a:prstGeom>
        </p:spPr>
        <p:txBody>
          <a:bodyPr vert="horz" lIns="92309" tIns="46154" rIns="92309" bIns="46154" rtlCol="0"/>
          <a:lstStyle>
            <a:lvl1pPr algn="r">
              <a:defRPr sz="1200"/>
            </a:lvl1pPr>
          </a:lstStyle>
          <a:p>
            <a:fld id="{235382CB-D6B4-48E5-AFFD-4242D787BD27}" type="datetime2">
              <a:rPr lang="en-US" smtClean="0"/>
              <a:t>Friday, April 3, 2026</a:t>
            </a:fld>
            <a:endParaRPr lang="en-US"/>
          </a:p>
        </p:txBody>
      </p:sp>
      <p:sp>
        <p:nvSpPr>
          <p:cNvPr id="4" name="Footer Placeholder 3">
            <a:extLst>
              <a:ext uri="{FF2B5EF4-FFF2-40B4-BE49-F238E27FC236}">
                <a16:creationId xmlns:a16="http://schemas.microsoft.com/office/drawing/2014/main" id="{1E461FAE-A38B-F089-F551-02119E943626}"/>
              </a:ext>
            </a:extLst>
          </p:cNvPr>
          <p:cNvSpPr>
            <a:spLocks noGrp="1"/>
          </p:cNvSpPr>
          <p:nvPr>
            <p:ph type="ftr" sz="quarter" idx="2"/>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5" name="Slide Number Placeholder 4">
            <a:extLst>
              <a:ext uri="{FF2B5EF4-FFF2-40B4-BE49-F238E27FC236}">
                <a16:creationId xmlns:a16="http://schemas.microsoft.com/office/drawing/2014/main" id="{BBE757FF-1DEF-1FD8-299F-05A2B93DBD71}"/>
              </a:ext>
            </a:extLst>
          </p:cNvPr>
          <p:cNvSpPr>
            <a:spLocks noGrp="1"/>
          </p:cNvSpPr>
          <p:nvPr>
            <p:ph type="sldNum" sz="quarter" idx="3"/>
          </p:nvPr>
        </p:nvSpPr>
        <p:spPr>
          <a:xfrm>
            <a:off x="5222646" y="6586287"/>
            <a:ext cx="3995420" cy="347913"/>
          </a:xfrm>
          <a:prstGeom prst="rect">
            <a:avLst/>
          </a:prstGeom>
        </p:spPr>
        <p:txBody>
          <a:bodyPr vert="horz" lIns="92309" tIns="46154" rIns="92309" bIns="46154" rtlCol="0" anchor="b"/>
          <a:lstStyle>
            <a:lvl1pPr algn="r">
              <a:defRPr sz="1200"/>
            </a:lvl1pPr>
          </a:lstStyle>
          <a:p>
            <a:fld id="{66805305-0FA5-4D91-9E96-34E4B06C1291}" type="slidenum">
              <a:rPr lang="en-US" smtClean="0"/>
              <a:t>‹#›</a:t>
            </a:fld>
            <a:endParaRPr lang="en-US"/>
          </a:p>
        </p:txBody>
      </p:sp>
    </p:spTree>
    <p:extLst>
      <p:ext uri="{BB962C8B-B14F-4D97-AF65-F5344CB8AC3E}">
        <p14:creationId xmlns:p14="http://schemas.microsoft.com/office/powerpoint/2010/main" val="27391951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p:cNvSpPr>
            <a:spLocks noGrp="1"/>
          </p:cNvSpPr>
          <p:nvPr>
            <p:ph type="dt" idx="1"/>
          </p:nvPr>
        </p:nvSpPr>
        <p:spPr>
          <a:xfrm>
            <a:off x="5222646" y="1"/>
            <a:ext cx="3995420" cy="347914"/>
          </a:xfrm>
          <a:prstGeom prst="rect">
            <a:avLst/>
          </a:prstGeom>
        </p:spPr>
        <p:txBody>
          <a:bodyPr vert="horz" lIns="92309" tIns="46154" rIns="92309" bIns="46154" rtlCol="0"/>
          <a:lstStyle>
            <a:lvl1pPr algn="r">
              <a:defRPr sz="1200"/>
            </a:lvl1pPr>
          </a:lstStyle>
          <a:p>
            <a:fld id="{F76BFB3A-AF09-4935-935F-AADA8F949CAB}" type="datetime2">
              <a:rPr lang="en-US" smtClean="0"/>
              <a:t>Friday, April 3, 2026</a:t>
            </a:fld>
            <a:endParaRPr lang="en-US"/>
          </a:p>
        </p:txBody>
      </p:sp>
      <p:sp>
        <p:nvSpPr>
          <p:cNvPr id="4" name="Slide Image Placeholder 3"/>
          <p:cNvSpPr>
            <a:spLocks noGrp="1" noRot="1" noChangeAspect="1"/>
          </p:cNvSpPr>
          <p:nvPr>
            <p:ph type="sldImg" idx="2"/>
          </p:nvPr>
        </p:nvSpPr>
        <p:spPr>
          <a:xfrm>
            <a:off x="2530475" y="866775"/>
            <a:ext cx="4159250" cy="2339975"/>
          </a:xfrm>
          <a:prstGeom prst="rect">
            <a:avLst/>
          </a:prstGeom>
          <a:noFill/>
          <a:ln w="12700">
            <a:solidFill>
              <a:prstClr val="black"/>
            </a:solidFill>
          </a:ln>
        </p:spPr>
        <p:txBody>
          <a:bodyPr vert="horz" lIns="92309" tIns="46154" rIns="92309" bIns="46154" rtlCol="0" anchor="ctr"/>
          <a:lstStyle/>
          <a:p>
            <a:endParaRPr lang="en-US"/>
          </a:p>
        </p:txBody>
      </p:sp>
      <p:sp>
        <p:nvSpPr>
          <p:cNvPr id="5" name="Notes Placeholder 4"/>
          <p:cNvSpPr>
            <a:spLocks noGrp="1"/>
          </p:cNvSpPr>
          <p:nvPr>
            <p:ph type="body" sz="quarter" idx="3"/>
          </p:nvPr>
        </p:nvSpPr>
        <p:spPr>
          <a:xfrm>
            <a:off x="922020" y="3337083"/>
            <a:ext cx="7376160" cy="2730342"/>
          </a:xfrm>
          <a:prstGeom prst="rect">
            <a:avLst/>
          </a:prstGeom>
        </p:spPr>
        <p:txBody>
          <a:bodyPr vert="horz" lIns="92309" tIns="46154" rIns="92309" bIns="4615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7" name="Slide Number Placeholder 6"/>
          <p:cNvSpPr>
            <a:spLocks noGrp="1"/>
          </p:cNvSpPr>
          <p:nvPr>
            <p:ph type="sldNum" sz="quarter" idx="5"/>
          </p:nvPr>
        </p:nvSpPr>
        <p:spPr>
          <a:xfrm>
            <a:off x="5222646" y="6586287"/>
            <a:ext cx="3995420" cy="347913"/>
          </a:xfrm>
          <a:prstGeom prst="rect">
            <a:avLst/>
          </a:prstGeom>
        </p:spPr>
        <p:txBody>
          <a:bodyPr vert="horz" lIns="92309" tIns="46154" rIns="92309" bIns="46154" rtlCol="0" anchor="b"/>
          <a:lstStyle>
            <a:lvl1pPr algn="r">
              <a:defRPr sz="1200"/>
            </a:lvl1pPr>
          </a:lstStyle>
          <a:p>
            <a:fld id="{6CEC07C6-E753-4FD7-8B29-F8EE9ACF298C}" type="slidenum">
              <a:rPr lang="en-US" smtClean="0"/>
              <a:t>‹#›</a:t>
            </a:fld>
            <a:endParaRPr lang="en-US"/>
          </a:p>
        </p:txBody>
      </p:sp>
    </p:spTree>
    <p:extLst>
      <p:ext uri="{BB962C8B-B14F-4D97-AF65-F5344CB8AC3E}">
        <p14:creationId xmlns:p14="http://schemas.microsoft.com/office/powerpoint/2010/main" val="35677300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77890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emf"/><Relationship Id="rId5" Type="http://schemas.openxmlformats.org/officeDocument/2006/relationships/image" Target="../media/image3.sv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4.emf"/><Relationship Id="rId5" Type="http://schemas.openxmlformats.org/officeDocument/2006/relationships/image" Target="../media/image3.svg"/><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FEB7A-903A-4EEE-AA9F-5CF80DFB4723}"/>
              </a:ext>
            </a:extLst>
          </p:cNvPr>
          <p:cNvSpPr>
            <a:spLocks noGrp="1"/>
          </p:cNvSpPr>
          <p:nvPr>
            <p:ph type="ctrTitle" hasCustomPrompt="1"/>
          </p:nvPr>
        </p:nvSpPr>
        <p:spPr>
          <a:xfrm>
            <a:off x="1424966" y="1119619"/>
            <a:ext cx="9143446" cy="1644603"/>
          </a:xfrm>
        </p:spPr>
        <p:txBody>
          <a:bodyPr lIns="0" tIns="0" rIns="0" bIns="0" anchor="b">
            <a:normAutofit/>
          </a:bodyPr>
          <a:lstStyle>
            <a:lvl1pPr algn="ctr">
              <a:lnSpc>
                <a:spcPct val="100000"/>
              </a:lnSpc>
              <a:defRPr sz="3800" b="1">
                <a:solidFill>
                  <a:schemeClr val="accent1"/>
                </a:solidFill>
              </a:defRPr>
            </a:lvl1pPr>
          </a:lstStyle>
          <a:p>
            <a:r>
              <a:rPr lang="en-US" dirty="0"/>
              <a:t>Presentation Title</a:t>
            </a:r>
            <a:br>
              <a:rPr lang="en-US" dirty="0"/>
            </a:br>
            <a:r>
              <a:rPr lang="en-US" dirty="0"/>
              <a:t>Goes Here</a:t>
            </a:r>
          </a:p>
        </p:txBody>
      </p:sp>
      <p:sp>
        <p:nvSpPr>
          <p:cNvPr id="3" name="Subtitle 2">
            <a:extLst>
              <a:ext uri="{FF2B5EF4-FFF2-40B4-BE49-F238E27FC236}">
                <a16:creationId xmlns:a16="http://schemas.microsoft.com/office/drawing/2014/main" id="{2E4661CA-9166-485C-902F-B2443990F4CF}"/>
              </a:ext>
            </a:extLst>
          </p:cNvPr>
          <p:cNvSpPr>
            <a:spLocks noGrp="1"/>
          </p:cNvSpPr>
          <p:nvPr>
            <p:ph type="subTitle" idx="1" hasCustomPrompt="1"/>
          </p:nvPr>
        </p:nvSpPr>
        <p:spPr>
          <a:xfrm>
            <a:off x="1424966" y="3177905"/>
            <a:ext cx="9143446" cy="1474521"/>
          </a:xfrm>
        </p:spPr>
        <p:txBody>
          <a:bodyPr lIns="0" tIns="0" rIns="0" bIns="0" anchor="t"/>
          <a:lstStyle>
            <a:lvl1pPr marL="0" indent="0" algn="ctr">
              <a:lnSpc>
                <a:spcPct val="100000"/>
              </a:lnSpc>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p>
        </p:txBody>
      </p:sp>
      <p:sp>
        <p:nvSpPr>
          <p:cNvPr id="12" name="Text Placeholder 11">
            <a:extLst>
              <a:ext uri="{FF2B5EF4-FFF2-40B4-BE49-F238E27FC236}">
                <a16:creationId xmlns:a16="http://schemas.microsoft.com/office/drawing/2014/main" id="{B408B901-9186-DB29-4FA5-21BBC02462AD}"/>
              </a:ext>
            </a:extLst>
          </p:cNvPr>
          <p:cNvSpPr>
            <a:spLocks noGrp="1"/>
          </p:cNvSpPr>
          <p:nvPr>
            <p:ph type="body" sz="quarter" idx="10" hasCustomPrompt="1"/>
          </p:nvPr>
        </p:nvSpPr>
        <p:spPr>
          <a:xfrm>
            <a:off x="1424966" y="5633952"/>
            <a:ext cx="9143446" cy="581025"/>
          </a:xfrm>
        </p:spPr>
        <p:txBody>
          <a:bodyPr lIns="0" tIns="0" rIns="0" bIns="0">
            <a:noAutofit/>
          </a:bodyPr>
          <a:lstStyle>
            <a:lvl1pPr marL="0" indent="0" algn="ctr">
              <a:lnSpc>
                <a:spcPct val="100000"/>
              </a:lnSpc>
              <a:buNone/>
              <a:defRPr sz="1400">
                <a:solidFill>
                  <a:schemeClr val="accent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Date – Location</a:t>
            </a:r>
          </a:p>
        </p:txBody>
      </p:sp>
      <p:pic>
        <p:nvPicPr>
          <p:cNvPr id="9" name="Picture 8">
            <a:extLst>
              <a:ext uri="{FF2B5EF4-FFF2-40B4-BE49-F238E27FC236}">
                <a16:creationId xmlns:a16="http://schemas.microsoft.com/office/drawing/2014/main" id="{A9282A0C-AE70-F90A-1C3A-41019DB55A20}"/>
              </a:ext>
            </a:extLst>
          </p:cNvPr>
          <p:cNvPicPr>
            <a:picLocks noChangeAspect="1"/>
          </p:cNvPicPr>
          <p:nvPr userDrawn="1"/>
        </p:nvPicPr>
        <p:blipFill>
          <a:blip r:embed="rId2"/>
          <a:stretch>
            <a:fillRect/>
          </a:stretch>
        </p:blipFill>
        <p:spPr>
          <a:xfrm>
            <a:off x="4669538" y="720925"/>
            <a:ext cx="2654302" cy="294923"/>
          </a:xfrm>
          <a:prstGeom prst="rect">
            <a:avLst/>
          </a:prstGeom>
        </p:spPr>
      </p:pic>
      <p:sp>
        <p:nvSpPr>
          <p:cNvPr id="8" name="Rectangle 7">
            <a:extLst>
              <a:ext uri="{FF2B5EF4-FFF2-40B4-BE49-F238E27FC236}">
                <a16:creationId xmlns:a16="http://schemas.microsoft.com/office/drawing/2014/main" id="{4DBA3CA8-4426-4FAB-ACAE-BDC78CBA3C0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10" name="Rectangle 9">
            <a:extLst>
              <a:ext uri="{FF2B5EF4-FFF2-40B4-BE49-F238E27FC236}">
                <a16:creationId xmlns:a16="http://schemas.microsoft.com/office/drawing/2014/main" id="{987050A0-2597-47B0-B2A9-222CDA3D15A3}"/>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3C9133E-026C-4BC8-8628-6A86DFEF3E7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AF6FFAC0-AF93-4170-85DE-24B48BA5BEF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87437" y="-1"/>
            <a:ext cx="180975" cy="137159"/>
          </a:xfrm>
          <a:prstGeom prst="rect">
            <a:avLst/>
          </a:prstGeom>
        </p:spPr>
      </p:pic>
    </p:spTree>
    <p:extLst>
      <p:ext uri="{BB962C8B-B14F-4D97-AF65-F5344CB8AC3E}">
        <p14:creationId xmlns:p14="http://schemas.microsoft.com/office/powerpoint/2010/main" val="82435185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Slide ">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58E13B0-1471-FD09-C552-5AB1C9B712B1}"/>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2" name="Title 1">
            <a:extLst>
              <a:ext uri="{FF2B5EF4-FFF2-40B4-BE49-F238E27FC236}">
                <a16:creationId xmlns:a16="http://schemas.microsoft.com/office/drawing/2014/main" id="{93AFD9B1-DD15-4DA0-BD0F-5599945158DD}"/>
              </a:ext>
            </a:extLst>
          </p:cNvPr>
          <p:cNvSpPr>
            <a:spLocks noGrp="1"/>
          </p:cNvSpPr>
          <p:nvPr>
            <p:ph type="title" hasCustomPrompt="1"/>
          </p:nvPr>
        </p:nvSpPr>
        <p:spPr>
          <a:xfrm>
            <a:off x="457200" y="457200"/>
            <a:ext cx="11277600" cy="1143000"/>
          </a:xfrm>
        </p:spPr>
        <p:txBody>
          <a:bodyPr lIns="0" tIns="0" rIns="0" bIns="0"/>
          <a:lstStyle>
            <a:lvl1pPr>
              <a:defRPr sz="4400">
                <a:solidFill>
                  <a:schemeClr val="tx1"/>
                </a:solidFill>
              </a:defRPr>
            </a:lvl1pPr>
          </a:lstStyle>
          <a:p>
            <a:r>
              <a:rPr lang="en-US" dirty="0"/>
              <a:t>Click to add title</a:t>
            </a:r>
          </a:p>
        </p:txBody>
      </p:sp>
      <p:sp>
        <p:nvSpPr>
          <p:cNvPr id="3" name="Content Placeholder 2">
            <a:extLst>
              <a:ext uri="{FF2B5EF4-FFF2-40B4-BE49-F238E27FC236}">
                <a16:creationId xmlns:a16="http://schemas.microsoft.com/office/drawing/2014/main" id="{7CDB9763-7D65-429F-BD59-75DBFB945BF8}"/>
              </a:ext>
            </a:extLst>
          </p:cNvPr>
          <p:cNvSpPr>
            <a:spLocks noGrp="1"/>
          </p:cNvSpPr>
          <p:nvPr>
            <p:ph idx="1" hasCustomPrompt="1"/>
          </p:nvPr>
        </p:nvSpPr>
        <p:spPr>
          <a:xfrm>
            <a:off x="457200" y="1828800"/>
            <a:ext cx="11269766" cy="4358936"/>
          </a:xfrm>
        </p:spPr>
        <p:txBody>
          <a:bodyPr lIns="0" tIns="0" rIns="0" bIns="0"/>
          <a:lstStyle>
            <a:lvl1pPr marL="0" indent="0">
              <a:lnSpc>
                <a:spcPct val="100000"/>
              </a:lnSpc>
              <a:buNone/>
              <a:defRPr sz="2800">
                <a:solidFill>
                  <a:schemeClr val="tx2"/>
                </a:solidFill>
              </a:defRPr>
            </a:lvl1pPr>
            <a:lvl2pPr>
              <a:lnSpc>
                <a:spcPct val="100000"/>
              </a:lnSpc>
              <a:defRPr sz="2800">
                <a:solidFill>
                  <a:schemeClr val="tx2"/>
                </a:solidFill>
              </a:defRPr>
            </a:lvl2pPr>
            <a:lvl3pPr>
              <a:lnSpc>
                <a:spcPct val="100000"/>
              </a:lnSpc>
              <a:defRPr sz="2800">
                <a:solidFill>
                  <a:schemeClr val="tx2"/>
                </a:solidFill>
              </a:defRPr>
            </a:lvl3pPr>
            <a:lvl4pPr>
              <a:lnSpc>
                <a:spcPct val="100000"/>
              </a:lnSpc>
              <a:defRPr sz="2800">
                <a:solidFill>
                  <a:schemeClr val="tx2"/>
                </a:solidFill>
              </a:defRPr>
            </a:lvl4pPr>
            <a:lvl5pPr>
              <a:lnSpc>
                <a:spcPct val="100000"/>
              </a:lnSpc>
              <a:defRPr sz="2800">
                <a:solidFill>
                  <a:schemeClr val="tx2"/>
                </a:solidFill>
              </a:defRPr>
            </a:lvl5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80280B26-DCBA-41F6-B791-F51413EC6DDA}"/>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6" name="Rectangle 15">
            <a:extLst>
              <a:ext uri="{FF2B5EF4-FFF2-40B4-BE49-F238E27FC236}">
                <a16:creationId xmlns:a16="http://schemas.microsoft.com/office/drawing/2014/main" id="{499B9A15-1058-6D5F-9D91-7F183BF610C8}"/>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ate Placeholder 3">
            <a:extLst>
              <a:ext uri="{FF2B5EF4-FFF2-40B4-BE49-F238E27FC236}">
                <a16:creationId xmlns:a16="http://schemas.microsoft.com/office/drawing/2014/main" id="{47AD375C-0981-EAD1-40D6-C1E06F8C38E8}"/>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5" name="Footer Placeholder 4">
            <a:extLst>
              <a:ext uri="{FF2B5EF4-FFF2-40B4-BE49-F238E27FC236}">
                <a16:creationId xmlns:a16="http://schemas.microsoft.com/office/drawing/2014/main" id="{A6B4D7EF-C9F8-3DA0-05D5-FC74F20B8C3B}"/>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
        <p:nvSpPr>
          <p:cNvPr id="27" name="Rectangle 26">
            <a:extLst>
              <a:ext uri="{FF2B5EF4-FFF2-40B4-BE49-F238E27FC236}">
                <a16:creationId xmlns:a16="http://schemas.microsoft.com/office/drawing/2014/main" id="{32978BF5-E404-2C42-09EC-B1DE94DD859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Graphic 31">
            <a:extLst>
              <a:ext uri="{FF2B5EF4-FFF2-40B4-BE49-F238E27FC236}">
                <a16:creationId xmlns:a16="http://schemas.microsoft.com/office/drawing/2014/main" id="{7B580FEA-8678-95DF-BFE1-2B22934502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pic>
        <p:nvPicPr>
          <p:cNvPr id="14" name="Picture 13">
            <a:extLst>
              <a:ext uri="{FF2B5EF4-FFF2-40B4-BE49-F238E27FC236}">
                <a16:creationId xmlns:a16="http://schemas.microsoft.com/office/drawing/2014/main" id="{FF06C505-229C-CADE-EACC-2CB72C7BBC41}"/>
              </a:ext>
            </a:extLst>
          </p:cNvPr>
          <p:cNvPicPr>
            <a:picLocks noChangeAspect="1"/>
          </p:cNvPicPr>
          <p:nvPr userDrawn="1"/>
        </p:nvPicPr>
        <p:blipFill>
          <a:blip r:embed="rId4"/>
          <a:stretch>
            <a:fillRect/>
          </a:stretch>
        </p:blipFill>
        <p:spPr>
          <a:xfrm>
            <a:off x="465033" y="6541227"/>
            <a:ext cx="1681267" cy="181017"/>
          </a:xfrm>
          <a:prstGeom prst="rect">
            <a:avLst/>
          </a:prstGeom>
        </p:spPr>
      </p:pic>
    </p:spTree>
    <p:extLst>
      <p:ext uri="{BB962C8B-B14F-4D97-AF65-F5344CB8AC3E}">
        <p14:creationId xmlns:p14="http://schemas.microsoft.com/office/powerpoint/2010/main" val="28888464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E5242-C647-41FB-9068-CDEDA3581F60}"/>
              </a:ext>
            </a:extLst>
          </p:cNvPr>
          <p:cNvSpPr>
            <a:spLocks noGrp="1"/>
          </p:cNvSpPr>
          <p:nvPr>
            <p:ph type="title" hasCustomPrompt="1"/>
          </p:nvPr>
        </p:nvSpPr>
        <p:spPr>
          <a:xfrm>
            <a:off x="465034" y="457199"/>
            <a:ext cx="7434366" cy="1371600"/>
          </a:xfrm>
        </p:spPr>
        <p:txBody>
          <a:bodyPr anchor="ctr">
            <a:normAutofit/>
          </a:bodyPr>
          <a:lstStyle>
            <a:lvl1pPr>
              <a:lnSpc>
                <a:spcPct val="100000"/>
              </a:lnSpc>
              <a:defRPr sz="2800">
                <a:latin typeface="+mj-lt"/>
              </a:defRPr>
            </a:lvl1pPr>
          </a:lstStyle>
          <a:p>
            <a:r>
              <a:rPr lang="en-US" dirty="0"/>
              <a:t>Click to add title</a:t>
            </a:r>
          </a:p>
        </p:txBody>
      </p:sp>
      <p:sp>
        <p:nvSpPr>
          <p:cNvPr id="3" name="Text Placeholder 2">
            <a:extLst>
              <a:ext uri="{FF2B5EF4-FFF2-40B4-BE49-F238E27FC236}">
                <a16:creationId xmlns:a16="http://schemas.microsoft.com/office/drawing/2014/main" id="{1035C1A5-3969-44EB-8F46-5E7473A8052A}"/>
              </a:ext>
            </a:extLst>
          </p:cNvPr>
          <p:cNvSpPr>
            <a:spLocks noGrp="1"/>
          </p:cNvSpPr>
          <p:nvPr>
            <p:ph type="body" idx="1" hasCustomPrompt="1"/>
          </p:nvPr>
        </p:nvSpPr>
        <p:spPr>
          <a:xfrm>
            <a:off x="465034" y="2057400"/>
            <a:ext cx="7434366" cy="4032251"/>
          </a:xfrm>
        </p:spPr>
        <p:txBody>
          <a:bodyPr>
            <a:normAutofit/>
          </a:bodyPr>
          <a:lstStyle>
            <a:lvl1pPr marL="0" indent="0">
              <a:buNone/>
              <a:defRPr sz="1400">
                <a:solidFill>
                  <a:schemeClr val="tx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content (Paste Special – Unformatted Text). </a:t>
            </a:r>
          </a:p>
        </p:txBody>
      </p:sp>
      <p:sp>
        <p:nvSpPr>
          <p:cNvPr id="12" name="Rectangle 11">
            <a:extLst>
              <a:ext uri="{FF2B5EF4-FFF2-40B4-BE49-F238E27FC236}">
                <a16:creationId xmlns:a16="http://schemas.microsoft.com/office/drawing/2014/main" id="{4EF1C3BE-B545-33FB-C631-A328427E3A34}"/>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2D0DFEB-47D6-6DF6-B70A-457EB402332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451BDB93-2D43-31ED-9DBD-6CBBFB9FEEF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5" name="Rectangle 14">
            <a:extLst>
              <a:ext uri="{FF2B5EF4-FFF2-40B4-BE49-F238E27FC236}">
                <a16:creationId xmlns:a16="http://schemas.microsoft.com/office/drawing/2014/main" id="{198C910C-E2C5-B46A-E5EA-C13AE92337E6}"/>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9" name="Picture 18">
            <a:extLst>
              <a:ext uri="{FF2B5EF4-FFF2-40B4-BE49-F238E27FC236}">
                <a16:creationId xmlns:a16="http://schemas.microsoft.com/office/drawing/2014/main" id="{7BA09A87-DADE-FD4E-2100-98AA21538466}"/>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7" name="Picture Placeholder 6">
            <a:extLst>
              <a:ext uri="{FF2B5EF4-FFF2-40B4-BE49-F238E27FC236}">
                <a16:creationId xmlns:a16="http://schemas.microsoft.com/office/drawing/2014/main" id="{93850DAB-085C-D134-5B64-056E493697E7}"/>
              </a:ext>
            </a:extLst>
          </p:cNvPr>
          <p:cNvSpPr>
            <a:spLocks noGrp="1"/>
          </p:cNvSpPr>
          <p:nvPr>
            <p:ph type="pic" sz="quarter" idx="13"/>
          </p:nvPr>
        </p:nvSpPr>
        <p:spPr>
          <a:xfrm>
            <a:off x="8128000" y="137158"/>
            <a:ext cx="3606800" cy="6263642"/>
          </a:xfrm>
        </p:spPr>
        <p:txBody>
          <a:bodyPr anchor="t"/>
          <a:lstStyle>
            <a:lvl1pPr marL="0" indent="0" algn="l">
              <a:buFont typeface="+mj-lt"/>
              <a:buNone/>
              <a:defRPr/>
            </a:lvl1p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4" name="Slide Number Placeholder 5">
            <a:extLst>
              <a:ext uri="{FF2B5EF4-FFF2-40B4-BE49-F238E27FC236}">
                <a16:creationId xmlns:a16="http://schemas.microsoft.com/office/drawing/2014/main" id="{3FB5CBC9-7473-C7A0-F53B-C46F012E535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B771E7F9-98B9-9C4C-825A-FCCE858F94CF}"/>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8C5A3EAC-2CBF-F14E-0A50-B2D8FB7A234A}"/>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772316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C01-955E-4B21-9482-B5AB906BBB68}"/>
              </a:ext>
            </a:extLst>
          </p:cNvPr>
          <p:cNvSpPr>
            <a:spLocks noGrp="1"/>
          </p:cNvSpPr>
          <p:nvPr>
            <p:ph type="title" hasCustomPrompt="1"/>
          </p:nvPr>
        </p:nvSpPr>
        <p:spPr>
          <a:xfrm>
            <a:off x="457200" y="457200"/>
            <a:ext cx="11269766" cy="1143000"/>
          </a:xfrm>
        </p:spPr>
        <p:txBody>
          <a:bodyPr/>
          <a:lstStyle>
            <a:lvl1pPr algn="l">
              <a:lnSpc>
                <a:spcPct val="100000"/>
              </a:lnSpc>
              <a:defRPr sz="4400"/>
            </a:lvl1pPr>
          </a:lstStyle>
          <a:p>
            <a:r>
              <a:rPr lang="en-US" dirty="0"/>
              <a:t>Click to add title</a:t>
            </a:r>
          </a:p>
        </p:txBody>
      </p:sp>
      <p:sp>
        <p:nvSpPr>
          <p:cNvPr id="3" name="Content Placeholder 2">
            <a:extLst>
              <a:ext uri="{FF2B5EF4-FFF2-40B4-BE49-F238E27FC236}">
                <a16:creationId xmlns:a16="http://schemas.microsoft.com/office/drawing/2014/main" id="{738B74F1-5F38-4720-A95A-885766F6ACBF}"/>
              </a:ext>
            </a:extLst>
          </p:cNvPr>
          <p:cNvSpPr>
            <a:spLocks noGrp="1"/>
          </p:cNvSpPr>
          <p:nvPr>
            <p:ph sz="half" idx="1" hasCustomPrompt="1"/>
          </p:nvPr>
        </p:nvSpPr>
        <p:spPr>
          <a:xfrm>
            <a:off x="457200" y="1824037"/>
            <a:ext cx="55245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DCDF4D07-F63D-B222-2C01-19C60131B4D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5E0011-B84D-B0D8-9A8B-AFB475AAC28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121C53ED-50CD-EA79-C4ED-23BCDB7D9E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70F36BE8-50A0-2BCE-4CE4-0FC35FB8475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6CA1ED0F-70E3-B15F-6C79-F96782D35B59}"/>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1" name="Content Placeholder 2">
            <a:extLst>
              <a:ext uri="{FF2B5EF4-FFF2-40B4-BE49-F238E27FC236}">
                <a16:creationId xmlns:a16="http://schemas.microsoft.com/office/drawing/2014/main" id="{B61778D8-6E8B-41F7-8E93-1934FCA5F238}"/>
              </a:ext>
            </a:extLst>
          </p:cNvPr>
          <p:cNvSpPr>
            <a:spLocks noGrp="1"/>
          </p:cNvSpPr>
          <p:nvPr>
            <p:ph sz="half" idx="13" hasCustomPrompt="1"/>
          </p:nvPr>
        </p:nvSpPr>
        <p:spPr>
          <a:xfrm>
            <a:off x="6202466" y="1824037"/>
            <a:ext cx="55245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C8AFD5D8-BC9E-7745-7FB5-D1782F99E778}"/>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6B3AFD25-113A-0974-A2A5-67196CCF50F3}"/>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76B96A8C-E821-A6A4-A8AE-DAEF8298E2B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1528281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C01-955E-4B21-9482-B5AB906BBB68}"/>
              </a:ext>
            </a:extLst>
          </p:cNvPr>
          <p:cNvSpPr>
            <a:spLocks noGrp="1"/>
          </p:cNvSpPr>
          <p:nvPr>
            <p:ph type="title" hasCustomPrompt="1"/>
          </p:nvPr>
        </p:nvSpPr>
        <p:spPr>
          <a:xfrm>
            <a:off x="457200" y="457200"/>
            <a:ext cx="11269766" cy="1143000"/>
          </a:xfrm>
        </p:spPr>
        <p:txBody>
          <a:bodyPr/>
          <a:lstStyle>
            <a:lvl1pPr algn="l">
              <a:lnSpc>
                <a:spcPct val="100000"/>
              </a:lnSpc>
              <a:defRPr sz="4400"/>
            </a:lvl1pPr>
          </a:lstStyle>
          <a:p>
            <a:r>
              <a:rPr lang="en-US" dirty="0"/>
              <a:t>Click to add title</a:t>
            </a:r>
          </a:p>
        </p:txBody>
      </p:sp>
      <p:sp>
        <p:nvSpPr>
          <p:cNvPr id="3" name="Content Placeholder 2">
            <a:extLst>
              <a:ext uri="{FF2B5EF4-FFF2-40B4-BE49-F238E27FC236}">
                <a16:creationId xmlns:a16="http://schemas.microsoft.com/office/drawing/2014/main" id="{738B74F1-5F38-4720-A95A-885766F6ACBF}"/>
              </a:ext>
            </a:extLst>
          </p:cNvPr>
          <p:cNvSpPr>
            <a:spLocks noGrp="1"/>
          </p:cNvSpPr>
          <p:nvPr>
            <p:ph sz="half" idx="1" hasCustomPrompt="1"/>
          </p:nvPr>
        </p:nvSpPr>
        <p:spPr>
          <a:xfrm>
            <a:off x="457199" y="1726380"/>
            <a:ext cx="11269765" cy="2152792"/>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DCDF4D07-F63D-B222-2C01-19C60131B4D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5E0011-B84D-B0D8-9A8B-AFB475AAC28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121C53ED-50CD-EA79-C4ED-23BCDB7D9E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70F36BE8-50A0-2BCE-4CE4-0FC35FB8475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6CA1ED0F-70E3-B15F-6C79-F96782D35B59}"/>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1" name="Content Placeholder 2">
            <a:extLst>
              <a:ext uri="{FF2B5EF4-FFF2-40B4-BE49-F238E27FC236}">
                <a16:creationId xmlns:a16="http://schemas.microsoft.com/office/drawing/2014/main" id="{B61778D8-6E8B-41F7-8E93-1934FCA5F238}"/>
              </a:ext>
            </a:extLst>
          </p:cNvPr>
          <p:cNvSpPr>
            <a:spLocks noGrp="1"/>
          </p:cNvSpPr>
          <p:nvPr>
            <p:ph sz="half" idx="13" hasCustomPrompt="1"/>
          </p:nvPr>
        </p:nvSpPr>
        <p:spPr>
          <a:xfrm>
            <a:off x="457200" y="4019599"/>
            <a:ext cx="11269766" cy="2248036"/>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C8AFD5D8-BC9E-7745-7FB5-D1782F99E778}"/>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Tree>
    <p:extLst>
      <p:ext uri="{BB962C8B-B14F-4D97-AF65-F5344CB8AC3E}">
        <p14:creationId xmlns:p14="http://schemas.microsoft.com/office/powerpoint/2010/main" val="28122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9551-FA4B-49C5-A55E-E19426F2934B}"/>
              </a:ext>
            </a:extLst>
          </p:cNvPr>
          <p:cNvSpPr>
            <a:spLocks noGrp="1"/>
          </p:cNvSpPr>
          <p:nvPr>
            <p:ph type="title" hasCustomPrompt="1"/>
          </p:nvPr>
        </p:nvSpPr>
        <p:spPr>
          <a:xfrm>
            <a:off x="465034" y="457200"/>
            <a:ext cx="11269766" cy="1143000"/>
          </a:xfrm>
        </p:spPr>
        <p:txBody>
          <a:bodyPr/>
          <a:lstStyle>
            <a:lvl1pPr algn="ctr">
              <a:lnSpc>
                <a:spcPct val="100000"/>
              </a:lnSpc>
              <a:defRPr/>
            </a:lvl1pPr>
          </a:lstStyle>
          <a:p>
            <a:r>
              <a:rPr lang="en-US" dirty="0"/>
              <a:t>Click to add title</a:t>
            </a:r>
          </a:p>
        </p:txBody>
      </p:sp>
      <p:sp>
        <p:nvSpPr>
          <p:cNvPr id="3" name="Text Placeholder 2">
            <a:extLst>
              <a:ext uri="{FF2B5EF4-FFF2-40B4-BE49-F238E27FC236}">
                <a16:creationId xmlns:a16="http://schemas.microsoft.com/office/drawing/2014/main" id="{601BB0EA-2287-408C-BD4B-0102249F2255}"/>
              </a:ext>
            </a:extLst>
          </p:cNvPr>
          <p:cNvSpPr>
            <a:spLocks noGrp="1"/>
          </p:cNvSpPr>
          <p:nvPr>
            <p:ph type="body" idx="1" hasCustomPrompt="1"/>
          </p:nvPr>
        </p:nvSpPr>
        <p:spPr>
          <a:xfrm>
            <a:off x="465034" y="1828800"/>
            <a:ext cx="5516666"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4" name="Content Placeholder 3">
            <a:extLst>
              <a:ext uri="{FF2B5EF4-FFF2-40B4-BE49-F238E27FC236}">
                <a16:creationId xmlns:a16="http://schemas.microsoft.com/office/drawing/2014/main" id="{C9DFEB5A-2EB1-468C-846E-5F6289E42E00}"/>
              </a:ext>
            </a:extLst>
          </p:cNvPr>
          <p:cNvSpPr>
            <a:spLocks noGrp="1"/>
          </p:cNvSpPr>
          <p:nvPr>
            <p:ph sz="half" idx="2" hasCustomPrompt="1"/>
          </p:nvPr>
        </p:nvSpPr>
        <p:spPr>
          <a:xfrm>
            <a:off x="465034" y="2514601"/>
            <a:ext cx="5516666" cy="350758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280F103-0F55-45E8-9258-C4127A04AEA9}"/>
              </a:ext>
            </a:extLst>
          </p:cNvPr>
          <p:cNvSpPr>
            <a:spLocks noGrp="1"/>
          </p:cNvSpPr>
          <p:nvPr>
            <p:ph type="body" sz="quarter" idx="3" hasCustomPrompt="1"/>
          </p:nvPr>
        </p:nvSpPr>
        <p:spPr>
          <a:xfrm>
            <a:off x="6210302" y="1828801"/>
            <a:ext cx="5524498"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6" name="Content Placeholder 5">
            <a:extLst>
              <a:ext uri="{FF2B5EF4-FFF2-40B4-BE49-F238E27FC236}">
                <a16:creationId xmlns:a16="http://schemas.microsoft.com/office/drawing/2014/main" id="{9B798080-3E5E-4011-AB0E-15A5C81E1C06}"/>
              </a:ext>
            </a:extLst>
          </p:cNvPr>
          <p:cNvSpPr>
            <a:spLocks noGrp="1"/>
          </p:cNvSpPr>
          <p:nvPr>
            <p:ph sz="quarter" idx="4" hasCustomPrompt="1"/>
          </p:nvPr>
        </p:nvSpPr>
        <p:spPr>
          <a:xfrm>
            <a:off x="6218134" y="2514601"/>
            <a:ext cx="5516666" cy="350758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6868275B-3C88-F0A2-56B6-003AE47F398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CC6A3A8-53D1-C2EF-3210-E4CA80422B08}"/>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5ACD1B63-72FE-0C9E-9EF7-4AF3431D365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8" name="Rectangle 17">
            <a:extLst>
              <a:ext uri="{FF2B5EF4-FFF2-40B4-BE49-F238E27FC236}">
                <a16:creationId xmlns:a16="http://schemas.microsoft.com/office/drawing/2014/main" id="{15A4B6FB-D719-D3C9-AC20-4FC1599E3F2A}"/>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2" name="Picture 21">
            <a:extLst>
              <a:ext uri="{FF2B5EF4-FFF2-40B4-BE49-F238E27FC236}">
                <a16:creationId xmlns:a16="http://schemas.microsoft.com/office/drawing/2014/main" id="{FC62B28E-0BDF-8515-B2A7-7ECC20169406}"/>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7" name="Slide Number Placeholder 5">
            <a:extLst>
              <a:ext uri="{FF2B5EF4-FFF2-40B4-BE49-F238E27FC236}">
                <a16:creationId xmlns:a16="http://schemas.microsoft.com/office/drawing/2014/main" id="{5E3D3079-D851-B257-667E-B59FC70E3C7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8" name="Date Placeholder 3">
            <a:extLst>
              <a:ext uri="{FF2B5EF4-FFF2-40B4-BE49-F238E27FC236}">
                <a16:creationId xmlns:a16="http://schemas.microsoft.com/office/drawing/2014/main" id="{3614A242-1B0A-B2D4-8D8D-C71807DDAA42}"/>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9" name="Footer Placeholder 4">
            <a:extLst>
              <a:ext uri="{FF2B5EF4-FFF2-40B4-BE49-F238E27FC236}">
                <a16:creationId xmlns:a16="http://schemas.microsoft.com/office/drawing/2014/main" id="{7B7BDC03-DA15-D89E-4C20-254951F707B6}"/>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031740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55167-48D8-484C-995D-B70E4EF07290}"/>
              </a:ext>
            </a:extLst>
          </p:cNvPr>
          <p:cNvSpPr>
            <a:spLocks noGrp="1"/>
          </p:cNvSpPr>
          <p:nvPr>
            <p:ph type="title" hasCustomPrompt="1"/>
          </p:nvPr>
        </p:nvSpPr>
        <p:spPr>
          <a:xfrm>
            <a:off x="457200" y="457200"/>
            <a:ext cx="11261933" cy="1143000"/>
          </a:xfrm>
        </p:spPr>
        <p:txBody>
          <a:bodyPr/>
          <a:lstStyle>
            <a:lvl1pPr algn="ctr">
              <a:lnSpc>
                <a:spcPct val="100000"/>
              </a:lnSpc>
              <a:defRPr/>
            </a:lvl1pPr>
          </a:lstStyle>
          <a:p>
            <a:r>
              <a:rPr lang="en-US" dirty="0"/>
              <a:t>Click to add title</a:t>
            </a:r>
          </a:p>
        </p:txBody>
      </p:sp>
      <p:sp>
        <p:nvSpPr>
          <p:cNvPr id="11" name="Rectangle 10">
            <a:extLst>
              <a:ext uri="{FF2B5EF4-FFF2-40B4-BE49-F238E27FC236}">
                <a16:creationId xmlns:a16="http://schemas.microsoft.com/office/drawing/2014/main" id="{27A5C63C-D34B-FE98-F248-679B7CA7F58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E79832-4F57-EFBB-EDE1-5629E4E250AF}"/>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BD5AA708-0BF2-24B3-26F2-29981F321B6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4" name="Rectangle 13">
            <a:extLst>
              <a:ext uri="{FF2B5EF4-FFF2-40B4-BE49-F238E27FC236}">
                <a16:creationId xmlns:a16="http://schemas.microsoft.com/office/drawing/2014/main" id="{19B085E5-28FF-2098-78AD-3E86D65A767D}"/>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8" name="Picture 17">
            <a:extLst>
              <a:ext uri="{FF2B5EF4-FFF2-40B4-BE49-F238E27FC236}">
                <a16:creationId xmlns:a16="http://schemas.microsoft.com/office/drawing/2014/main" id="{D67F29EF-FC77-9966-5F68-A9E0FB4D7AE4}"/>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3" name="Slide Number Placeholder 5">
            <a:extLst>
              <a:ext uri="{FF2B5EF4-FFF2-40B4-BE49-F238E27FC236}">
                <a16:creationId xmlns:a16="http://schemas.microsoft.com/office/drawing/2014/main" id="{5DAD6ADA-5D62-344E-7910-E0B9AE42BAF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4" name="Date Placeholder 3">
            <a:extLst>
              <a:ext uri="{FF2B5EF4-FFF2-40B4-BE49-F238E27FC236}">
                <a16:creationId xmlns:a16="http://schemas.microsoft.com/office/drawing/2014/main" id="{48918D2E-2114-DF81-6F90-96E71DF2D914}"/>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BE2CF122-BE1F-7021-BEFC-C1B2EBED3FE5}"/>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175845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2" name="Slide Number Placeholder 5">
            <a:extLst>
              <a:ext uri="{FF2B5EF4-FFF2-40B4-BE49-F238E27FC236}">
                <a16:creationId xmlns:a16="http://schemas.microsoft.com/office/drawing/2014/main" id="{469EA53D-8089-84F9-4DC9-82117803FCF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60828DF3-D24D-308E-61FE-CEBC8C2DBD1B}"/>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59DC4D77-2829-ABBD-C2FE-B65622A5E827}"/>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1378137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5DAC-5D95-4CAE-B000-01F3BCC785D1}"/>
              </a:ext>
            </a:extLst>
          </p:cNvPr>
          <p:cNvSpPr>
            <a:spLocks noGrp="1"/>
          </p:cNvSpPr>
          <p:nvPr>
            <p:ph type="title" hasCustomPrompt="1"/>
          </p:nvPr>
        </p:nvSpPr>
        <p:spPr>
          <a:xfrm>
            <a:off x="457200" y="457200"/>
            <a:ext cx="3606800" cy="1302012"/>
          </a:xfrm>
        </p:spPr>
        <p:txBody>
          <a:bodyPr anchor="ctr">
            <a:noAutofit/>
          </a:bodyPr>
          <a:lstStyle>
            <a:lvl1pPr>
              <a:lnSpc>
                <a:spcPct val="100000"/>
              </a:lnSpc>
              <a:defRPr sz="2800"/>
            </a:lvl1pPr>
          </a:lstStyle>
          <a:p>
            <a:r>
              <a:rPr lang="en-US" dirty="0"/>
              <a:t>Click to add title</a:t>
            </a:r>
          </a:p>
        </p:txBody>
      </p:sp>
      <p:sp>
        <p:nvSpPr>
          <p:cNvPr id="3" name="Content Placeholder 2">
            <a:extLst>
              <a:ext uri="{FF2B5EF4-FFF2-40B4-BE49-F238E27FC236}">
                <a16:creationId xmlns:a16="http://schemas.microsoft.com/office/drawing/2014/main" id="{F4C94A82-3A44-4F74-9656-A7FA2B6C2726}"/>
              </a:ext>
            </a:extLst>
          </p:cNvPr>
          <p:cNvSpPr>
            <a:spLocks noGrp="1"/>
          </p:cNvSpPr>
          <p:nvPr>
            <p:ph idx="1" hasCustomPrompt="1"/>
          </p:nvPr>
        </p:nvSpPr>
        <p:spPr>
          <a:xfrm>
            <a:off x="4292600" y="457201"/>
            <a:ext cx="7434366" cy="5403850"/>
          </a:xfrm>
        </p:spPr>
        <p:txBody>
          <a:bodyPr>
            <a:no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on six (6) icons below or add text content here (Paste Special – Unformatted </a:t>
            </a:r>
            <a:r>
              <a:rPr lang="en-US" dirty="0" err="1"/>
              <a:t>ext</a:t>
            </a:r>
            <a:r>
              <a:rPr lang="en-US" dirty="0"/>
              <a: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A2A14B6-91FA-4C49-A8C8-8AF2A5F19E73}"/>
              </a:ext>
            </a:extLst>
          </p:cNvPr>
          <p:cNvSpPr>
            <a:spLocks noGrp="1"/>
          </p:cNvSpPr>
          <p:nvPr>
            <p:ph type="body" sz="half" idx="2" hasCustomPrompt="1"/>
          </p:nvPr>
        </p:nvSpPr>
        <p:spPr>
          <a:xfrm>
            <a:off x="457201" y="1987812"/>
            <a:ext cx="3606800" cy="3881176"/>
          </a:xfrm>
        </p:spPr>
        <p:txBody>
          <a:bodyPr>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content (Paste Special – Unformatted Text).</a:t>
            </a:r>
          </a:p>
        </p:txBody>
      </p:sp>
      <p:sp>
        <p:nvSpPr>
          <p:cNvPr id="13" name="Rectangle 12">
            <a:extLst>
              <a:ext uri="{FF2B5EF4-FFF2-40B4-BE49-F238E27FC236}">
                <a16:creationId xmlns:a16="http://schemas.microsoft.com/office/drawing/2014/main" id="{64584554-3079-F08F-71BB-060A7D5D5424}"/>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D0FAF0-FB41-72EE-F3B0-6D6A674C12BF}"/>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AE938BF7-0154-1DFC-7BA2-A1AAD69B756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9BF35A61-BCCA-196E-6EAF-76B210056F4B}"/>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EE33226D-B66F-CF2B-2196-1425CB8ADEA4}"/>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5" name="Slide Number Placeholder 5">
            <a:extLst>
              <a:ext uri="{FF2B5EF4-FFF2-40B4-BE49-F238E27FC236}">
                <a16:creationId xmlns:a16="http://schemas.microsoft.com/office/drawing/2014/main" id="{62340639-B338-6C6A-C40D-9DAFD482B3F2}"/>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6" name="Date Placeholder 3">
            <a:extLst>
              <a:ext uri="{FF2B5EF4-FFF2-40B4-BE49-F238E27FC236}">
                <a16:creationId xmlns:a16="http://schemas.microsoft.com/office/drawing/2014/main" id="{0D3F9127-B09C-E7BD-DA0C-7F58890C2DA3}"/>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7" name="Footer Placeholder 4">
            <a:extLst>
              <a:ext uri="{FF2B5EF4-FFF2-40B4-BE49-F238E27FC236}">
                <a16:creationId xmlns:a16="http://schemas.microsoft.com/office/drawing/2014/main" id="{3A19CF86-EEE3-0502-4E9D-E35CF2D7D664}"/>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503208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88F79-451A-4009-9133-D541041AEB84}"/>
              </a:ext>
            </a:extLst>
          </p:cNvPr>
          <p:cNvSpPr>
            <a:spLocks noGrp="1"/>
          </p:cNvSpPr>
          <p:nvPr>
            <p:ph type="title" hasCustomPrompt="1"/>
          </p:nvPr>
        </p:nvSpPr>
        <p:spPr>
          <a:xfrm>
            <a:off x="465034" y="457200"/>
            <a:ext cx="4557816" cy="1322962"/>
          </a:xfrm>
        </p:spPr>
        <p:txBody>
          <a:bodyPr anchor="ctr">
            <a:noAutofit/>
          </a:bodyPr>
          <a:lstStyle>
            <a:lvl1pPr>
              <a:lnSpc>
                <a:spcPct val="100000"/>
              </a:lnSpc>
              <a:defRPr sz="2800"/>
            </a:lvl1pPr>
          </a:lstStyle>
          <a:p>
            <a:r>
              <a:rPr lang="en-US" dirty="0"/>
              <a:t>Click to add title</a:t>
            </a:r>
          </a:p>
        </p:txBody>
      </p:sp>
      <p:sp>
        <p:nvSpPr>
          <p:cNvPr id="3" name="Picture Placeholder 2">
            <a:extLst>
              <a:ext uri="{FF2B5EF4-FFF2-40B4-BE49-F238E27FC236}">
                <a16:creationId xmlns:a16="http://schemas.microsoft.com/office/drawing/2014/main" id="{8E5CE3D4-DB93-438D-9D02-ECFECC921D87}"/>
              </a:ext>
            </a:extLst>
          </p:cNvPr>
          <p:cNvSpPr>
            <a:spLocks noGrp="1"/>
          </p:cNvSpPr>
          <p:nvPr>
            <p:ph type="pic" idx="1" hasCustomPrompt="1"/>
          </p:nvPr>
        </p:nvSpPr>
        <p:spPr>
          <a:xfrm>
            <a:off x="5251450" y="457201"/>
            <a:ext cx="6475516" cy="5403850"/>
          </a:xfrm>
        </p:spPr>
        <p:txBody>
          <a:bodyPr>
            <a:normAutofit/>
          </a:bodyPr>
          <a:lstStyle>
            <a:lvl1pPr marL="0" indent="0">
              <a:lnSpc>
                <a:spcPct val="100000"/>
              </a:lnSpc>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dirty="0"/>
              <a:t>Click icon to add picture.</a:t>
            </a:r>
          </a:p>
        </p:txBody>
      </p:sp>
      <p:sp>
        <p:nvSpPr>
          <p:cNvPr id="4" name="Text Placeholder 3">
            <a:extLst>
              <a:ext uri="{FF2B5EF4-FFF2-40B4-BE49-F238E27FC236}">
                <a16:creationId xmlns:a16="http://schemas.microsoft.com/office/drawing/2014/main" id="{36B6080E-7679-4AFC-988F-314BB28E7AEB}"/>
              </a:ext>
            </a:extLst>
          </p:cNvPr>
          <p:cNvSpPr>
            <a:spLocks noGrp="1"/>
          </p:cNvSpPr>
          <p:nvPr>
            <p:ph type="body" sz="half" idx="2" hasCustomPrompt="1"/>
          </p:nvPr>
        </p:nvSpPr>
        <p:spPr>
          <a:xfrm>
            <a:off x="465034" y="2016698"/>
            <a:ext cx="4557816" cy="3852290"/>
          </a:xfrm>
        </p:spPr>
        <p:txBody>
          <a:bodyPr>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content (Paste Special – Unformatted Text).</a:t>
            </a:r>
          </a:p>
        </p:txBody>
      </p:sp>
      <p:sp>
        <p:nvSpPr>
          <p:cNvPr id="13" name="Rectangle 12">
            <a:extLst>
              <a:ext uri="{FF2B5EF4-FFF2-40B4-BE49-F238E27FC236}">
                <a16:creationId xmlns:a16="http://schemas.microsoft.com/office/drawing/2014/main" id="{17E24662-55E4-6C20-ECBD-48A9EACE8808}"/>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FD62719-D189-53F1-1439-7AC46BC48AF2}"/>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5247D8EA-2955-A48F-6253-7F09612C6C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28B1138D-14E6-6D05-1845-93D4CE9E360F}"/>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1C59D944-FF87-407C-4F17-23B6D4797F2C}"/>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5" name="Slide Number Placeholder 5">
            <a:extLst>
              <a:ext uri="{FF2B5EF4-FFF2-40B4-BE49-F238E27FC236}">
                <a16:creationId xmlns:a16="http://schemas.microsoft.com/office/drawing/2014/main" id="{40A6DEDB-C233-8B9C-974B-9905C06B0705}"/>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6" name="Date Placeholder 3">
            <a:extLst>
              <a:ext uri="{FF2B5EF4-FFF2-40B4-BE49-F238E27FC236}">
                <a16:creationId xmlns:a16="http://schemas.microsoft.com/office/drawing/2014/main" id="{3AC5AF8C-A25D-B007-8476-CE8581EB1E2D}"/>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7" name="Footer Placeholder 4">
            <a:extLst>
              <a:ext uri="{FF2B5EF4-FFF2-40B4-BE49-F238E27FC236}">
                <a16:creationId xmlns:a16="http://schemas.microsoft.com/office/drawing/2014/main" id="{402E88B5-AAAD-1CE3-3D34-1A6D22961828}"/>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8482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2C78-FBC6-4C35-9052-2895C15C8F64}"/>
              </a:ext>
            </a:extLst>
          </p:cNvPr>
          <p:cNvSpPr>
            <a:spLocks noGrp="1"/>
          </p:cNvSpPr>
          <p:nvPr>
            <p:ph type="title" hasCustomPrompt="1"/>
          </p:nvPr>
        </p:nvSpPr>
        <p:spPr>
          <a:xfrm>
            <a:off x="1409700" y="457200"/>
            <a:ext cx="9372600" cy="1233488"/>
          </a:xfrm>
        </p:spPr>
        <p:txBody>
          <a:bodyPr>
            <a:noAutofit/>
          </a:bodyPr>
          <a:lstStyle>
            <a:lvl1pPr>
              <a:lnSpc>
                <a:spcPct val="100000"/>
              </a:lnSpc>
              <a:defRPr/>
            </a:lvl1pPr>
          </a:lstStyle>
          <a:p>
            <a:r>
              <a:rPr lang="en-US" dirty="0"/>
              <a:t>Click to add title</a:t>
            </a:r>
          </a:p>
        </p:txBody>
      </p:sp>
      <p:sp>
        <p:nvSpPr>
          <p:cNvPr id="3" name="Vertical Text Placeholder 2">
            <a:extLst>
              <a:ext uri="{FF2B5EF4-FFF2-40B4-BE49-F238E27FC236}">
                <a16:creationId xmlns:a16="http://schemas.microsoft.com/office/drawing/2014/main" id="{2110A02A-1CE4-48D0-88C1-01F73CCCBD59}"/>
              </a:ext>
            </a:extLst>
          </p:cNvPr>
          <p:cNvSpPr>
            <a:spLocks noGrp="1"/>
          </p:cNvSpPr>
          <p:nvPr>
            <p:ph type="body" orient="vert" idx="1" hasCustomPrompt="1"/>
          </p:nvPr>
        </p:nvSpPr>
        <p:spPr/>
        <p:txBody>
          <a:bodyPr vert="eaVert">
            <a:noAutofit/>
          </a:bodyPr>
          <a:lstStyle>
            <a:lvl1pPr>
              <a:defRPr/>
            </a:lvl1pPr>
          </a:lstStyle>
          <a:p>
            <a:pPr lvl="0"/>
            <a:r>
              <a:rPr lang="en-US" dirty="0"/>
              <a:t>Click to add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a:extLst>
              <a:ext uri="{FF2B5EF4-FFF2-40B4-BE49-F238E27FC236}">
                <a16:creationId xmlns:a16="http://schemas.microsoft.com/office/drawing/2014/main" id="{3F1FCD77-8602-7D41-8B9A-91D5D286D787}"/>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FC7A3BF-CF20-3A41-88F9-23CFD85E3BC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A06B363-B32C-B094-3427-F82BD0D834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5" name="Rectangle 14">
            <a:extLst>
              <a:ext uri="{FF2B5EF4-FFF2-40B4-BE49-F238E27FC236}">
                <a16:creationId xmlns:a16="http://schemas.microsoft.com/office/drawing/2014/main" id="{FB728A9C-9FB6-0C76-EB1D-1206A3471BB7}"/>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9" name="Picture 18">
            <a:extLst>
              <a:ext uri="{FF2B5EF4-FFF2-40B4-BE49-F238E27FC236}">
                <a16:creationId xmlns:a16="http://schemas.microsoft.com/office/drawing/2014/main" id="{9B1F503B-1E5A-06CE-17DB-1F7E05A195FE}"/>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4" name="Slide Number Placeholder 5">
            <a:extLst>
              <a:ext uri="{FF2B5EF4-FFF2-40B4-BE49-F238E27FC236}">
                <a16:creationId xmlns:a16="http://schemas.microsoft.com/office/drawing/2014/main" id="{B2BE8134-D42C-4177-E261-9A045BA5FC80}"/>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D922CF19-1B2D-BD22-5095-D90D9A2D5DA9}"/>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D38F9D8D-924F-7F30-E920-15549695BC2F}"/>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44428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1A1871-E3DC-4D86-AB8F-F86507E69AAB}"/>
              </a:ext>
            </a:extLst>
          </p:cNvPr>
          <p:cNvSpPr>
            <a:spLocks noGrp="1"/>
          </p:cNvSpPr>
          <p:nvPr>
            <p:ph type="title" orient="vert" hasCustomPrompt="1"/>
          </p:nvPr>
        </p:nvSpPr>
        <p:spPr>
          <a:xfrm>
            <a:off x="10045700" y="457199"/>
            <a:ext cx="1681266" cy="5719763"/>
          </a:xfrm>
        </p:spPr>
        <p:txBody>
          <a:bodyPr vert="eaVert"/>
          <a:lstStyle>
            <a:lvl1pPr>
              <a:defRPr/>
            </a:lvl1pPr>
          </a:lstStyle>
          <a:p>
            <a:r>
              <a:rPr lang="en-US" dirty="0"/>
              <a:t>Click to add title</a:t>
            </a:r>
          </a:p>
        </p:txBody>
      </p:sp>
      <p:sp>
        <p:nvSpPr>
          <p:cNvPr id="3" name="Vertical Text Placeholder 2">
            <a:extLst>
              <a:ext uri="{FF2B5EF4-FFF2-40B4-BE49-F238E27FC236}">
                <a16:creationId xmlns:a16="http://schemas.microsoft.com/office/drawing/2014/main" id="{D1342906-3002-4C4B-B23A-55CDF75EE23C}"/>
              </a:ext>
            </a:extLst>
          </p:cNvPr>
          <p:cNvSpPr>
            <a:spLocks noGrp="1"/>
          </p:cNvSpPr>
          <p:nvPr>
            <p:ph type="body" orient="vert" idx="1" hasCustomPrompt="1"/>
          </p:nvPr>
        </p:nvSpPr>
        <p:spPr>
          <a:xfrm>
            <a:off x="465034" y="457199"/>
            <a:ext cx="9352066" cy="5719764"/>
          </a:xfrm>
        </p:spPr>
        <p:txBody>
          <a:bodyPr vert="eaVert"/>
          <a:lstStyle>
            <a:lvl1pPr>
              <a:defRPr/>
            </a:lvl1pPr>
          </a:lstStyle>
          <a:p>
            <a:pPr lvl="0"/>
            <a:r>
              <a:rPr lang="en-US" dirty="0"/>
              <a:t>Click to add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a:extLst>
              <a:ext uri="{FF2B5EF4-FFF2-40B4-BE49-F238E27FC236}">
                <a16:creationId xmlns:a16="http://schemas.microsoft.com/office/drawing/2014/main" id="{BF40B034-0076-53DB-8382-394D354DD69F}"/>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168DC6-04BA-3226-24E2-C62185DC81D2}"/>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A440ADF9-C347-7064-EC60-A3D0FDC3B40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5" name="Rectangle 14">
            <a:extLst>
              <a:ext uri="{FF2B5EF4-FFF2-40B4-BE49-F238E27FC236}">
                <a16:creationId xmlns:a16="http://schemas.microsoft.com/office/drawing/2014/main" id="{74CB2B9F-859C-F5E7-4E33-3B5A2DBAC9F5}"/>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9" name="Picture 18">
            <a:extLst>
              <a:ext uri="{FF2B5EF4-FFF2-40B4-BE49-F238E27FC236}">
                <a16:creationId xmlns:a16="http://schemas.microsoft.com/office/drawing/2014/main" id="{B06559A6-DAE2-398E-B680-FB2906C26923}"/>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4" name="Slide Number Placeholder 5">
            <a:extLst>
              <a:ext uri="{FF2B5EF4-FFF2-40B4-BE49-F238E27FC236}">
                <a16:creationId xmlns:a16="http://schemas.microsoft.com/office/drawing/2014/main" id="{2FA55691-BBCE-8076-B691-B5E94E5565C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BF15BE92-3A99-0373-D539-0B576AE2B9A4}"/>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47C37446-79FB-572C-7DCB-0CD811A143BF}"/>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497233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3" name="Picture Placeholder 2">
            <a:extLst>
              <a:ext uri="{FF2B5EF4-FFF2-40B4-BE49-F238E27FC236}">
                <a16:creationId xmlns:a16="http://schemas.microsoft.com/office/drawing/2014/main" id="{CBEC3919-549F-F494-1E48-FD7186AFC6A0}"/>
              </a:ext>
            </a:extLst>
          </p:cNvPr>
          <p:cNvSpPr>
            <a:spLocks noGrp="1"/>
          </p:cNvSpPr>
          <p:nvPr>
            <p:ph type="pic" sz="quarter" idx="13"/>
          </p:nvPr>
        </p:nvSpPr>
        <p:spPr>
          <a:xfrm>
            <a:off x="0" y="136525"/>
            <a:ext cx="12192000" cy="6264275"/>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4" name="Slide Number Placeholder 5">
            <a:extLst>
              <a:ext uri="{FF2B5EF4-FFF2-40B4-BE49-F238E27FC236}">
                <a16:creationId xmlns:a16="http://schemas.microsoft.com/office/drawing/2014/main" id="{FFFB6F98-60FB-F02E-D996-6BDFC47727A4}"/>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44A613E0-60FF-15CE-4F46-1BF54A34C30D}"/>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B1ED0E2D-2479-F2D1-2CBD-72AE129096FA}"/>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931349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Galler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799B7-956F-8F8E-A6D0-1086CBDD725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E199EF-0720-7A66-5E98-DFB13B74FC5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9B9C7F0A-DC27-EC72-9605-CB9320CDF0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9" name="Rectangle 8">
            <a:extLst>
              <a:ext uri="{FF2B5EF4-FFF2-40B4-BE49-F238E27FC236}">
                <a16:creationId xmlns:a16="http://schemas.microsoft.com/office/drawing/2014/main" id="{6BB01B18-168E-A511-EEE3-DEF0D754698E}"/>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3" name="Picture 12">
            <a:extLst>
              <a:ext uri="{FF2B5EF4-FFF2-40B4-BE49-F238E27FC236}">
                <a16:creationId xmlns:a16="http://schemas.microsoft.com/office/drawing/2014/main" id="{A808C6C4-490A-6565-2C66-8D2D2A5DAC95}"/>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5" name="Picture Placeholder 14">
            <a:extLst>
              <a:ext uri="{FF2B5EF4-FFF2-40B4-BE49-F238E27FC236}">
                <a16:creationId xmlns:a16="http://schemas.microsoft.com/office/drawing/2014/main" id="{3450A3E7-E00B-4CCA-F357-C95EBEB82E33}"/>
              </a:ext>
            </a:extLst>
          </p:cNvPr>
          <p:cNvSpPr>
            <a:spLocks noGrp="1"/>
          </p:cNvSpPr>
          <p:nvPr>
            <p:ph type="pic" sz="quarter" idx="13"/>
          </p:nvPr>
        </p:nvSpPr>
        <p:spPr>
          <a:xfrm>
            <a:off x="457200" y="457200"/>
            <a:ext cx="3606800" cy="1768475"/>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6" name="Picture Placeholder 14">
            <a:extLst>
              <a:ext uri="{FF2B5EF4-FFF2-40B4-BE49-F238E27FC236}">
                <a16:creationId xmlns:a16="http://schemas.microsoft.com/office/drawing/2014/main" id="{2857C626-DF9D-E7AB-3AFA-05345F21F349}"/>
              </a:ext>
            </a:extLst>
          </p:cNvPr>
          <p:cNvSpPr>
            <a:spLocks noGrp="1"/>
          </p:cNvSpPr>
          <p:nvPr>
            <p:ph type="pic" sz="quarter" idx="14"/>
          </p:nvPr>
        </p:nvSpPr>
        <p:spPr>
          <a:xfrm>
            <a:off x="4296743" y="457199"/>
            <a:ext cx="2675557" cy="1768475"/>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7" name="Picture Placeholder 14">
            <a:extLst>
              <a:ext uri="{FF2B5EF4-FFF2-40B4-BE49-F238E27FC236}">
                <a16:creationId xmlns:a16="http://schemas.microsoft.com/office/drawing/2014/main" id="{C5924014-CAF7-9BFC-4601-77B60022CFC0}"/>
              </a:ext>
            </a:extLst>
          </p:cNvPr>
          <p:cNvSpPr>
            <a:spLocks noGrp="1"/>
          </p:cNvSpPr>
          <p:nvPr>
            <p:ph type="pic" sz="quarter" idx="15"/>
          </p:nvPr>
        </p:nvSpPr>
        <p:spPr>
          <a:xfrm>
            <a:off x="7175500" y="457199"/>
            <a:ext cx="4559300" cy="5596358"/>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8" name="Picture Placeholder 14">
            <a:extLst>
              <a:ext uri="{FF2B5EF4-FFF2-40B4-BE49-F238E27FC236}">
                <a16:creationId xmlns:a16="http://schemas.microsoft.com/office/drawing/2014/main" id="{934FF787-DC80-3156-D3BD-019FBF50A8CD}"/>
              </a:ext>
            </a:extLst>
          </p:cNvPr>
          <p:cNvSpPr>
            <a:spLocks noGrp="1"/>
          </p:cNvSpPr>
          <p:nvPr>
            <p:ph type="pic" sz="quarter" idx="16"/>
          </p:nvPr>
        </p:nvSpPr>
        <p:spPr>
          <a:xfrm>
            <a:off x="465033" y="2454274"/>
            <a:ext cx="1681267" cy="1670466"/>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9" name="Picture Placeholder 14">
            <a:extLst>
              <a:ext uri="{FF2B5EF4-FFF2-40B4-BE49-F238E27FC236}">
                <a16:creationId xmlns:a16="http://schemas.microsoft.com/office/drawing/2014/main" id="{CFA82F61-AF57-E84A-750C-45638A2196FF}"/>
              </a:ext>
            </a:extLst>
          </p:cNvPr>
          <p:cNvSpPr>
            <a:spLocks noGrp="1"/>
          </p:cNvSpPr>
          <p:nvPr>
            <p:ph type="pic" sz="quarter" idx="17"/>
          </p:nvPr>
        </p:nvSpPr>
        <p:spPr>
          <a:xfrm>
            <a:off x="2385494" y="2454274"/>
            <a:ext cx="1681267" cy="1670466"/>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0" name="Picture Placeholder 14">
            <a:extLst>
              <a:ext uri="{FF2B5EF4-FFF2-40B4-BE49-F238E27FC236}">
                <a16:creationId xmlns:a16="http://schemas.microsoft.com/office/drawing/2014/main" id="{D986500E-3699-D3B6-3DA3-B0299ABE50FB}"/>
              </a:ext>
            </a:extLst>
          </p:cNvPr>
          <p:cNvSpPr>
            <a:spLocks noGrp="1"/>
          </p:cNvSpPr>
          <p:nvPr>
            <p:ph type="pic" sz="quarter" idx="18"/>
          </p:nvPr>
        </p:nvSpPr>
        <p:spPr>
          <a:xfrm>
            <a:off x="454439" y="4353339"/>
            <a:ext cx="1681267" cy="1700219"/>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1" name="Picture Placeholder 14">
            <a:extLst>
              <a:ext uri="{FF2B5EF4-FFF2-40B4-BE49-F238E27FC236}">
                <a16:creationId xmlns:a16="http://schemas.microsoft.com/office/drawing/2014/main" id="{D8792BD5-F572-13A0-BA6C-BCB139EF9FAF}"/>
              </a:ext>
            </a:extLst>
          </p:cNvPr>
          <p:cNvSpPr>
            <a:spLocks noGrp="1"/>
          </p:cNvSpPr>
          <p:nvPr>
            <p:ph type="pic" sz="quarter" idx="19"/>
          </p:nvPr>
        </p:nvSpPr>
        <p:spPr>
          <a:xfrm>
            <a:off x="2374900" y="4353338"/>
            <a:ext cx="1681267" cy="1700219"/>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2" name="Picture Placeholder 14">
            <a:extLst>
              <a:ext uri="{FF2B5EF4-FFF2-40B4-BE49-F238E27FC236}">
                <a16:creationId xmlns:a16="http://schemas.microsoft.com/office/drawing/2014/main" id="{63577AAA-8D0D-60BB-5F18-56705AE3B7DE}"/>
              </a:ext>
            </a:extLst>
          </p:cNvPr>
          <p:cNvSpPr>
            <a:spLocks noGrp="1"/>
          </p:cNvSpPr>
          <p:nvPr>
            <p:ph type="pic" sz="quarter" idx="20"/>
          </p:nvPr>
        </p:nvSpPr>
        <p:spPr>
          <a:xfrm>
            <a:off x="4290117" y="2454274"/>
            <a:ext cx="2682183" cy="3599283"/>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Slide Number Placeholder 5">
            <a:extLst>
              <a:ext uri="{FF2B5EF4-FFF2-40B4-BE49-F238E27FC236}">
                <a16:creationId xmlns:a16="http://schemas.microsoft.com/office/drawing/2014/main" id="{AE608273-8F15-BEF6-D0A4-45FCC4236B3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1D546E59-2FA9-0BAD-FCA6-A890382CE53A}"/>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27DA3D65-0672-4492-51B0-37F283A8486B}"/>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492894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Columns – Photo Galler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799B7-956F-8F8E-A6D0-1086CBDD725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E199EF-0720-7A66-5E98-DFB13B74FC5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9B9C7F0A-DC27-EC72-9605-CB9320CDF0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9" name="Rectangle 8">
            <a:extLst>
              <a:ext uri="{FF2B5EF4-FFF2-40B4-BE49-F238E27FC236}">
                <a16:creationId xmlns:a16="http://schemas.microsoft.com/office/drawing/2014/main" id="{6BB01B18-168E-A511-EEE3-DEF0D754698E}"/>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3" name="Picture 12">
            <a:extLst>
              <a:ext uri="{FF2B5EF4-FFF2-40B4-BE49-F238E27FC236}">
                <a16:creationId xmlns:a16="http://schemas.microsoft.com/office/drawing/2014/main" id="{A808C6C4-490A-6565-2C66-8D2D2A5DAC95}"/>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5" name="Picture Placeholder 14">
            <a:extLst>
              <a:ext uri="{FF2B5EF4-FFF2-40B4-BE49-F238E27FC236}">
                <a16:creationId xmlns:a16="http://schemas.microsoft.com/office/drawing/2014/main" id="{3450A3E7-E00B-4CCA-F357-C95EBEB82E33}"/>
              </a:ext>
            </a:extLst>
          </p:cNvPr>
          <p:cNvSpPr>
            <a:spLocks noGrp="1"/>
          </p:cNvSpPr>
          <p:nvPr>
            <p:ph type="pic" sz="quarter" idx="13"/>
          </p:nvPr>
        </p:nvSpPr>
        <p:spPr>
          <a:xfrm>
            <a:off x="0" y="135756"/>
            <a:ext cx="561975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7" name="Picture Placeholder 14">
            <a:extLst>
              <a:ext uri="{FF2B5EF4-FFF2-40B4-BE49-F238E27FC236}">
                <a16:creationId xmlns:a16="http://schemas.microsoft.com/office/drawing/2014/main" id="{C5924014-CAF7-9BFC-4601-77B60022CFC0}"/>
              </a:ext>
            </a:extLst>
          </p:cNvPr>
          <p:cNvSpPr>
            <a:spLocks noGrp="1"/>
          </p:cNvSpPr>
          <p:nvPr>
            <p:ph type="pic" sz="quarter" idx="15"/>
          </p:nvPr>
        </p:nvSpPr>
        <p:spPr>
          <a:xfrm>
            <a:off x="5619750" y="137158"/>
            <a:ext cx="6572250" cy="6263642"/>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Slide Number Placeholder 5">
            <a:extLst>
              <a:ext uri="{FF2B5EF4-FFF2-40B4-BE49-F238E27FC236}">
                <a16:creationId xmlns:a16="http://schemas.microsoft.com/office/drawing/2014/main" id="{6BD0C482-8E97-9661-A2FE-6F945FBC721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BA924023-DC84-EA06-8EF6-F504B5A6D5D6}"/>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7522EB88-C5EC-E0A5-377A-92D98D9796B0}"/>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360683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Columns – Photo Gallery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799B7-956F-8F8E-A6D0-1086CBDD725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E199EF-0720-7A66-5E98-DFB13B74FC5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9B9C7F0A-DC27-EC72-9605-CB9320CDF0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9" name="Rectangle 8">
            <a:extLst>
              <a:ext uri="{FF2B5EF4-FFF2-40B4-BE49-F238E27FC236}">
                <a16:creationId xmlns:a16="http://schemas.microsoft.com/office/drawing/2014/main" id="{6BB01B18-168E-A511-EEE3-DEF0D754698E}"/>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3" name="Picture 12">
            <a:extLst>
              <a:ext uri="{FF2B5EF4-FFF2-40B4-BE49-F238E27FC236}">
                <a16:creationId xmlns:a16="http://schemas.microsoft.com/office/drawing/2014/main" id="{A808C6C4-490A-6565-2C66-8D2D2A5DAC95}"/>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5" name="Picture Placeholder 14">
            <a:extLst>
              <a:ext uri="{FF2B5EF4-FFF2-40B4-BE49-F238E27FC236}">
                <a16:creationId xmlns:a16="http://schemas.microsoft.com/office/drawing/2014/main" id="{3450A3E7-E00B-4CCA-F357-C95EBEB82E33}"/>
              </a:ext>
            </a:extLst>
          </p:cNvPr>
          <p:cNvSpPr>
            <a:spLocks noGrp="1"/>
          </p:cNvSpPr>
          <p:nvPr>
            <p:ph type="pic" sz="quarter" idx="13"/>
          </p:nvPr>
        </p:nvSpPr>
        <p:spPr>
          <a:xfrm>
            <a:off x="0" y="135756"/>
            <a:ext cx="311150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Picture Placeholder 14">
            <a:extLst>
              <a:ext uri="{FF2B5EF4-FFF2-40B4-BE49-F238E27FC236}">
                <a16:creationId xmlns:a16="http://schemas.microsoft.com/office/drawing/2014/main" id="{B985741E-0695-2E3E-97A1-5EFA37AD0550}"/>
              </a:ext>
            </a:extLst>
          </p:cNvPr>
          <p:cNvSpPr>
            <a:spLocks noGrp="1"/>
          </p:cNvSpPr>
          <p:nvPr>
            <p:ph type="pic" sz="quarter" idx="14"/>
          </p:nvPr>
        </p:nvSpPr>
        <p:spPr>
          <a:xfrm>
            <a:off x="3111500" y="135756"/>
            <a:ext cx="3098799"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3" name="Picture Placeholder 14">
            <a:extLst>
              <a:ext uri="{FF2B5EF4-FFF2-40B4-BE49-F238E27FC236}">
                <a16:creationId xmlns:a16="http://schemas.microsoft.com/office/drawing/2014/main" id="{09B6E876-DAE9-4045-ED49-71E5F90B14F7}"/>
              </a:ext>
            </a:extLst>
          </p:cNvPr>
          <p:cNvSpPr>
            <a:spLocks noGrp="1"/>
          </p:cNvSpPr>
          <p:nvPr>
            <p:ph type="pic" sz="quarter" idx="15"/>
          </p:nvPr>
        </p:nvSpPr>
        <p:spPr>
          <a:xfrm>
            <a:off x="6210300" y="135756"/>
            <a:ext cx="312420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4" name="Picture Placeholder 14">
            <a:extLst>
              <a:ext uri="{FF2B5EF4-FFF2-40B4-BE49-F238E27FC236}">
                <a16:creationId xmlns:a16="http://schemas.microsoft.com/office/drawing/2014/main" id="{A9703F14-6248-3D37-81B7-D2A41BA31A37}"/>
              </a:ext>
            </a:extLst>
          </p:cNvPr>
          <p:cNvSpPr>
            <a:spLocks noGrp="1"/>
          </p:cNvSpPr>
          <p:nvPr>
            <p:ph type="pic" sz="quarter" idx="16"/>
          </p:nvPr>
        </p:nvSpPr>
        <p:spPr>
          <a:xfrm>
            <a:off x="9334500" y="135756"/>
            <a:ext cx="285750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5" name="Slide Number Placeholder 5">
            <a:extLst>
              <a:ext uri="{FF2B5EF4-FFF2-40B4-BE49-F238E27FC236}">
                <a16:creationId xmlns:a16="http://schemas.microsoft.com/office/drawing/2014/main" id="{97EBB35F-0F93-1F0D-D4F4-FB9C648BBF17}"/>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4" name="Date Placeholder 3">
            <a:extLst>
              <a:ext uri="{FF2B5EF4-FFF2-40B4-BE49-F238E27FC236}">
                <a16:creationId xmlns:a16="http://schemas.microsoft.com/office/drawing/2014/main" id="{09DEA1D0-5FB2-2C63-4E09-09E2322E5C9B}"/>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16" name="Footer Placeholder 4">
            <a:extLst>
              <a:ext uri="{FF2B5EF4-FFF2-40B4-BE49-F238E27FC236}">
                <a16:creationId xmlns:a16="http://schemas.microsoft.com/office/drawing/2014/main" id="{43D2DFDC-39C9-F066-5E0B-C4D8D3475DD1}"/>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4733688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 Mileston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8" name="Slide Number Placeholder 5">
            <a:extLst>
              <a:ext uri="{FF2B5EF4-FFF2-40B4-BE49-F238E27FC236}">
                <a16:creationId xmlns:a16="http://schemas.microsoft.com/office/drawing/2014/main" id="{D735D524-4E1A-01C1-6161-94CA241DF48D}"/>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9" name="Date Placeholder 3">
            <a:extLst>
              <a:ext uri="{FF2B5EF4-FFF2-40B4-BE49-F238E27FC236}">
                <a16:creationId xmlns:a16="http://schemas.microsoft.com/office/drawing/2014/main" id="{DACC300C-FAD7-3549-67F4-FCF344B7FF27}"/>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0" name="Footer Placeholder 4">
            <a:extLst>
              <a:ext uri="{FF2B5EF4-FFF2-40B4-BE49-F238E27FC236}">
                <a16:creationId xmlns:a16="http://schemas.microsoft.com/office/drawing/2014/main" id="{547F803D-1EF4-9E0C-A4A2-D687ED14707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pic>
        <p:nvPicPr>
          <p:cNvPr id="14" name="Graphic 13">
            <a:extLst>
              <a:ext uri="{FF2B5EF4-FFF2-40B4-BE49-F238E27FC236}">
                <a16:creationId xmlns:a16="http://schemas.microsoft.com/office/drawing/2014/main" id="{A59D121A-7CDD-4AA1-6502-832E9E26C48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751503" y="2439296"/>
            <a:ext cx="2295793" cy="284995"/>
          </a:xfrm>
          <a:prstGeom prst="rect">
            <a:avLst/>
          </a:prstGeom>
        </p:spPr>
      </p:pic>
      <p:pic>
        <p:nvPicPr>
          <p:cNvPr id="15" name="Graphic 14">
            <a:extLst>
              <a:ext uri="{FF2B5EF4-FFF2-40B4-BE49-F238E27FC236}">
                <a16:creationId xmlns:a16="http://schemas.microsoft.com/office/drawing/2014/main" id="{48101ADE-3572-2FB6-B261-589BBEC3124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916103" y="2439296"/>
            <a:ext cx="2295793" cy="284995"/>
          </a:xfrm>
          <a:prstGeom prst="rect">
            <a:avLst/>
          </a:prstGeom>
        </p:spPr>
      </p:pic>
      <p:sp>
        <p:nvSpPr>
          <p:cNvPr id="8" name="Picture Placeholder 6">
            <a:extLst>
              <a:ext uri="{FF2B5EF4-FFF2-40B4-BE49-F238E27FC236}">
                <a16:creationId xmlns:a16="http://schemas.microsoft.com/office/drawing/2014/main" id="{B9B19902-6CCB-FC62-C8DC-12EDBD6F8FB2}"/>
              </a:ext>
            </a:extLst>
          </p:cNvPr>
          <p:cNvSpPr>
            <a:spLocks noGrp="1"/>
          </p:cNvSpPr>
          <p:nvPr>
            <p:ph type="pic" sz="quarter" idx="14"/>
          </p:nvPr>
        </p:nvSpPr>
        <p:spPr>
          <a:xfrm>
            <a:off x="528066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9" name="Picture Placeholder 6">
            <a:extLst>
              <a:ext uri="{FF2B5EF4-FFF2-40B4-BE49-F238E27FC236}">
                <a16:creationId xmlns:a16="http://schemas.microsoft.com/office/drawing/2014/main" id="{FEE1DEF9-85F9-F0E1-4A3F-6E387679E9C0}"/>
              </a:ext>
            </a:extLst>
          </p:cNvPr>
          <p:cNvSpPr>
            <a:spLocks noGrp="1"/>
          </p:cNvSpPr>
          <p:nvPr>
            <p:ph type="pic" sz="quarter" idx="15"/>
          </p:nvPr>
        </p:nvSpPr>
        <p:spPr>
          <a:xfrm>
            <a:off x="911606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7" name="Picture Placeholder 6">
            <a:extLst>
              <a:ext uri="{FF2B5EF4-FFF2-40B4-BE49-F238E27FC236}">
                <a16:creationId xmlns:a16="http://schemas.microsoft.com/office/drawing/2014/main" id="{154C9E14-50A2-D0DC-E0B2-FC5D7072AA21}"/>
              </a:ext>
            </a:extLst>
          </p:cNvPr>
          <p:cNvSpPr>
            <a:spLocks noGrp="1"/>
          </p:cNvSpPr>
          <p:nvPr>
            <p:ph type="pic" sz="quarter" idx="13"/>
          </p:nvPr>
        </p:nvSpPr>
        <p:spPr>
          <a:xfrm>
            <a:off x="144272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Tree>
    <p:extLst>
      <p:ext uri="{BB962C8B-B14F-4D97-AF65-F5344CB8AC3E}">
        <p14:creationId xmlns:p14="http://schemas.microsoft.com/office/powerpoint/2010/main" val="36448408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 Milestone">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BD03EAD9-8192-0A40-EC71-9930F76C8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175500" y="2455095"/>
            <a:ext cx="2295793" cy="284995"/>
          </a:xfrm>
          <a:prstGeom prst="rect">
            <a:avLst/>
          </a:prstGeom>
        </p:spPr>
      </p:pic>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6"/>
          <a:stretch>
            <a:fillRect/>
          </a:stretch>
        </p:blipFill>
        <p:spPr>
          <a:xfrm>
            <a:off x="465033" y="6541227"/>
            <a:ext cx="1681267" cy="181017"/>
          </a:xfrm>
          <a:prstGeom prst="rect">
            <a:avLst/>
          </a:prstGeom>
        </p:spPr>
      </p:pic>
      <p:sp>
        <p:nvSpPr>
          <p:cNvPr id="18" name="Slide Number Placeholder 5">
            <a:extLst>
              <a:ext uri="{FF2B5EF4-FFF2-40B4-BE49-F238E27FC236}">
                <a16:creationId xmlns:a16="http://schemas.microsoft.com/office/drawing/2014/main" id="{D735D524-4E1A-01C1-6161-94CA241DF48D}"/>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9" name="Date Placeholder 3">
            <a:extLst>
              <a:ext uri="{FF2B5EF4-FFF2-40B4-BE49-F238E27FC236}">
                <a16:creationId xmlns:a16="http://schemas.microsoft.com/office/drawing/2014/main" id="{DACC300C-FAD7-3549-67F4-FCF344B7FF27}"/>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0" name="Footer Placeholder 4">
            <a:extLst>
              <a:ext uri="{FF2B5EF4-FFF2-40B4-BE49-F238E27FC236}">
                <a16:creationId xmlns:a16="http://schemas.microsoft.com/office/drawing/2014/main" id="{547F803D-1EF4-9E0C-A4A2-D687ED14707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pic>
        <p:nvPicPr>
          <p:cNvPr id="14" name="Graphic 13">
            <a:extLst>
              <a:ext uri="{FF2B5EF4-FFF2-40B4-BE49-F238E27FC236}">
                <a16:creationId xmlns:a16="http://schemas.microsoft.com/office/drawing/2014/main" id="{A59D121A-7CDD-4AA1-6502-832E9E26C4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5374" y="2459006"/>
            <a:ext cx="2295793" cy="284995"/>
          </a:xfrm>
          <a:prstGeom prst="rect">
            <a:avLst/>
          </a:prstGeom>
        </p:spPr>
      </p:pic>
      <p:pic>
        <p:nvPicPr>
          <p:cNvPr id="15" name="Graphic 14">
            <a:extLst>
              <a:ext uri="{FF2B5EF4-FFF2-40B4-BE49-F238E27FC236}">
                <a16:creationId xmlns:a16="http://schemas.microsoft.com/office/drawing/2014/main" id="{48101ADE-3572-2FB6-B261-589BBEC312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45168" y="2439110"/>
            <a:ext cx="2295793" cy="284995"/>
          </a:xfrm>
          <a:prstGeom prst="rect">
            <a:avLst/>
          </a:prstGeom>
        </p:spPr>
      </p:pic>
      <p:sp>
        <p:nvSpPr>
          <p:cNvPr id="8" name="Picture Placeholder 6">
            <a:extLst>
              <a:ext uri="{FF2B5EF4-FFF2-40B4-BE49-F238E27FC236}">
                <a16:creationId xmlns:a16="http://schemas.microsoft.com/office/drawing/2014/main" id="{B9B19902-6CCB-FC62-C8DC-12EDBD6F8FB2}"/>
              </a:ext>
            </a:extLst>
          </p:cNvPr>
          <p:cNvSpPr>
            <a:spLocks noGrp="1"/>
          </p:cNvSpPr>
          <p:nvPr>
            <p:ph type="pic" sz="quarter" idx="14"/>
          </p:nvPr>
        </p:nvSpPr>
        <p:spPr>
          <a:xfrm>
            <a:off x="3815078" y="1735972"/>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9" name="Picture Placeholder 6">
            <a:extLst>
              <a:ext uri="{FF2B5EF4-FFF2-40B4-BE49-F238E27FC236}">
                <a16:creationId xmlns:a16="http://schemas.microsoft.com/office/drawing/2014/main" id="{FEE1DEF9-85F9-F0E1-4A3F-6E387679E9C0}"/>
              </a:ext>
            </a:extLst>
          </p:cNvPr>
          <p:cNvSpPr>
            <a:spLocks noGrp="1"/>
          </p:cNvSpPr>
          <p:nvPr>
            <p:ph type="pic" sz="quarter" idx="15"/>
          </p:nvPr>
        </p:nvSpPr>
        <p:spPr>
          <a:xfrm>
            <a:off x="9541617" y="1739448"/>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7" name="Picture Placeholder 6">
            <a:extLst>
              <a:ext uri="{FF2B5EF4-FFF2-40B4-BE49-F238E27FC236}">
                <a16:creationId xmlns:a16="http://schemas.microsoft.com/office/drawing/2014/main" id="{154C9E14-50A2-D0DC-E0B2-FC5D7072AA21}"/>
              </a:ext>
            </a:extLst>
          </p:cNvPr>
          <p:cNvSpPr>
            <a:spLocks noGrp="1"/>
          </p:cNvSpPr>
          <p:nvPr>
            <p:ph type="pic" sz="quarter" idx="13"/>
          </p:nvPr>
        </p:nvSpPr>
        <p:spPr>
          <a:xfrm>
            <a:off x="1032770" y="1735972"/>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Picture Placeholder 6">
            <a:extLst>
              <a:ext uri="{FF2B5EF4-FFF2-40B4-BE49-F238E27FC236}">
                <a16:creationId xmlns:a16="http://schemas.microsoft.com/office/drawing/2014/main" id="{8B7107F3-6464-30B8-F018-5D57A9A70335}"/>
              </a:ext>
            </a:extLst>
          </p:cNvPr>
          <p:cNvSpPr>
            <a:spLocks noGrp="1"/>
          </p:cNvSpPr>
          <p:nvPr>
            <p:ph type="pic" sz="quarter" idx="16"/>
          </p:nvPr>
        </p:nvSpPr>
        <p:spPr>
          <a:xfrm>
            <a:off x="6685284" y="1735972"/>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Tree>
    <p:extLst>
      <p:ext uri="{BB962C8B-B14F-4D97-AF65-F5344CB8AC3E}">
        <p14:creationId xmlns:p14="http://schemas.microsoft.com/office/powerpoint/2010/main" val="2062261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 – Milestone">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660F1517-FC1F-8F5E-2904-D9677FD60D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67955" y="2441448"/>
            <a:ext cx="1023620" cy="283464"/>
          </a:xfrm>
          <a:prstGeom prst="rect">
            <a:avLst/>
          </a:prstGeom>
        </p:spPr>
      </p:pic>
      <p:pic>
        <p:nvPicPr>
          <p:cNvPr id="16" name="Graphic 15">
            <a:extLst>
              <a:ext uri="{FF2B5EF4-FFF2-40B4-BE49-F238E27FC236}">
                <a16:creationId xmlns:a16="http://schemas.microsoft.com/office/drawing/2014/main" id="{038138DF-C38E-BA90-AF76-973AEE9550F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29642" y="2441448"/>
            <a:ext cx="1023620" cy="283464"/>
          </a:xfrm>
          <a:prstGeom prst="rect">
            <a:avLst/>
          </a:prstGeom>
        </p:spPr>
      </p:pic>
      <p:pic>
        <p:nvPicPr>
          <p:cNvPr id="21" name="Graphic 20">
            <a:extLst>
              <a:ext uri="{FF2B5EF4-FFF2-40B4-BE49-F238E27FC236}">
                <a16:creationId xmlns:a16="http://schemas.microsoft.com/office/drawing/2014/main" id="{72FDB2AD-74BE-CF30-463A-4859278014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63465" y="2441448"/>
            <a:ext cx="1023620" cy="283464"/>
          </a:xfrm>
          <a:prstGeom prst="rect">
            <a:avLst/>
          </a:prstGeom>
        </p:spPr>
      </p:pic>
      <p:pic>
        <p:nvPicPr>
          <p:cNvPr id="14" name="Graphic 13">
            <a:extLst>
              <a:ext uri="{FF2B5EF4-FFF2-40B4-BE49-F238E27FC236}">
                <a16:creationId xmlns:a16="http://schemas.microsoft.com/office/drawing/2014/main" id="{70C03EA6-4030-9A84-B8D8-4DF99E7F27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0200" y="2441448"/>
            <a:ext cx="1023620" cy="283464"/>
          </a:xfrm>
          <a:prstGeom prst="rect">
            <a:avLst/>
          </a:prstGeom>
        </p:spPr>
      </p:pic>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6"/>
          <a:stretch>
            <a:fillRect/>
          </a:stretch>
        </p:blipFill>
        <p:spPr>
          <a:xfrm>
            <a:off x="465033" y="6541227"/>
            <a:ext cx="1681267" cy="181017"/>
          </a:xfrm>
          <a:prstGeom prst="rect">
            <a:avLst/>
          </a:prstGeom>
        </p:spPr>
      </p:pic>
      <p:sp>
        <p:nvSpPr>
          <p:cNvPr id="18" name="Slide Number Placeholder 5">
            <a:extLst>
              <a:ext uri="{FF2B5EF4-FFF2-40B4-BE49-F238E27FC236}">
                <a16:creationId xmlns:a16="http://schemas.microsoft.com/office/drawing/2014/main" id="{D735D524-4E1A-01C1-6161-94CA241DF48D}"/>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9" name="Date Placeholder 3">
            <a:extLst>
              <a:ext uri="{FF2B5EF4-FFF2-40B4-BE49-F238E27FC236}">
                <a16:creationId xmlns:a16="http://schemas.microsoft.com/office/drawing/2014/main" id="{DACC300C-FAD7-3549-67F4-FCF344B7FF27}"/>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0" name="Footer Placeholder 4">
            <a:extLst>
              <a:ext uri="{FF2B5EF4-FFF2-40B4-BE49-F238E27FC236}">
                <a16:creationId xmlns:a16="http://schemas.microsoft.com/office/drawing/2014/main" id="{547F803D-1EF4-9E0C-A4A2-D687ED14707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
        <p:nvSpPr>
          <p:cNvPr id="8" name="Picture Placeholder 6">
            <a:extLst>
              <a:ext uri="{FF2B5EF4-FFF2-40B4-BE49-F238E27FC236}">
                <a16:creationId xmlns:a16="http://schemas.microsoft.com/office/drawing/2014/main" id="{B9B19902-6CCB-FC62-C8DC-12EDBD6F8FB2}"/>
              </a:ext>
            </a:extLst>
          </p:cNvPr>
          <p:cNvSpPr>
            <a:spLocks noGrp="1"/>
          </p:cNvSpPr>
          <p:nvPr>
            <p:ph type="pic" sz="quarter" idx="14"/>
          </p:nvPr>
        </p:nvSpPr>
        <p:spPr>
          <a:xfrm>
            <a:off x="2888125"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9" name="Picture Placeholder 6">
            <a:extLst>
              <a:ext uri="{FF2B5EF4-FFF2-40B4-BE49-F238E27FC236}">
                <a16:creationId xmlns:a16="http://schemas.microsoft.com/office/drawing/2014/main" id="{FEE1DEF9-85F9-F0E1-4A3F-6E387679E9C0}"/>
              </a:ext>
            </a:extLst>
          </p:cNvPr>
          <p:cNvSpPr>
            <a:spLocks noGrp="1"/>
          </p:cNvSpPr>
          <p:nvPr>
            <p:ph type="pic" sz="quarter" idx="15"/>
          </p:nvPr>
        </p:nvSpPr>
        <p:spPr>
          <a:xfrm>
            <a:off x="7383635"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7" name="Picture Placeholder 6">
            <a:extLst>
              <a:ext uri="{FF2B5EF4-FFF2-40B4-BE49-F238E27FC236}">
                <a16:creationId xmlns:a16="http://schemas.microsoft.com/office/drawing/2014/main" id="{154C9E14-50A2-D0DC-E0B2-FC5D7072AA21}"/>
              </a:ext>
            </a:extLst>
          </p:cNvPr>
          <p:cNvSpPr>
            <a:spLocks noGrp="1"/>
          </p:cNvSpPr>
          <p:nvPr>
            <p:ph type="pic" sz="quarter" idx="13"/>
          </p:nvPr>
        </p:nvSpPr>
        <p:spPr>
          <a:xfrm>
            <a:off x="64037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Picture Placeholder 6">
            <a:extLst>
              <a:ext uri="{FF2B5EF4-FFF2-40B4-BE49-F238E27FC236}">
                <a16:creationId xmlns:a16="http://schemas.microsoft.com/office/drawing/2014/main" id="{8B7107F3-6464-30B8-F018-5D57A9A70335}"/>
              </a:ext>
            </a:extLst>
          </p:cNvPr>
          <p:cNvSpPr>
            <a:spLocks noGrp="1"/>
          </p:cNvSpPr>
          <p:nvPr>
            <p:ph type="pic" sz="quarter" idx="16"/>
          </p:nvPr>
        </p:nvSpPr>
        <p:spPr>
          <a:xfrm>
            <a:off x="513588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3" name="Picture Placeholder 6">
            <a:extLst>
              <a:ext uri="{FF2B5EF4-FFF2-40B4-BE49-F238E27FC236}">
                <a16:creationId xmlns:a16="http://schemas.microsoft.com/office/drawing/2014/main" id="{4DCBA207-2BE8-4691-9DD3-4E6135E1C2EF}"/>
              </a:ext>
            </a:extLst>
          </p:cNvPr>
          <p:cNvSpPr>
            <a:spLocks noGrp="1"/>
          </p:cNvSpPr>
          <p:nvPr>
            <p:ph type="pic" sz="quarter" idx="17"/>
          </p:nvPr>
        </p:nvSpPr>
        <p:spPr>
          <a:xfrm>
            <a:off x="9631389"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Tree>
    <p:extLst>
      <p:ext uri="{BB962C8B-B14F-4D97-AF65-F5344CB8AC3E}">
        <p14:creationId xmlns:p14="http://schemas.microsoft.com/office/powerpoint/2010/main" val="14938398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2" name="Slide Number Placeholder 5">
            <a:extLst>
              <a:ext uri="{FF2B5EF4-FFF2-40B4-BE49-F238E27FC236}">
                <a16:creationId xmlns:a16="http://schemas.microsoft.com/office/drawing/2014/main" id="{469EA53D-8089-84F9-4DC9-82117803FCF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60828DF3-D24D-308E-61FE-CEBC8C2DBD1B}"/>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59DC4D77-2829-ABBD-C2FE-B65622A5E827}"/>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
        <p:nvSpPr>
          <p:cNvPr id="5" name="Rectangle 4">
            <a:extLst>
              <a:ext uri="{FF2B5EF4-FFF2-40B4-BE49-F238E27FC236}">
                <a16:creationId xmlns:a16="http://schemas.microsoft.com/office/drawing/2014/main" id="{0AC162E8-B29C-AC64-05DB-717CC5D7B501}"/>
              </a:ext>
            </a:extLst>
          </p:cNvPr>
          <p:cNvSpPr/>
          <p:nvPr userDrawn="1"/>
        </p:nvSpPr>
        <p:spPr>
          <a:xfrm>
            <a:off x="465033" y="457200"/>
            <a:ext cx="5516667" cy="5581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6" name="Title 1">
            <a:extLst>
              <a:ext uri="{FF2B5EF4-FFF2-40B4-BE49-F238E27FC236}">
                <a16:creationId xmlns:a16="http://schemas.microsoft.com/office/drawing/2014/main" id="{C039AF46-57A7-26B6-1F11-79C97BC97C99}"/>
              </a:ext>
            </a:extLst>
          </p:cNvPr>
          <p:cNvSpPr>
            <a:spLocks noGrp="1"/>
          </p:cNvSpPr>
          <p:nvPr>
            <p:ph type="title" hasCustomPrompt="1"/>
          </p:nvPr>
        </p:nvSpPr>
        <p:spPr>
          <a:xfrm>
            <a:off x="457201" y="457200"/>
            <a:ext cx="5516668" cy="994411"/>
          </a:xfrm>
        </p:spPr>
        <p:txBody>
          <a:bodyPr>
            <a:noAutofit/>
          </a:bodyPr>
          <a:lstStyle>
            <a:lvl1pPr algn="ctr">
              <a:lnSpc>
                <a:spcPct val="100000"/>
              </a:lnSpc>
              <a:defRPr/>
            </a:lvl1pPr>
          </a:lstStyle>
          <a:p>
            <a:r>
              <a:rPr lang="en-US" dirty="0"/>
              <a:t>Click to add content</a:t>
            </a:r>
          </a:p>
        </p:txBody>
      </p:sp>
      <p:sp>
        <p:nvSpPr>
          <p:cNvPr id="9" name="Picture Placeholder 8">
            <a:extLst>
              <a:ext uri="{FF2B5EF4-FFF2-40B4-BE49-F238E27FC236}">
                <a16:creationId xmlns:a16="http://schemas.microsoft.com/office/drawing/2014/main" id="{96DFB476-43CE-0ED5-7CC2-A2BE569035CF}"/>
              </a:ext>
            </a:extLst>
          </p:cNvPr>
          <p:cNvSpPr>
            <a:spLocks noGrp="1"/>
          </p:cNvSpPr>
          <p:nvPr>
            <p:ph type="pic" sz="quarter" idx="13"/>
          </p:nvPr>
        </p:nvSpPr>
        <p:spPr>
          <a:xfrm>
            <a:off x="2150216" y="1472908"/>
            <a:ext cx="2146300" cy="2009775"/>
          </a:xfrm>
          <a:prstGeom prst="ellipse">
            <a:avLst/>
          </a:prstGeom>
          <a:ln w="38100">
            <a:solidFill>
              <a:schemeClr val="accent4"/>
            </a:solidFill>
          </a:ln>
        </p:spPr>
        <p:txBody>
          <a:bodyPr/>
          <a:lstStyle/>
          <a:p>
            <a:r>
              <a:rPr lang="en-US"/>
              <a:t>Click icon to add picture</a:t>
            </a:r>
          </a:p>
        </p:txBody>
      </p:sp>
      <p:sp>
        <p:nvSpPr>
          <p:cNvPr id="14" name="Text Placeholder 2">
            <a:extLst>
              <a:ext uri="{FF2B5EF4-FFF2-40B4-BE49-F238E27FC236}">
                <a16:creationId xmlns:a16="http://schemas.microsoft.com/office/drawing/2014/main" id="{21C30D1D-B94F-85B3-97D0-5DC307721DAE}"/>
              </a:ext>
            </a:extLst>
          </p:cNvPr>
          <p:cNvSpPr>
            <a:spLocks noGrp="1"/>
          </p:cNvSpPr>
          <p:nvPr>
            <p:ph type="body" idx="1" hasCustomPrompt="1"/>
          </p:nvPr>
        </p:nvSpPr>
        <p:spPr>
          <a:xfrm>
            <a:off x="465034" y="5086350"/>
            <a:ext cx="5524498" cy="952499"/>
          </a:xfrm>
        </p:spPr>
        <p:txBody>
          <a:bodyPr anchor="t" anchorCtr="0">
            <a:noAutofit/>
          </a:bodyPr>
          <a:lstStyle>
            <a:lvl1pPr marL="0" indent="0" algn="ctr">
              <a:lnSpc>
                <a:spcPct val="100000"/>
              </a:lnSpc>
              <a:buNone/>
              <a:defRPr sz="1200">
                <a:solidFill>
                  <a:schemeClr val="tx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contact information</a:t>
            </a:r>
          </a:p>
        </p:txBody>
      </p:sp>
      <p:sp>
        <p:nvSpPr>
          <p:cNvPr id="16" name="Picture Placeholder 15">
            <a:extLst>
              <a:ext uri="{FF2B5EF4-FFF2-40B4-BE49-F238E27FC236}">
                <a16:creationId xmlns:a16="http://schemas.microsoft.com/office/drawing/2014/main" id="{71202D5C-2479-42DD-8C1C-23D55874840E}"/>
              </a:ext>
            </a:extLst>
          </p:cNvPr>
          <p:cNvSpPr>
            <a:spLocks noGrp="1"/>
          </p:cNvSpPr>
          <p:nvPr>
            <p:ph type="pic" sz="quarter" idx="14"/>
          </p:nvPr>
        </p:nvSpPr>
        <p:spPr>
          <a:xfrm>
            <a:off x="6210299" y="457200"/>
            <a:ext cx="5524501" cy="5581650"/>
          </a:xfrm>
        </p:spPr>
        <p:txBody>
          <a:body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2" name="Text Placeholder 21">
            <a:extLst>
              <a:ext uri="{FF2B5EF4-FFF2-40B4-BE49-F238E27FC236}">
                <a16:creationId xmlns:a16="http://schemas.microsoft.com/office/drawing/2014/main" id="{6939C9F5-97BE-3396-5707-F78FD1813F59}"/>
              </a:ext>
            </a:extLst>
          </p:cNvPr>
          <p:cNvSpPr>
            <a:spLocks noGrp="1"/>
          </p:cNvSpPr>
          <p:nvPr>
            <p:ph type="body" sz="quarter" idx="15" hasCustomPrompt="1"/>
          </p:nvPr>
        </p:nvSpPr>
        <p:spPr>
          <a:xfrm>
            <a:off x="465138" y="3503981"/>
            <a:ext cx="5508625" cy="711939"/>
          </a:xfrm>
        </p:spPr>
        <p:txBody>
          <a:bodyPr anchor="ctr" anchorCtr="0">
            <a:noAutofit/>
          </a:bodyPr>
          <a:lstStyle>
            <a:lvl1pPr marL="0" indent="0" algn="ctr">
              <a:lnSpc>
                <a:spcPct val="100000"/>
              </a:lnSpc>
              <a:buNone/>
              <a:defRPr sz="2000" b="1">
                <a:solidFill>
                  <a:schemeClr val="accent1"/>
                </a:solidFill>
              </a:defRPr>
            </a:lvl1pPr>
          </a:lstStyle>
          <a:p>
            <a:pPr lvl="0"/>
            <a:r>
              <a:rPr lang="en-US" dirty="0"/>
              <a:t>Click to add name</a:t>
            </a:r>
          </a:p>
        </p:txBody>
      </p:sp>
      <p:sp>
        <p:nvSpPr>
          <p:cNvPr id="23" name="Text Placeholder 21">
            <a:extLst>
              <a:ext uri="{FF2B5EF4-FFF2-40B4-BE49-F238E27FC236}">
                <a16:creationId xmlns:a16="http://schemas.microsoft.com/office/drawing/2014/main" id="{74F3DA48-53E5-4844-128B-2607ED2A1390}"/>
              </a:ext>
            </a:extLst>
          </p:cNvPr>
          <p:cNvSpPr>
            <a:spLocks noGrp="1"/>
          </p:cNvSpPr>
          <p:nvPr>
            <p:ph type="body" sz="quarter" idx="16" hasCustomPrompt="1"/>
          </p:nvPr>
        </p:nvSpPr>
        <p:spPr>
          <a:xfrm>
            <a:off x="465032" y="4215921"/>
            <a:ext cx="5508625" cy="870428"/>
          </a:xfrm>
        </p:spPr>
        <p:txBody>
          <a:bodyPr anchor="t" anchorCtr="0">
            <a:noAutofit/>
          </a:bodyPr>
          <a:lstStyle>
            <a:lvl1pPr marL="0" indent="0" algn="ctr">
              <a:buNone/>
              <a:defRPr sz="1600" b="1"/>
            </a:lvl1pPr>
          </a:lstStyle>
          <a:p>
            <a:pPr lvl="0"/>
            <a:r>
              <a:rPr lang="en-US" dirty="0"/>
              <a:t>Click to add title</a:t>
            </a:r>
          </a:p>
        </p:txBody>
      </p:sp>
    </p:spTree>
    <p:extLst>
      <p:ext uri="{BB962C8B-B14F-4D97-AF65-F5344CB8AC3E}">
        <p14:creationId xmlns:p14="http://schemas.microsoft.com/office/powerpoint/2010/main" val="330770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9FC896-AEEF-411B-AA62-896E4A3C6BF9}"/>
              </a:ext>
            </a:extLst>
          </p:cNvPr>
          <p:cNvSpPr>
            <a:spLocks noGrp="1"/>
          </p:cNvSpPr>
          <p:nvPr>
            <p:ph type="title"/>
          </p:nvPr>
        </p:nvSpPr>
        <p:spPr>
          <a:xfrm>
            <a:off x="1416050" y="457200"/>
            <a:ext cx="9359900" cy="1143000"/>
          </a:xfrm>
          <a:prstGeom prst="rect">
            <a:avLst/>
          </a:prstGeom>
        </p:spPr>
        <p:txBody>
          <a:bodyPr vert="horz" lIns="0" tIns="0" rIns="0" bIns="0" rtlCol="0" anchor="ctr">
            <a:noAutofit/>
          </a:bodyPr>
          <a:lstStyle/>
          <a:p>
            <a:r>
              <a:rPr lang="en-US" dirty="0"/>
              <a:t>Click to add title</a:t>
            </a:r>
          </a:p>
        </p:txBody>
      </p:sp>
      <p:sp>
        <p:nvSpPr>
          <p:cNvPr id="3" name="Text Placeholder 2">
            <a:extLst>
              <a:ext uri="{FF2B5EF4-FFF2-40B4-BE49-F238E27FC236}">
                <a16:creationId xmlns:a16="http://schemas.microsoft.com/office/drawing/2014/main" id="{C77EEF78-3D71-42CA-8591-2FA2B59A187C}"/>
              </a:ext>
            </a:extLst>
          </p:cNvPr>
          <p:cNvSpPr>
            <a:spLocks noGrp="1"/>
          </p:cNvSpPr>
          <p:nvPr>
            <p:ph type="body" idx="1"/>
          </p:nvPr>
        </p:nvSpPr>
        <p:spPr>
          <a:xfrm>
            <a:off x="1416049" y="1828800"/>
            <a:ext cx="9359899" cy="3778179"/>
          </a:xfrm>
          <a:prstGeom prst="rect">
            <a:avLst/>
          </a:prstGeom>
        </p:spPr>
        <p:txBody>
          <a:bodyPr vert="horz" lIns="0" tIns="0" rIns="0" bIns="0" rtlCol="0">
            <a:noAutofit/>
          </a:bodyPr>
          <a:lstStyle/>
          <a:p>
            <a:pPr lvl="0"/>
            <a:r>
              <a:rPr lang="en-US" dirty="0"/>
              <a:t>Click to add text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3BD220-EB1E-4FF4-957C-FD4F4EE12DCB}"/>
              </a:ext>
            </a:extLst>
          </p:cNvPr>
          <p:cNvSpPr>
            <a:spLocks noGrp="1"/>
          </p:cNvSpPr>
          <p:nvPr>
            <p:ph type="dt" sz="half" idx="2"/>
          </p:nvPr>
        </p:nvSpPr>
        <p:spPr>
          <a:xfrm>
            <a:off x="465034" y="6407625"/>
            <a:ext cx="2640116" cy="450375"/>
          </a:xfrm>
          <a:prstGeom prst="rect">
            <a:avLst/>
          </a:prstGeom>
        </p:spPr>
        <p:txBody>
          <a:bodyPr vert="horz" lIns="0" tIns="0" rIns="0" bIns="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B343FBA-75B2-4185-8DE0-0B9F6F5B2471}"/>
              </a:ext>
            </a:extLst>
          </p:cNvPr>
          <p:cNvSpPr>
            <a:spLocks noGrp="1"/>
          </p:cNvSpPr>
          <p:nvPr>
            <p:ph type="ftr" sz="quarter" idx="3"/>
          </p:nvPr>
        </p:nvSpPr>
        <p:spPr>
          <a:xfrm>
            <a:off x="3333750" y="6407624"/>
            <a:ext cx="5524500" cy="450376"/>
          </a:xfrm>
          <a:prstGeom prst="rect">
            <a:avLst/>
          </a:prstGeom>
        </p:spPr>
        <p:txBody>
          <a:bodyPr vert="horz" lIns="0" tIns="0" rIns="0" bIns="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1781788-3541-4E58-9D27-86F22D4DE2BB}"/>
              </a:ext>
            </a:extLst>
          </p:cNvPr>
          <p:cNvSpPr>
            <a:spLocks noGrp="1"/>
          </p:cNvSpPr>
          <p:nvPr>
            <p:ph type="sldNum" sz="quarter" idx="4"/>
          </p:nvPr>
        </p:nvSpPr>
        <p:spPr>
          <a:xfrm>
            <a:off x="9086850" y="6400800"/>
            <a:ext cx="2640116" cy="450375"/>
          </a:xfrm>
          <a:prstGeom prst="rect">
            <a:avLst/>
          </a:prstGeom>
        </p:spPr>
        <p:txBody>
          <a:bodyPr vert="horz" lIns="0" tIns="0" rIns="0" bIns="0" rtlCol="0" anchor="ctr"/>
          <a:lstStyle>
            <a:lvl1pPr algn="r">
              <a:defRPr sz="1200">
                <a:solidFill>
                  <a:schemeClr val="tx1">
                    <a:tint val="75000"/>
                  </a:schemeClr>
                </a:solidFill>
              </a:defRPr>
            </a:lvl1pPr>
          </a:lstStyle>
          <a:p>
            <a:fld id="{E2E280E9-2294-4CEC-A84B-061E0D2BDE90}" type="slidenum">
              <a:rPr lang="en-US" smtClean="0"/>
              <a:t>‹#›</a:t>
            </a:fld>
            <a:endParaRPr lang="en-US"/>
          </a:p>
        </p:txBody>
      </p:sp>
    </p:spTree>
    <p:extLst>
      <p:ext uri="{BB962C8B-B14F-4D97-AF65-F5344CB8AC3E}">
        <p14:creationId xmlns:p14="http://schemas.microsoft.com/office/powerpoint/2010/main" val="1844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8"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 id="2147483660" r:id="rId14"/>
    <p:sldLayoutId id="2147483662" r:id="rId15"/>
    <p:sldLayoutId id="2147483663" r:id="rId16"/>
    <p:sldLayoutId id="2147483664" r:id="rId17"/>
    <p:sldLayoutId id="2147483666" r:id="rId18"/>
    <p:sldLayoutId id="2147483667" r:id="rId19"/>
    <p:sldLayoutId id="2147483665" r:id="rId20"/>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1000"/>
        </a:spcBef>
        <a:buClr>
          <a:schemeClr val="accent4"/>
        </a:buClr>
        <a:buFont typeface="Wingdings" panose="05000000000000000000" pitchFamily="2" charset="2"/>
        <a:buChar char="§"/>
        <a:defRPr sz="1200" kern="1200">
          <a:solidFill>
            <a:schemeClr val="tx2"/>
          </a:solidFill>
          <a:latin typeface="+mn-lt"/>
          <a:ea typeface="+mn-ea"/>
          <a:cs typeface="+mn-cs"/>
        </a:defRPr>
      </a:lvl1pPr>
      <a:lvl2pPr marL="6318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2pPr>
      <a:lvl3pPr marL="10858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3pPr>
      <a:lvl4pPr marL="15462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4pPr>
      <a:lvl5pPr marL="20002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88" userDrawn="1">
          <p15:clr>
            <a:srgbClr val="F26B43"/>
          </p15:clr>
        </p15:guide>
        <p15:guide id="4" pos="752" userDrawn="1">
          <p15:clr>
            <a:srgbClr val="F26B43"/>
          </p15:clr>
        </p15:guide>
        <p15:guide id="5" pos="896" userDrawn="1">
          <p15:clr>
            <a:srgbClr val="F26B43"/>
          </p15:clr>
        </p15:guide>
        <p15:guide id="6" pos="1352" userDrawn="1">
          <p15:clr>
            <a:srgbClr val="F26B43"/>
          </p15:clr>
        </p15:guide>
        <p15:guide id="7" pos="1496" userDrawn="1">
          <p15:clr>
            <a:srgbClr val="F26B43"/>
          </p15:clr>
        </p15:guide>
        <p15:guide id="8" pos="1960" userDrawn="1">
          <p15:clr>
            <a:srgbClr val="F26B43"/>
          </p15:clr>
        </p15:guide>
        <p15:guide id="9" pos="2104" userDrawn="1">
          <p15:clr>
            <a:srgbClr val="F26B43"/>
          </p15:clr>
        </p15:guide>
        <p15:guide id="10" pos="2560" userDrawn="1">
          <p15:clr>
            <a:srgbClr val="F26B43"/>
          </p15:clr>
        </p15:guide>
        <p15:guide id="11" pos="2704" userDrawn="1">
          <p15:clr>
            <a:srgbClr val="F26B43"/>
          </p15:clr>
        </p15:guide>
        <p15:guide id="12" pos="3168" userDrawn="1">
          <p15:clr>
            <a:srgbClr val="F26B43"/>
          </p15:clr>
        </p15:guide>
        <p15:guide id="13" pos="3312" userDrawn="1">
          <p15:clr>
            <a:srgbClr val="F26B43"/>
          </p15:clr>
        </p15:guide>
        <p15:guide id="14" pos="3768" userDrawn="1">
          <p15:clr>
            <a:srgbClr val="F26B43"/>
          </p15:clr>
        </p15:guide>
        <p15:guide id="15" pos="3912" userDrawn="1">
          <p15:clr>
            <a:srgbClr val="F26B43"/>
          </p15:clr>
        </p15:guide>
        <p15:guide id="16" pos="4392" userDrawn="1">
          <p15:clr>
            <a:srgbClr val="F26B43"/>
          </p15:clr>
        </p15:guide>
        <p15:guide id="17" pos="4520" userDrawn="1">
          <p15:clr>
            <a:srgbClr val="F26B43"/>
          </p15:clr>
        </p15:guide>
        <p15:guide id="18" pos="4976" userDrawn="1">
          <p15:clr>
            <a:srgbClr val="F26B43"/>
          </p15:clr>
        </p15:guide>
        <p15:guide id="19" pos="5120" userDrawn="1">
          <p15:clr>
            <a:srgbClr val="F26B43"/>
          </p15:clr>
        </p15:guide>
        <p15:guide id="20" pos="5584" userDrawn="1">
          <p15:clr>
            <a:srgbClr val="F26B43"/>
          </p15:clr>
        </p15:guide>
        <p15:guide id="21" pos="5728" userDrawn="1">
          <p15:clr>
            <a:srgbClr val="F26B43"/>
          </p15:clr>
        </p15:guide>
        <p15:guide id="22" pos="6184" userDrawn="1">
          <p15:clr>
            <a:srgbClr val="F26B43"/>
          </p15:clr>
        </p15:guide>
        <p15:guide id="23" pos="6328" userDrawn="1">
          <p15:clr>
            <a:srgbClr val="F26B43"/>
          </p15:clr>
        </p15:guide>
        <p15:guide id="24" pos="6792" userDrawn="1">
          <p15:clr>
            <a:srgbClr val="F26B43"/>
          </p15:clr>
        </p15:guide>
        <p15:guide id="25" pos="6936" userDrawn="1">
          <p15:clr>
            <a:srgbClr val="F26B43"/>
          </p15:clr>
        </p15:guide>
        <p15:guide id="26" pos="7392" userDrawn="1">
          <p15:clr>
            <a:srgbClr val="F26B43"/>
          </p15:clr>
        </p15:guide>
        <p15:guide id="27" orient="horz" userDrawn="1">
          <p15:clr>
            <a:srgbClr val="F26B43"/>
          </p15:clr>
        </p15:guide>
        <p15:guide id="28" orient="horz" pos="4320" userDrawn="1">
          <p15:clr>
            <a:srgbClr val="F26B43"/>
          </p15:clr>
        </p15:guide>
        <p15:guide id="29" orient="horz" pos="288" userDrawn="1">
          <p15:clr>
            <a:srgbClr val="F26B43"/>
          </p15:clr>
        </p15:guide>
        <p15:guide id="30"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hyperlink" Target="https://www.edrawsoft.com/block-diagram.html"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hyperlink" Target="https://www.edrawsoft.com/block-diagram.html"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hyperlink" Target="https://www.edrawsoft.com/block-diagram.html" TargetMode="Externa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hyperlink" Target="https://www.edrawsoft.com/block-diagram.html"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hyperlink" Target="https://www.allaboutelectronics.org/cmos-logic-gates-explained"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E8C0686-F729-4944-A511-B79A7326272B}"/>
              </a:ext>
            </a:extLst>
          </p:cNvPr>
          <p:cNvSpPr>
            <a:spLocks noGrp="1"/>
          </p:cNvSpPr>
          <p:nvPr>
            <p:ph type="ctrTitle"/>
          </p:nvPr>
        </p:nvSpPr>
        <p:spPr/>
        <p:txBody>
          <a:bodyPr>
            <a:normAutofit/>
          </a:bodyPr>
          <a:lstStyle/>
          <a:p>
            <a:r>
              <a:rPr lang="en-US" sz="4000" dirty="0"/>
              <a:t>Module 2</a:t>
            </a:r>
          </a:p>
        </p:txBody>
      </p:sp>
      <p:sp>
        <p:nvSpPr>
          <p:cNvPr id="9" name="Subtitle 8">
            <a:extLst>
              <a:ext uri="{FF2B5EF4-FFF2-40B4-BE49-F238E27FC236}">
                <a16:creationId xmlns:a16="http://schemas.microsoft.com/office/drawing/2014/main" id="{F8C35E51-0114-4E6B-9ABF-A29902909275}"/>
              </a:ext>
            </a:extLst>
          </p:cNvPr>
          <p:cNvSpPr>
            <a:spLocks noGrp="1"/>
          </p:cNvSpPr>
          <p:nvPr>
            <p:ph type="subTitle" idx="1"/>
          </p:nvPr>
        </p:nvSpPr>
        <p:spPr>
          <a:xfrm>
            <a:off x="1424966" y="3809999"/>
            <a:ext cx="9143446" cy="2141913"/>
          </a:xfrm>
        </p:spPr>
        <p:txBody>
          <a:bodyPr/>
          <a:lstStyle/>
          <a:p>
            <a:r>
              <a:rPr lang="en-US" sz="3600" dirty="0"/>
              <a:t>From If-Then Logic to System Design</a:t>
            </a:r>
          </a:p>
        </p:txBody>
      </p:sp>
      <p:sp>
        <p:nvSpPr>
          <p:cNvPr id="2" name="Rectangle 1">
            <a:extLst>
              <a:ext uri="{FF2B5EF4-FFF2-40B4-BE49-F238E27FC236}">
                <a16:creationId xmlns:a16="http://schemas.microsoft.com/office/drawing/2014/main" id="{7C5F5578-B9E8-F09B-C5B5-A7EA7B41DF9C}"/>
              </a:ext>
              <a:ext uri="{C183D7F6-B498-43B3-948B-1728B52AA6E4}">
                <adec:decorative xmlns:adec="http://schemas.microsoft.com/office/drawing/2017/decorative" val="1"/>
              </a:ext>
            </a:extLst>
          </p:cNvPr>
          <p:cNvSpPr/>
          <p:nvPr/>
        </p:nvSpPr>
        <p:spPr>
          <a:xfrm>
            <a:off x="0" y="6720840"/>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89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795C9-9623-98EC-13E3-A9C53AF406E6}"/>
              </a:ext>
            </a:extLst>
          </p:cNvPr>
          <p:cNvSpPr>
            <a:spLocks noGrp="1"/>
          </p:cNvSpPr>
          <p:nvPr>
            <p:ph type="title"/>
          </p:nvPr>
        </p:nvSpPr>
        <p:spPr/>
        <p:txBody>
          <a:bodyPr/>
          <a:lstStyle/>
          <a:p>
            <a:r>
              <a:rPr lang="en-US" dirty="0"/>
              <a:t>What We Learned Last Week</a:t>
            </a:r>
          </a:p>
        </p:txBody>
      </p:sp>
      <p:sp>
        <p:nvSpPr>
          <p:cNvPr id="3" name="Content Placeholder 2">
            <a:extLst>
              <a:ext uri="{FF2B5EF4-FFF2-40B4-BE49-F238E27FC236}">
                <a16:creationId xmlns:a16="http://schemas.microsoft.com/office/drawing/2014/main" id="{B93302A0-69C8-EAC9-3AFC-D082CA53D3B8}"/>
              </a:ext>
            </a:extLst>
          </p:cNvPr>
          <p:cNvSpPr>
            <a:spLocks noGrp="1"/>
          </p:cNvSpPr>
          <p:nvPr>
            <p:ph sz="half" idx="1"/>
          </p:nvPr>
        </p:nvSpPr>
        <p:spPr/>
        <p:txBody>
          <a:bodyPr/>
          <a:lstStyle/>
          <a:p>
            <a:pPr marL="457200" indent="-457200">
              <a:buFont typeface="Arial" panose="020B0604020202020204" pitchFamily="34" charset="0"/>
              <a:buChar char="•"/>
            </a:pPr>
            <a:r>
              <a:rPr lang="en-US" sz="2800" dirty="0"/>
              <a:t>What a chip is</a:t>
            </a:r>
          </a:p>
          <a:p>
            <a:pPr marL="457200" indent="-457200">
              <a:buFont typeface="Arial" panose="020B0604020202020204" pitchFamily="34" charset="0"/>
              <a:buChar char="•"/>
            </a:pPr>
            <a:r>
              <a:rPr lang="en-US" sz="2800" dirty="0"/>
              <a:t>Chips as systems:</a:t>
            </a:r>
          </a:p>
          <a:p>
            <a:pPr marL="917575" lvl="1" indent="-457200">
              <a:buFont typeface="Arial" panose="020B0604020202020204" pitchFamily="34" charset="0"/>
              <a:buChar char="•"/>
            </a:pPr>
            <a:r>
              <a:rPr lang="en-US" sz="2800" dirty="0"/>
              <a:t>inputs → rules → outputs</a:t>
            </a:r>
          </a:p>
          <a:p>
            <a:pPr marL="457200" indent="-457200">
              <a:buFont typeface="Arial" panose="020B0604020202020204" pitchFamily="34" charset="0"/>
              <a:buChar char="•"/>
            </a:pPr>
            <a:r>
              <a:rPr lang="en-US" sz="2800" dirty="0"/>
              <a:t>Chips are everywhere</a:t>
            </a:r>
          </a:p>
        </p:txBody>
      </p:sp>
      <p:pic>
        <p:nvPicPr>
          <p:cNvPr id="5" name="Content Placeholder 13" descr="Diagram illustrating a central microchip connected to various electronic devices, including a smartphone, laptop, electric car, microwave, and gaming console. Arrows indicate data flow between microchip and devices, highlighting microchip's role as a key component in modern technology integration.">
            <a:extLst>
              <a:ext uri="{FF2B5EF4-FFF2-40B4-BE49-F238E27FC236}">
                <a16:creationId xmlns:a16="http://schemas.microsoft.com/office/drawing/2014/main" id="{A439B8FF-77A0-8027-FBBD-A3A30022129F}"/>
              </a:ext>
            </a:extLst>
          </p:cNvPr>
          <p:cNvPicPr>
            <a:picLocks noGrp="1" noChangeAspect="1"/>
          </p:cNvPicPr>
          <p:nvPr>
            <p:ph sz="half" idx="13"/>
          </p:nvPr>
        </p:nvPicPr>
        <p:blipFill>
          <a:blip r:embed="rId2" cstate="screen">
            <a:extLst>
              <a:ext uri="{28A0092B-C50C-407E-A947-70E740481C1C}">
                <a14:useLocalDpi xmlns:a14="http://schemas.microsoft.com/office/drawing/2010/main"/>
              </a:ext>
            </a:extLst>
          </a:blip>
          <a:srcRect b="-1"/>
          <a:stretch>
            <a:fillRect/>
          </a:stretch>
        </p:blipFill>
        <p:spPr>
          <a:xfrm>
            <a:off x="6203989" y="1824038"/>
            <a:ext cx="5521248" cy="4443412"/>
          </a:xfrm>
          <a:prstGeom prst="rect">
            <a:avLst/>
          </a:prstGeom>
          <a:noFill/>
        </p:spPr>
      </p:pic>
    </p:spTree>
    <p:extLst>
      <p:ext uri="{BB962C8B-B14F-4D97-AF65-F5344CB8AC3E}">
        <p14:creationId xmlns:p14="http://schemas.microsoft.com/office/powerpoint/2010/main" val="1200763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0799D-B0ED-CB37-9C15-BE84ED6415A3}"/>
              </a:ext>
            </a:extLst>
          </p:cNvPr>
          <p:cNvSpPr>
            <a:spLocks noGrp="1"/>
          </p:cNvSpPr>
          <p:nvPr>
            <p:ph type="title"/>
          </p:nvPr>
        </p:nvSpPr>
        <p:spPr/>
        <p:txBody>
          <a:bodyPr/>
          <a:lstStyle/>
          <a:p>
            <a:r>
              <a:rPr lang="en-US" dirty="0"/>
              <a:t>This Week</a:t>
            </a:r>
          </a:p>
        </p:txBody>
      </p:sp>
      <p:sp>
        <p:nvSpPr>
          <p:cNvPr id="4" name="Content Placeholder 3">
            <a:extLst>
              <a:ext uri="{FF2B5EF4-FFF2-40B4-BE49-F238E27FC236}">
                <a16:creationId xmlns:a16="http://schemas.microsoft.com/office/drawing/2014/main" id="{B7B98224-5A03-DD50-1401-E501984F366C}"/>
              </a:ext>
            </a:extLst>
          </p:cNvPr>
          <p:cNvSpPr>
            <a:spLocks noGrp="1"/>
          </p:cNvSpPr>
          <p:nvPr>
            <p:ph sz="half" idx="13"/>
          </p:nvPr>
        </p:nvSpPr>
        <p:spPr>
          <a:xfrm>
            <a:off x="457200" y="4581331"/>
            <a:ext cx="11269766" cy="1686304"/>
          </a:xfrm>
        </p:spPr>
        <p:txBody>
          <a:bodyPr/>
          <a:lstStyle/>
          <a:p>
            <a:r>
              <a:rPr lang="en-US" dirty="0"/>
              <a:t>Chips make decisions using rules</a:t>
            </a:r>
          </a:p>
          <a:p>
            <a:r>
              <a:rPr lang="en-US" dirty="0"/>
              <a:t>We can describe these rules simply</a:t>
            </a:r>
          </a:p>
          <a:p>
            <a:r>
              <a:rPr lang="en-US" dirty="0"/>
              <a:t>Then organize them into systems</a:t>
            </a:r>
          </a:p>
        </p:txBody>
      </p:sp>
      <p:pic>
        <p:nvPicPr>
          <p:cNvPr id="12" name="Content Placeholder 11" descr="Chips make decisions using rules&#10;We can describe these rules simply&#10;Then organize them into systems&#10;">
            <a:extLst>
              <a:ext uri="{FF2B5EF4-FFF2-40B4-BE49-F238E27FC236}">
                <a16:creationId xmlns:a16="http://schemas.microsoft.com/office/drawing/2014/main" id="{67FF3527-C969-9F9D-6AB7-FCD8258D0C87}"/>
              </a:ext>
            </a:extLst>
          </p:cNvPr>
          <p:cNvPicPr>
            <a:picLocks noGrp="1" noChangeAspect="1"/>
          </p:cNvPicPr>
          <p:nvPr>
            <p:ph sz="half" idx="1"/>
          </p:nvPr>
        </p:nvPicPr>
        <p:blipFill>
          <a:blip r:embed="rId2">
            <a:extLst>
              <a:ext uri="{28A0092B-C50C-407E-A947-70E740481C1C}">
                <a14:useLocalDpi xmlns:a14="http://schemas.microsoft.com/office/drawing/2010/main"/>
              </a:ext>
            </a:extLst>
          </a:blip>
          <a:stretch>
            <a:fillRect/>
          </a:stretch>
        </p:blipFill>
        <p:spPr>
          <a:xfrm>
            <a:off x="962977" y="1566991"/>
            <a:ext cx="10258108" cy="2716212"/>
          </a:xfrm>
          <a:prstGeom prst="rect">
            <a:avLst/>
          </a:prstGeom>
        </p:spPr>
      </p:pic>
    </p:spTree>
    <p:extLst>
      <p:ext uri="{BB962C8B-B14F-4D97-AF65-F5344CB8AC3E}">
        <p14:creationId xmlns:p14="http://schemas.microsoft.com/office/powerpoint/2010/main" val="1779652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BC76-5224-DE8A-9299-606A837C78AD}"/>
              </a:ext>
            </a:extLst>
          </p:cNvPr>
          <p:cNvSpPr>
            <a:spLocks noGrp="1"/>
          </p:cNvSpPr>
          <p:nvPr>
            <p:ph type="title"/>
          </p:nvPr>
        </p:nvSpPr>
        <p:spPr/>
        <p:txBody>
          <a:bodyPr/>
          <a:lstStyle/>
          <a:p>
            <a:r>
              <a:rPr lang="en-US" dirty="0"/>
              <a:t>Chips Follow Rules</a:t>
            </a:r>
          </a:p>
        </p:txBody>
      </p:sp>
      <p:pic>
        <p:nvPicPr>
          <p:cNvPr id="8" name="Content Placeholder 7">
            <a:extLst>
              <a:ext uri="{FF2B5EF4-FFF2-40B4-BE49-F238E27FC236}">
                <a16:creationId xmlns:a16="http://schemas.microsoft.com/office/drawing/2014/main" id="{31916862-5753-931F-71A2-02F4EC3AEBE3}"/>
              </a:ext>
              <a:ext uri="{C183D7F6-B498-43B3-948B-1728B52AA6E4}">
                <adec:decorative xmlns:adec="http://schemas.microsoft.com/office/drawing/2017/decorative" val="1"/>
              </a:ext>
            </a:extLst>
          </p:cNvPr>
          <p:cNvPicPr>
            <a:picLocks noGrp="1" noChangeAspect="1"/>
          </p:cNvPicPr>
          <p:nvPr>
            <p:ph sz="half" idx="1"/>
          </p:nvPr>
        </p:nvPicPr>
        <p:blipFill>
          <a:blip r:embed="rId2">
            <a:extLst>
              <a:ext uri="{28A0092B-C50C-407E-A947-70E740481C1C}">
                <a14:useLocalDpi xmlns:a14="http://schemas.microsoft.com/office/drawing/2010/main"/>
              </a:ext>
            </a:extLst>
          </a:blip>
          <a:srcRect/>
          <a:stretch/>
        </p:blipFill>
        <p:spPr>
          <a:xfrm>
            <a:off x="457200" y="1824037"/>
            <a:ext cx="5360230" cy="2943906"/>
          </a:xfrm>
          <a:prstGeom prst="rect">
            <a:avLst/>
          </a:prstGeom>
        </p:spPr>
      </p:pic>
      <p:sp>
        <p:nvSpPr>
          <p:cNvPr id="6" name="Content Placeholder 5">
            <a:extLst>
              <a:ext uri="{FF2B5EF4-FFF2-40B4-BE49-F238E27FC236}">
                <a16:creationId xmlns:a16="http://schemas.microsoft.com/office/drawing/2014/main" id="{398D13AD-29D9-4096-8BD5-2B0F900996BE}"/>
              </a:ext>
            </a:extLst>
          </p:cNvPr>
          <p:cNvSpPr>
            <a:spLocks noGrp="1"/>
          </p:cNvSpPr>
          <p:nvPr>
            <p:ph sz="half" idx="13"/>
          </p:nvPr>
        </p:nvSpPr>
        <p:spPr/>
        <p:txBody>
          <a:bodyPr/>
          <a:lstStyle/>
          <a:p>
            <a:r>
              <a:rPr lang="en-US" dirty="0"/>
              <a:t>Chips don’t “think”</a:t>
            </a:r>
          </a:p>
          <a:p>
            <a:r>
              <a:rPr lang="en-US" dirty="0"/>
              <a:t>They follow defined rules</a:t>
            </a:r>
          </a:p>
          <a:p>
            <a:r>
              <a:rPr lang="en-US" dirty="0"/>
              <a:t>Many rules look like:</a:t>
            </a:r>
          </a:p>
          <a:p>
            <a:pPr lvl="1"/>
            <a:r>
              <a:rPr lang="en-US" dirty="0"/>
              <a:t>If something happens → do something</a:t>
            </a:r>
          </a:p>
        </p:txBody>
      </p:sp>
    </p:spTree>
    <p:extLst>
      <p:ext uri="{BB962C8B-B14F-4D97-AF65-F5344CB8AC3E}">
        <p14:creationId xmlns:p14="http://schemas.microsoft.com/office/powerpoint/2010/main" val="2665694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0DBD2-C58A-450C-60A0-87B907FADE9A}"/>
              </a:ext>
            </a:extLst>
          </p:cNvPr>
          <p:cNvSpPr>
            <a:spLocks noGrp="1"/>
          </p:cNvSpPr>
          <p:nvPr>
            <p:ph type="title"/>
          </p:nvPr>
        </p:nvSpPr>
        <p:spPr/>
        <p:txBody>
          <a:bodyPr/>
          <a:lstStyle/>
          <a:p>
            <a:r>
              <a:rPr lang="en-US" dirty="0"/>
              <a:t>Everyday Examples</a:t>
            </a:r>
          </a:p>
        </p:txBody>
      </p:sp>
      <p:sp>
        <p:nvSpPr>
          <p:cNvPr id="3" name="Content Placeholder 2">
            <a:extLst>
              <a:ext uri="{FF2B5EF4-FFF2-40B4-BE49-F238E27FC236}">
                <a16:creationId xmlns:a16="http://schemas.microsoft.com/office/drawing/2014/main" id="{7342A4A6-3630-8F71-2221-A3B61B43B019}"/>
              </a:ext>
            </a:extLst>
          </p:cNvPr>
          <p:cNvSpPr>
            <a:spLocks noGrp="1"/>
          </p:cNvSpPr>
          <p:nvPr>
            <p:ph sz="half" idx="1"/>
          </p:nvPr>
        </p:nvSpPr>
        <p:spPr/>
        <p:txBody>
          <a:bodyPr/>
          <a:lstStyle/>
          <a:p>
            <a:r>
              <a:rPr lang="en-US" dirty="0"/>
              <a:t>If button pressed → turn on</a:t>
            </a:r>
          </a:p>
          <a:p>
            <a:r>
              <a:rPr lang="en-US" dirty="0"/>
              <a:t>If too hot → turn on fan</a:t>
            </a:r>
          </a:p>
          <a:p>
            <a:r>
              <a:rPr lang="en-US" dirty="0"/>
              <a:t>If password correct → unlock</a:t>
            </a:r>
          </a:p>
        </p:txBody>
      </p:sp>
      <p:pic>
        <p:nvPicPr>
          <p:cNvPr id="6" name="Content Placeholder 5">
            <a:extLst>
              <a:ext uri="{FF2B5EF4-FFF2-40B4-BE49-F238E27FC236}">
                <a16:creationId xmlns:a16="http://schemas.microsoft.com/office/drawing/2014/main" id="{4F0D650B-0901-C2BC-BA75-3CA8B03CD060}"/>
              </a:ext>
              <a:ext uri="{C183D7F6-B498-43B3-948B-1728B52AA6E4}">
                <adec:decorative xmlns:adec="http://schemas.microsoft.com/office/drawing/2017/decorative" val="1"/>
              </a:ext>
            </a:extLst>
          </p:cNvPr>
          <p:cNvPicPr>
            <a:picLocks noGrp="1" noChangeAspect="1"/>
          </p:cNvPicPr>
          <p:nvPr>
            <p:ph sz="half" idx="13"/>
          </p:nvPr>
        </p:nvPicPr>
        <p:blipFill>
          <a:blip r:embed="rId2" cstate="screen">
            <a:extLst>
              <a:ext uri="{28A0092B-C50C-407E-A947-70E740481C1C}">
                <a14:useLocalDpi xmlns:a14="http://schemas.microsoft.com/office/drawing/2010/main"/>
              </a:ext>
            </a:extLst>
          </a:blip>
          <a:srcRect/>
          <a:stretch>
            <a:fillRect/>
          </a:stretch>
        </p:blipFill>
        <p:spPr>
          <a:xfrm>
            <a:off x="6210303" y="1824037"/>
            <a:ext cx="5516664" cy="4086794"/>
          </a:xfrm>
          <a:prstGeom prst="rect">
            <a:avLst/>
          </a:prstGeom>
        </p:spPr>
      </p:pic>
    </p:spTree>
    <p:extLst>
      <p:ext uri="{BB962C8B-B14F-4D97-AF65-F5344CB8AC3E}">
        <p14:creationId xmlns:p14="http://schemas.microsoft.com/office/powerpoint/2010/main" val="3242704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C23C-21AD-A10E-5BA7-E629BB9A0A72}"/>
              </a:ext>
            </a:extLst>
          </p:cNvPr>
          <p:cNvSpPr>
            <a:spLocks noGrp="1"/>
          </p:cNvSpPr>
          <p:nvPr>
            <p:ph type="title"/>
          </p:nvPr>
        </p:nvSpPr>
        <p:spPr/>
        <p:txBody>
          <a:bodyPr/>
          <a:lstStyle/>
          <a:p>
            <a:r>
              <a:rPr lang="en-US" dirty="0"/>
              <a:t>Example: Smart Thermostat</a:t>
            </a:r>
          </a:p>
        </p:txBody>
      </p:sp>
      <p:sp>
        <p:nvSpPr>
          <p:cNvPr id="4" name="Content Placeholder 3">
            <a:extLst>
              <a:ext uri="{FF2B5EF4-FFF2-40B4-BE49-F238E27FC236}">
                <a16:creationId xmlns:a16="http://schemas.microsoft.com/office/drawing/2014/main" id="{83D05001-C4D3-8F3A-07E7-6E7DF5229255}"/>
              </a:ext>
            </a:extLst>
          </p:cNvPr>
          <p:cNvSpPr>
            <a:spLocks noGrp="1"/>
          </p:cNvSpPr>
          <p:nvPr>
            <p:ph sz="half" idx="13"/>
          </p:nvPr>
        </p:nvSpPr>
        <p:spPr/>
        <p:txBody>
          <a:bodyPr/>
          <a:lstStyle/>
          <a:p>
            <a:r>
              <a:rPr lang="en-US" sz="4000" dirty="0"/>
              <a:t>If temp &gt; target → AC ON</a:t>
            </a:r>
          </a:p>
          <a:p>
            <a:r>
              <a:rPr lang="en-US" sz="4000" dirty="0"/>
              <a:t>If temp ≤ target → AC OFF</a:t>
            </a:r>
          </a:p>
        </p:txBody>
      </p:sp>
      <p:pic>
        <p:nvPicPr>
          <p:cNvPr id="6" name="Content Placeholder 5" descr="Diagram illustrating a smart thermostat system controlling home temperature remotely. It shows a thermometer sending data to a thermostat set at 72°, which wirelessly communicates with an HVAC unit and a smartphone displaying the same temperature.">
            <a:extLst>
              <a:ext uri="{FF2B5EF4-FFF2-40B4-BE49-F238E27FC236}">
                <a16:creationId xmlns:a16="http://schemas.microsoft.com/office/drawing/2014/main" id="{092F8D0D-EE2F-767B-B185-F9B3110CB324}"/>
              </a:ext>
            </a:extLst>
          </p:cNvPr>
          <p:cNvPicPr>
            <a:picLocks noGrp="1" noChangeAspect="1"/>
          </p:cNvPicPr>
          <p:nvPr>
            <p:ph sz="half" idx="1"/>
          </p:nvPr>
        </p:nvPicPr>
        <p:blipFill>
          <a:blip r:embed="rId2"/>
          <a:stretch>
            <a:fillRect/>
          </a:stretch>
        </p:blipFill>
        <p:spPr>
          <a:xfrm>
            <a:off x="2545005" y="1600200"/>
            <a:ext cx="7101990" cy="2178698"/>
          </a:xfrm>
          <a:prstGeom prst="rect">
            <a:avLst/>
          </a:prstGeom>
        </p:spPr>
      </p:pic>
    </p:spTree>
    <p:extLst>
      <p:ext uri="{BB962C8B-B14F-4D97-AF65-F5344CB8AC3E}">
        <p14:creationId xmlns:p14="http://schemas.microsoft.com/office/powerpoint/2010/main" val="3660014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DE0A73-1A12-1454-A78D-730EF1DFFA73}"/>
              </a:ext>
            </a:extLst>
          </p:cNvPr>
          <p:cNvSpPr>
            <a:spLocks noGrp="1"/>
          </p:cNvSpPr>
          <p:nvPr>
            <p:ph type="title"/>
          </p:nvPr>
        </p:nvSpPr>
        <p:spPr/>
        <p:txBody>
          <a:bodyPr/>
          <a:lstStyle/>
          <a:p>
            <a:r>
              <a:rPr lang="en-US" dirty="0"/>
              <a:t>Multiple Inputs</a:t>
            </a:r>
          </a:p>
        </p:txBody>
      </p:sp>
      <p:pic>
        <p:nvPicPr>
          <p:cNvPr id="9" name="Content Placeholder 8">
            <a:extLst>
              <a:ext uri="{FF2B5EF4-FFF2-40B4-BE49-F238E27FC236}">
                <a16:creationId xmlns:a16="http://schemas.microsoft.com/office/drawing/2014/main" id="{E211B241-EA78-53EA-549F-5FF3D44C3A16}"/>
              </a:ext>
              <a:ext uri="{C183D7F6-B498-43B3-948B-1728B52AA6E4}">
                <adec:decorative xmlns:adec="http://schemas.microsoft.com/office/drawing/2017/decorative" val="1"/>
              </a:ext>
            </a:extLst>
          </p:cNvPr>
          <p:cNvPicPr>
            <a:picLocks noGrp="1" noChangeAspect="1"/>
          </p:cNvPicPr>
          <p:nvPr>
            <p:ph sz="half" idx="1"/>
          </p:nvPr>
        </p:nvPicPr>
        <p:blipFill>
          <a:blip r:embed="rId2" cstate="screen">
            <a:extLst>
              <a:ext uri="{28A0092B-C50C-407E-A947-70E740481C1C}">
                <a14:useLocalDpi xmlns:a14="http://schemas.microsoft.com/office/drawing/2010/main"/>
              </a:ext>
            </a:extLst>
          </a:blip>
          <a:srcRect l="10472" r="6938"/>
          <a:stretch>
            <a:fillRect/>
          </a:stretch>
        </p:blipFill>
        <p:spPr>
          <a:xfrm>
            <a:off x="457200" y="1824037"/>
            <a:ext cx="5532335" cy="3587671"/>
          </a:xfrm>
          <a:prstGeom prst="rect">
            <a:avLst/>
          </a:prstGeom>
        </p:spPr>
      </p:pic>
      <p:sp>
        <p:nvSpPr>
          <p:cNvPr id="7" name="Content Placeholder 6">
            <a:extLst>
              <a:ext uri="{FF2B5EF4-FFF2-40B4-BE49-F238E27FC236}">
                <a16:creationId xmlns:a16="http://schemas.microsoft.com/office/drawing/2014/main" id="{40247E19-574A-917F-123A-8BF3BCCFE838}"/>
              </a:ext>
            </a:extLst>
          </p:cNvPr>
          <p:cNvSpPr>
            <a:spLocks noGrp="1"/>
          </p:cNvSpPr>
          <p:nvPr>
            <p:ph sz="half" idx="13"/>
          </p:nvPr>
        </p:nvSpPr>
        <p:spPr>
          <a:xfrm>
            <a:off x="6202466" y="1824037"/>
            <a:ext cx="5524500" cy="4443598"/>
          </a:xfrm>
        </p:spPr>
        <p:txBody>
          <a:bodyPr/>
          <a:lstStyle/>
          <a:p>
            <a:r>
              <a:rPr lang="en-US" dirty="0"/>
              <a:t>Real systems use multiple signals</a:t>
            </a:r>
          </a:p>
          <a:p>
            <a:r>
              <a:rPr lang="en-US" dirty="0"/>
              <a:t>Example:</a:t>
            </a:r>
          </a:p>
          <a:p>
            <a:pPr lvl="1"/>
            <a:r>
              <a:rPr lang="en-US" dirty="0"/>
              <a:t>If door closed AND locked → safe</a:t>
            </a:r>
          </a:p>
          <a:p>
            <a:pPr lvl="1"/>
            <a:r>
              <a:rPr lang="en-US" dirty="0"/>
              <a:t>If motion detected OR alarm triggered → alert</a:t>
            </a:r>
          </a:p>
        </p:txBody>
      </p:sp>
    </p:spTree>
    <p:extLst>
      <p:ext uri="{BB962C8B-B14F-4D97-AF65-F5344CB8AC3E}">
        <p14:creationId xmlns:p14="http://schemas.microsoft.com/office/powerpoint/2010/main" val="3064049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07C91-2084-7413-1354-990F979F112A}"/>
              </a:ext>
            </a:extLst>
          </p:cNvPr>
          <p:cNvSpPr>
            <a:spLocks noGrp="1"/>
          </p:cNvSpPr>
          <p:nvPr>
            <p:ph type="title"/>
          </p:nvPr>
        </p:nvSpPr>
        <p:spPr/>
        <p:txBody>
          <a:bodyPr/>
          <a:lstStyle/>
          <a:p>
            <a:r>
              <a:rPr lang="en-US" dirty="0"/>
              <a:t>Combining Rules</a:t>
            </a:r>
          </a:p>
        </p:txBody>
      </p:sp>
      <p:sp>
        <p:nvSpPr>
          <p:cNvPr id="3" name="Content Placeholder 2">
            <a:extLst>
              <a:ext uri="{FF2B5EF4-FFF2-40B4-BE49-F238E27FC236}">
                <a16:creationId xmlns:a16="http://schemas.microsoft.com/office/drawing/2014/main" id="{5C1BE0BF-463B-14F7-EDB0-6A4D52219A45}"/>
              </a:ext>
            </a:extLst>
          </p:cNvPr>
          <p:cNvSpPr>
            <a:spLocks noGrp="1"/>
          </p:cNvSpPr>
          <p:nvPr>
            <p:ph sz="half" idx="1"/>
          </p:nvPr>
        </p:nvSpPr>
        <p:spPr/>
        <p:txBody>
          <a:bodyPr/>
          <a:lstStyle/>
          <a:p>
            <a:r>
              <a:rPr lang="en-US" b="1" dirty="0"/>
              <a:t>NOT</a:t>
            </a:r>
          </a:p>
          <a:p>
            <a:pPr lvl="1"/>
            <a:r>
              <a:rPr lang="en-US" dirty="0"/>
              <a:t>Reverse a condition</a:t>
            </a:r>
          </a:p>
          <a:p>
            <a:r>
              <a:rPr lang="en-US" b="1" dirty="0"/>
              <a:t>AND</a:t>
            </a:r>
          </a:p>
          <a:p>
            <a:pPr lvl="1"/>
            <a:r>
              <a:rPr lang="en-US" dirty="0"/>
              <a:t>Both conditions must be true</a:t>
            </a:r>
          </a:p>
          <a:p>
            <a:r>
              <a:rPr lang="en-US" b="1" dirty="0"/>
              <a:t>OR</a:t>
            </a:r>
          </a:p>
          <a:p>
            <a:pPr lvl="1"/>
            <a:r>
              <a:rPr lang="en-US" dirty="0"/>
              <a:t>One condition is enough</a:t>
            </a:r>
          </a:p>
        </p:txBody>
      </p:sp>
      <p:pic>
        <p:nvPicPr>
          <p:cNvPr id="6" name="Content Placeholder 5" descr="A table displaying truth tables, functions, and symbols for NOT, AND, and OR logic gates. Each row includes input values, corresponding output results, function names, and circuit symbols with labeled inputs and outputs.">
            <a:extLst>
              <a:ext uri="{FF2B5EF4-FFF2-40B4-BE49-F238E27FC236}">
                <a16:creationId xmlns:a16="http://schemas.microsoft.com/office/drawing/2014/main" id="{6E205E10-282A-A796-84E6-909A756A6082}"/>
              </a:ext>
            </a:extLst>
          </p:cNvPr>
          <p:cNvPicPr>
            <a:picLocks noGrp="1" noChangeAspect="1"/>
          </p:cNvPicPr>
          <p:nvPr>
            <p:ph sz="half" idx="13"/>
          </p:nvPr>
        </p:nvPicPr>
        <p:blipFill>
          <a:blip r:embed="rId2" cstate="email">
            <a:extLst>
              <a:ext uri="{28A0092B-C50C-407E-A947-70E740481C1C}">
                <a14:useLocalDpi xmlns:a14="http://schemas.microsoft.com/office/drawing/2010/main"/>
              </a:ext>
            </a:extLst>
          </a:blip>
          <a:srcRect/>
          <a:stretch>
            <a:fillRect/>
          </a:stretch>
        </p:blipFill>
        <p:spPr>
          <a:xfrm>
            <a:off x="6210302" y="1105679"/>
            <a:ext cx="5524500" cy="4245429"/>
          </a:xfrm>
          <a:prstGeom prst="rect">
            <a:avLst/>
          </a:prstGeom>
          <a:ln>
            <a:solidFill>
              <a:schemeClr val="accent1"/>
            </a:solidFill>
          </a:ln>
        </p:spPr>
      </p:pic>
      <p:sp>
        <p:nvSpPr>
          <p:cNvPr id="5" name="TextBox 4">
            <a:extLst>
              <a:ext uri="{FF2B5EF4-FFF2-40B4-BE49-F238E27FC236}">
                <a16:creationId xmlns:a16="http://schemas.microsoft.com/office/drawing/2014/main" id="{75153AB0-A5D2-919F-2EDD-40F9C0FF7B21}"/>
              </a:ext>
            </a:extLst>
          </p:cNvPr>
          <p:cNvSpPr txBox="1"/>
          <p:nvPr/>
        </p:nvSpPr>
        <p:spPr>
          <a:xfrm>
            <a:off x="6210302" y="5503987"/>
            <a:ext cx="5516664" cy="646331"/>
          </a:xfrm>
          <a:prstGeom prst="rect">
            <a:avLst/>
          </a:prstGeom>
          <a:noFill/>
        </p:spPr>
        <p:txBody>
          <a:bodyPr wrap="square" rtlCol="0">
            <a:spAutoFit/>
          </a:bodyPr>
          <a:lstStyle/>
          <a:p>
            <a:r>
              <a:rPr lang="en-US" sz="1200" b="1" dirty="0"/>
              <a:t>Image Source: </a:t>
            </a:r>
          </a:p>
          <a:p>
            <a:r>
              <a:rPr lang="en-US" sz="1200" dirty="0"/>
              <a:t>M. </a:t>
            </a:r>
            <a:r>
              <a:rPr lang="en-US" sz="1200" dirty="0" err="1"/>
              <a:t>Ferdjallah</a:t>
            </a:r>
            <a:r>
              <a:rPr lang="en-US" sz="1200" dirty="0"/>
              <a:t>, Introduction to Digital Systems: Modeling, Synthesis, and Simulation Using VHDL. Hoboken, NJ, USA: John Wiley &amp; Sons, 2011.</a:t>
            </a:r>
          </a:p>
        </p:txBody>
      </p:sp>
    </p:spTree>
    <p:extLst>
      <p:ext uri="{BB962C8B-B14F-4D97-AF65-F5344CB8AC3E}">
        <p14:creationId xmlns:p14="http://schemas.microsoft.com/office/powerpoint/2010/main" val="4271860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12B84-86FF-478B-9401-CEA985A7F2FA}"/>
              </a:ext>
            </a:extLst>
          </p:cNvPr>
          <p:cNvSpPr>
            <a:spLocks noGrp="1"/>
          </p:cNvSpPr>
          <p:nvPr>
            <p:ph type="title"/>
          </p:nvPr>
        </p:nvSpPr>
        <p:spPr/>
        <p:txBody>
          <a:bodyPr/>
          <a:lstStyle/>
          <a:p>
            <a:r>
              <a:rPr lang="en-US" dirty="0"/>
              <a:t>From Rules to Systems</a:t>
            </a:r>
          </a:p>
        </p:txBody>
      </p:sp>
      <p:pic>
        <p:nvPicPr>
          <p:cNvPr id="6" name="Content Placeholder 5">
            <a:extLst>
              <a:ext uri="{FF2B5EF4-FFF2-40B4-BE49-F238E27FC236}">
                <a16:creationId xmlns:a16="http://schemas.microsoft.com/office/drawing/2014/main" id="{98481BAB-0086-D02F-C25C-F54C7391A417}"/>
              </a:ext>
              <a:ext uri="{C183D7F6-B498-43B3-948B-1728B52AA6E4}">
                <adec:decorative xmlns:adec="http://schemas.microsoft.com/office/drawing/2017/decorative" val="1"/>
              </a:ext>
            </a:extLst>
          </p:cNvPr>
          <p:cNvPicPr>
            <a:picLocks noGrp="1" noChangeAspect="1"/>
          </p:cNvPicPr>
          <p:nvPr>
            <p:ph sz="half" idx="1"/>
          </p:nvPr>
        </p:nvPicPr>
        <p:blipFill>
          <a:blip r:embed="rId2">
            <a:extLst>
              <a:ext uri="{28A0092B-C50C-407E-A947-70E740481C1C}">
                <a14:useLocalDpi xmlns:a14="http://schemas.microsoft.com/office/drawing/2010/main"/>
              </a:ext>
            </a:extLst>
          </a:blip>
          <a:srcRect/>
          <a:stretch/>
        </p:blipFill>
        <p:spPr>
          <a:xfrm>
            <a:off x="1455575" y="1600200"/>
            <a:ext cx="2744460" cy="4443412"/>
          </a:xfrm>
          <a:prstGeom prst="rect">
            <a:avLst/>
          </a:prstGeom>
        </p:spPr>
      </p:pic>
      <p:sp>
        <p:nvSpPr>
          <p:cNvPr id="4" name="Content Placeholder 3">
            <a:extLst>
              <a:ext uri="{FF2B5EF4-FFF2-40B4-BE49-F238E27FC236}">
                <a16:creationId xmlns:a16="http://schemas.microsoft.com/office/drawing/2014/main" id="{DBF0AEB6-3E45-BB40-DB63-C1B14BA0A8A2}"/>
              </a:ext>
            </a:extLst>
          </p:cNvPr>
          <p:cNvSpPr>
            <a:spLocks noGrp="1"/>
          </p:cNvSpPr>
          <p:nvPr>
            <p:ph sz="half" idx="13"/>
          </p:nvPr>
        </p:nvSpPr>
        <p:spPr>
          <a:xfrm>
            <a:off x="5402424" y="1824037"/>
            <a:ext cx="6324542" cy="4443598"/>
          </a:xfrm>
        </p:spPr>
        <p:txBody>
          <a:bodyPr/>
          <a:lstStyle/>
          <a:p>
            <a:r>
              <a:rPr lang="en-US" sz="3200" dirty="0"/>
              <a:t>One rule = simple behavior</a:t>
            </a:r>
          </a:p>
          <a:p>
            <a:r>
              <a:rPr lang="en-US" sz="3200" dirty="0"/>
              <a:t>Many rules = a system</a:t>
            </a:r>
          </a:p>
          <a:p>
            <a:r>
              <a:rPr lang="en-US" sz="3200" dirty="0"/>
              <a:t>Systems need structure</a:t>
            </a:r>
          </a:p>
        </p:txBody>
      </p:sp>
    </p:spTree>
    <p:extLst>
      <p:ext uri="{BB962C8B-B14F-4D97-AF65-F5344CB8AC3E}">
        <p14:creationId xmlns:p14="http://schemas.microsoft.com/office/powerpoint/2010/main" val="317553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C23B9-ED7E-3F94-3230-9A83FFBADDA8}"/>
              </a:ext>
            </a:extLst>
          </p:cNvPr>
          <p:cNvSpPr>
            <a:spLocks noGrp="1"/>
          </p:cNvSpPr>
          <p:nvPr>
            <p:ph type="title"/>
          </p:nvPr>
        </p:nvSpPr>
        <p:spPr/>
        <p:txBody>
          <a:bodyPr/>
          <a:lstStyle/>
          <a:p>
            <a:r>
              <a:rPr lang="en-US" dirty="0"/>
              <a:t>What Is a Block Diagram?</a:t>
            </a:r>
          </a:p>
        </p:txBody>
      </p:sp>
      <p:sp>
        <p:nvSpPr>
          <p:cNvPr id="3" name="Content Placeholder 2">
            <a:extLst>
              <a:ext uri="{FF2B5EF4-FFF2-40B4-BE49-F238E27FC236}">
                <a16:creationId xmlns:a16="http://schemas.microsoft.com/office/drawing/2014/main" id="{7365EC72-49BE-A6BF-5C97-4FDCF7294D8F}"/>
              </a:ext>
            </a:extLst>
          </p:cNvPr>
          <p:cNvSpPr>
            <a:spLocks noGrp="1"/>
          </p:cNvSpPr>
          <p:nvPr>
            <p:ph sz="half" idx="1"/>
          </p:nvPr>
        </p:nvSpPr>
        <p:spPr>
          <a:xfrm>
            <a:off x="457200" y="1824037"/>
            <a:ext cx="5784980" cy="4443598"/>
          </a:xfrm>
        </p:spPr>
        <p:txBody>
          <a:bodyPr/>
          <a:lstStyle/>
          <a:p>
            <a:r>
              <a:rPr lang="en-US" dirty="0"/>
              <a:t>A simple picture of a system</a:t>
            </a:r>
          </a:p>
          <a:p>
            <a:r>
              <a:rPr lang="en-US" dirty="0"/>
              <a:t>Shows major parts and connections</a:t>
            </a:r>
          </a:p>
          <a:p>
            <a:r>
              <a:rPr lang="en-US" dirty="0"/>
              <a:t>Hides low-level details</a:t>
            </a:r>
          </a:p>
        </p:txBody>
      </p:sp>
      <p:sp>
        <p:nvSpPr>
          <p:cNvPr id="11" name="TextBox 10">
            <a:extLst>
              <a:ext uri="{FF2B5EF4-FFF2-40B4-BE49-F238E27FC236}">
                <a16:creationId xmlns:a16="http://schemas.microsoft.com/office/drawing/2014/main" id="{3684CDBA-E76F-FEAB-8FD8-C228665AA7B0}"/>
              </a:ext>
            </a:extLst>
          </p:cNvPr>
          <p:cNvSpPr txBox="1"/>
          <p:nvPr/>
        </p:nvSpPr>
        <p:spPr>
          <a:xfrm>
            <a:off x="6230769" y="5541309"/>
            <a:ext cx="5208196" cy="830997"/>
          </a:xfrm>
          <a:prstGeom prst="rect">
            <a:avLst/>
          </a:prstGeom>
          <a:noFill/>
        </p:spPr>
        <p:txBody>
          <a:bodyPr wrap="square" rtlCol="0">
            <a:spAutoFit/>
          </a:bodyPr>
          <a:lstStyle/>
          <a:p>
            <a:r>
              <a:rPr lang="en-US" sz="1200" b="1" dirty="0"/>
              <a:t>Image Source: </a:t>
            </a:r>
          </a:p>
          <a:p>
            <a:r>
              <a:rPr lang="en-US" sz="1200" dirty="0"/>
              <a:t>J. Freeman, “Block Diagram - Complete Guide with Examples,” </a:t>
            </a:r>
            <a:r>
              <a:rPr lang="en-US" sz="1200" i="1" dirty="0" err="1"/>
              <a:t>EdrawSoft</a:t>
            </a:r>
            <a:endParaRPr lang="en-US" sz="1200" dirty="0"/>
          </a:p>
          <a:p>
            <a:r>
              <a:rPr lang="en-US" sz="1200" dirty="0">
                <a:hlinkClick r:id="rId2"/>
              </a:rPr>
              <a:t>https://www.edrawsoft.com/block-diagram.html</a:t>
            </a:r>
            <a:endParaRPr lang="en-US" sz="1200" dirty="0"/>
          </a:p>
          <a:p>
            <a:r>
              <a:rPr lang="en-US" sz="1200" i="1" dirty="0"/>
              <a:t>Accessed</a:t>
            </a:r>
            <a:r>
              <a:rPr lang="en-US" sz="1200" dirty="0"/>
              <a:t>: Mar. 30, 2026</a:t>
            </a:r>
            <a:endParaRPr lang="en-US" sz="1200" dirty="0">
              <a:solidFill>
                <a:schemeClr val="tx2"/>
              </a:solidFill>
            </a:endParaRPr>
          </a:p>
        </p:txBody>
      </p:sp>
      <p:pic>
        <p:nvPicPr>
          <p:cNvPr id="5" name="Content Placeholder 5" descr="Diagram illustrating a control system for a device, showing Program Control as central component linked to User Interface (Display, Keypad), Motor Control (Compressor, Fan), Connectivity, and various sensors (Air Temp Sensor, Frost/Moisture Sensor, Door Open Sensor, Water/Ice Dispenser). Color-coded blocks include blue for user and motor controls, green for sensors, and purple for connectivity, highlighting data flow and interaction between components.">
            <a:extLst>
              <a:ext uri="{FF2B5EF4-FFF2-40B4-BE49-F238E27FC236}">
                <a16:creationId xmlns:a16="http://schemas.microsoft.com/office/drawing/2014/main" id="{F3864691-2A49-CE05-9BCA-6DB90C5BDD4F}"/>
              </a:ext>
            </a:extLst>
          </p:cNvPr>
          <p:cNvPicPr>
            <a:picLocks noGrp="1" noChangeAspect="1"/>
          </p:cNvPicPr>
          <p:nvPr>
            <p:ph sz="half" idx="13"/>
          </p:nvPr>
        </p:nvPicPr>
        <p:blipFill>
          <a:blip r:embed="rId3">
            <a:extLst>
              <a:ext uri="{28A0092B-C50C-407E-A947-70E740481C1C}">
                <a14:useLocalDpi xmlns:a14="http://schemas.microsoft.com/office/drawing/2010/main"/>
              </a:ext>
            </a:extLst>
          </a:blip>
          <a:stretch>
            <a:fillRect/>
          </a:stretch>
        </p:blipFill>
        <p:spPr>
          <a:xfrm>
            <a:off x="6472667" y="1504950"/>
            <a:ext cx="4724400" cy="3848100"/>
          </a:xfrm>
          <a:prstGeom prst="rect">
            <a:avLst/>
          </a:prstGeom>
        </p:spPr>
      </p:pic>
    </p:spTree>
    <p:extLst>
      <p:ext uri="{BB962C8B-B14F-4D97-AF65-F5344CB8AC3E}">
        <p14:creationId xmlns:p14="http://schemas.microsoft.com/office/powerpoint/2010/main" val="578277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E55A0-FF10-4F29-B53A-43121D4FD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81DDF-EFC9-49F3-BBE0-1AFE52508AA1}"/>
              </a:ext>
            </a:extLst>
          </p:cNvPr>
          <p:cNvSpPr>
            <a:spLocks noGrp="1"/>
          </p:cNvSpPr>
          <p:nvPr>
            <p:ph type="title"/>
          </p:nvPr>
        </p:nvSpPr>
        <p:spPr/>
        <p:txBody>
          <a:bodyPr/>
          <a:lstStyle/>
          <a:p>
            <a:r>
              <a:rPr lang="en-US" dirty="0"/>
              <a:t>Why Block Diagrams Matter</a:t>
            </a:r>
          </a:p>
        </p:txBody>
      </p:sp>
      <p:sp>
        <p:nvSpPr>
          <p:cNvPr id="3" name="Content Placeholder 2">
            <a:extLst>
              <a:ext uri="{FF2B5EF4-FFF2-40B4-BE49-F238E27FC236}">
                <a16:creationId xmlns:a16="http://schemas.microsoft.com/office/drawing/2014/main" id="{03275410-53D2-C31B-CF8C-F0A43AC52815}"/>
              </a:ext>
            </a:extLst>
          </p:cNvPr>
          <p:cNvSpPr>
            <a:spLocks noGrp="1"/>
          </p:cNvSpPr>
          <p:nvPr>
            <p:ph sz="half" idx="1"/>
          </p:nvPr>
        </p:nvSpPr>
        <p:spPr>
          <a:xfrm>
            <a:off x="457200" y="1824037"/>
            <a:ext cx="5784980" cy="4443598"/>
          </a:xfrm>
        </p:spPr>
        <p:txBody>
          <a:bodyPr/>
          <a:lstStyle/>
          <a:p>
            <a:r>
              <a:rPr lang="en-US" dirty="0"/>
              <a:t>Helps organize complex ideas</a:t>
            </a:r>
          </a:p>
          <a:p>
            <a:r>
              <a:rPr lang="en-US" dirty="0"/>
              <a:t>Helps teams communicate</a:t>
            </a:r>
          </a:p>
          <a:p>
            <a:r>
              <a:rPr lang="en-US" dirty="0"/>
              <a:t>First step toward real design</a:t>
            </a:r>
          </a:p>
        </p:txBody>
      </p:sp>
      <p:sp>
        <p:nvSpPr>
          <p:cNvPr id="11" name="TextBox 10">
            <a:extLst>
              <a:ext uri="{FF2B5EF4-FFF2-40B4-BE49-F238E27FC236}">
                <a16:creationId xmlns:a16="http://schemas.microsoft.com/office/drawing/2014/main" id="{B9CEC147-CFEF-1CE0-8DC0-B5B13D0A4B79}"/>
              </a:ext>
            </a:extLst>
          </p:cNvPr>
          <p:cNvSpPr txBox="1"/>
          <p:nvPr/>
        </p:nvSpPr>
        <p:spPr>
          <a:xfrm>
            <a:off x="6230769" y="5541309"/>
            <a:ext cx="5208196" cy="830997"/>
          </a:xfrm>
          <a:prstGeom prst="rect">
            <a:avLst/>
          </a:prstGeom>
          <a:noFill/>
        </p:spPr>
        <p:txBody>
          <a:bodyPr wrap="square" rtlCol="0">
            <a:spAutoFit/>
          </a:bodyPr>
          <a:lstStyle/>
          <a:p>
            <a:r>
              <a:rPr lang="en-US" sz="1200" b="1" dirty="0"/>
              <a:t>Image Source: </a:t>
            </a:r>
          </a:p>
          <a:p>
            <a:r>
              <a:rPr lang="en-US" sz="1200" dirty="0"/>
              <a:t>J. Freeman, “Block Diagram - Complete Guide with Examples,” </a:t>
            </a:r>
            <a:r>
              <a:rPr lang="en-US" sz="1200" i="1" dirty="0" err="1"/>
              <a:t>EdrawSoft</a:t>
            </a:r>
            <a:endParaRPr lang="en-US" sz="1200" dirty="0"/>
          </a:p>
          <a:p>
            <a:r>
              <a:rPr lang="en-US" sz="1200" dirty="0">
                <a:hlinkClick r:id="rId2"/>
              </a:rPr>
              <a:t>https://www.edrawsoft.com/block-diagram.html</a:t>
            </a:r>
            <a:endParaRPr lang="en-US" sz="1200" dirty="0"/>
          </a:p>
          <a:p>
            <a:r>
              <a:rPr lang="en-US" sz="1200" i="1" dirty="0"/>
              <a:t>Accessed</a:t>
            </a:r>
            <a:r>
              <a:rPr lang="en-US" sz="1200" dirty="0"/>
              <a:t>: Mar. 30, 2026</a:t>
            </a:r>
            <a:endParaRPr lang="en-US" sz="1200" dirty="0">
              <a:solidFill>
                <a:schemeClr val="tx2"/>
              </a:solidFill>
            </a:endParaRPr>
          </a:p>
        </p:txBody>
      </p:sp>
      <p:pic>
        <p:nvPicPr>
          <p:cNvPr id="5" name="Content Placeholder 5" descr="Diagram illustrating a control system for a device, showing Program Control as central component linked to User Interface (Display, Keypad), Motor Control (Compressor, Fan), Connectivity, and various sensors (Air Temp Sensor, Frost/Moisture Sensor, Door Open Sensor, Water/Ice Dispenser). Color-coded blocks include blue for user and motor controls, green for sensors, and purple for connectivity, highlighting data flow and interaction between components.">
            <a:extLst>
              <a:ext uri="{FF2B5EF4-FFF2-40B4-BE49-F238E27FC236}">
                <a16:creationId xmlns:a16="http://schemas.microsoft.com/office/drawing/2014/main" id="{23731930-BBA9-C1BD-818C-2ABC61E8284C}"/>
              </a:ext>
            </a:extLst>
          </p:cNvPr>
          <p:cNvPicPr>
            <a:picLocks noGrp="1" noChangeAspect="1"/>
          </p:cNvPicPr>
          <p:nvPr>
            <p:ph sz="half" idx="13"/>
          </p:nvPr>
        </p:nvPicPr>
        <p:blipFill>
          <a:blip r:embed="rId3">
            <a:extLst>
              <a:ext uri="{28A0092B-C50C-407E-A947-70E740481C1C}">
                <a14:useLocalDpi xmlns:a14="http://schemas.microsoft.com/office/drawing/2010/main"/>
              </a:ext>
            </a:extLst>
          </a:blip>
          <a:stretch>
            <a:fillRect/>
          </a:stretch>
        </p:blipFill>
        <p:spPr>
          <a:xfrm>
            <a:off x="6472667" y="1504950"/>
            <a:ext cx="4724400" cy="3848100"/>
          </a:xfrm>
          <a:prstGeom prst="rect">
            <a:avLst/>
          </a:prstGeom>
        </p:spPr>
      </p:pic>
    </p:spTree>
    <p:extLst>
      <p:ext uri="{BB962C8B-B14F-4D97-AF65-F5344CB8AC3E}">
        <p14:creationId xmlns:p14="http://schemas.microsoft.com/office/powerpoint/2010/main" val="2787920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4B83-D8EA-881E-552B-34E172B16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40EB0-76BB-8884-253B-8FDF003583D3}"/>
              </a:ext>
            </a:extLst>
          </p:cNvPr>
          <p:cNvSpPr>
            <a:spLocks noGrp="1"/>
          </p:cNvSpPr>
          <p:nvPr>
            <p:ph type="title"/>
          </p:nvPr>
        </p:nvSpPr>
        <p:spPr/>
        <p:txBody>
          <a:bodyPr/>
          <a:lstStyle/>
          <a:p>
            <a:r>
              <a:rPr lang="en-US" sz="4000" dirty="0"/>
              <a:t>Example Block Diagram (Refrigerator)</a:t>
            </a:r>
          </a:p>
        </p:txBody>
      </p:sp>
      <p:sp>
        <p:nvSpPr>
          <p:cNvPr id="3" name="Content Placeholder 2">
            <a:extLst>
              <a:ext uri="{FF2B5EF4-FFF2-40B4-BE49-F238E27FC236}">
                <a16:creationId xmlns:a16="http://schemas.microsoft.com/office/drawing/2014/main" id="{916CC1B8-E847-A55C-4C40-D330FA94D55C}"/>
              </a:ext>
            </a:extLst>
          </p:cNvPr>
          <p:cNvSpPr>
            <a:spLocks noGrp="1"/>
          </p:cNvSpPr>
          <p:nvPr>
            <p:ph sz="half" idx="1"/>
          </p:nvPr>
        </p:nvSpPr>
        <p:spPr>
          <a:xfrm>
            <a:off x="457200" y="1824037"/>
            <a:ext cx="5784980" cy="4443598"/>
          </a:xfrm>
        </p:spPr>
        <p:txBody>
          <a:bodyPr/>
          <a:lstStyle/>
          <a:p>
            <a:r>
              <a:rPr lang="en-US" dirty="0"/>
              <a:t>Sensor → Control → Output</a:t>
            </a:r>
          </a:p>
          <a:p>
            <a:r>
              <a:rPr lang="en-US" dirty="0"/>
              <a:t>Show flow of information</a:t>
            </a:r>
          </a:p>
        </p:txBody>
      </p:sp>
      <p:sp>
        <p:nvSpPr>
          <p:cNvPr id="11" name="TextBox 10">
            <a:extLst>
              <a:ext uri="{FF2B5EF4-FFF2-40B4-BE49-F238E27FC236}">
                <a16:creationId xmlns:a16="http://schemas.microsoft.com/office/drawing/2014/main" id="{BE52E618-5635-C692-3FB1-3352138A168E}"/>
              </a:ext>
            </a:extLst>
          </p:cNvPr>
          <p:cNvSpPr txBox="1"/>
          <p:nvPr/>
        </p:nvSpPr>
        <p:spPr>
          <a:xfrm>
            <a:off x="6230769" y="5541309"/>
            <a:ext cx="5208196" cy="830997"/>
          </a:xfrm>
          <a:prstGeom prst="rect">
            <a:avLst/>
          </a:prstGeom>
          <a:noFill/>
        </p:spPr>
        <p:txBody>
          <a:bodyPr wrap="square" rtlCol="0">
            <a:spAutoFit/>
          </a:bodyPr>
          <a:lstStyle/>
          <a:p>
            <a:r>
              <a:rPr lang="en-US" sz="1200" b="1" dirty="0"/>
              <a:t>Image Source: </a:t>
            </a:r>
          </a:p>
          <a:p>
            <a:r>
              <a:rPr lang="en-US" sz="1200" dirty="0"/>
              <a:t>J. Freeman, “Block Diagram - Complete Guide with Examples,” </a:t>
            </a:r>
            <a:r>
              <a:rPr lang="en-US" sz="1200" i="1" dirty="0" err="1"/>
              <a:t>EdrawSoft</a:t>
            </a:r>
            <a:endParaRPr lang="en-US" sz="1200" dirty="0"/>
          </a:p>
          <a:p>
            <a:r>
              <a:rPr lang="en-US" sz="1200" dirty="0">
                <a:hlinkClick r:id="rId2"/>
              </a:rPr>
              <a:t>https://www.edrawsoft.com/block-diagram.html</a:t>
            </a:r>
            <a:endParaRPr lang="en-US" sz="1200" dirty="0"/>
          </a:p>
          <a:p>
            <a:r>
              <a:rPr lang="en-US" sz="1200" i="1" dirty="0"/>
              <a:t>Accessed</a:t>
            </a:r>
            <a:r>
              <a:rPr lang="en-US" sz="1200" dirty="0"/>
              <a:t>: Mar. 30, 2026</a:t>
            </a:r>
            <a:endParaRPr lang="en-US" sz="1200" dirty="0">
              <a:solidFill>
                <a:schemeClr val="tx2"/>
              </a:solidFill>
            </a:endParaRPr>
          </a:p>
        </p:txBody>
      </p:sp>
      <p:pic>
        <p:nvPicPr>
          <p:cNvPr id="6" name="Content Placeholder 5" descr="Diagram illustrating a control system for a device, showing Program Control as central component linked to User Interface (Display, Keypad), Motor Control (Compressor, Fan), Connectivity, and various sensors (Air Temp Sensor, Frost/Moisture Sensor, Door Open Sensor, Water/Ice Dispenser). Color-coded blocks include blue for user and motor controls, green for sensors, and purple for connectivity, highlighting data flow and interaction between components.">
            <a:extLst>
              <a:ext uri="{FF2B5EF4-FFF2-40B4-BE49-F238E27FC236}">
                <a16:creationId xmlns:a16="http://schemas.microsoft.com/office/drawing/2014/main" id="{1B8AC020-25E5-170F-69CE-7DDBCDBDC4C2}"/>
              </a:ext>
            </a:extLst>
          </p:cNvPr>
          <p:cNvPicPr>
            <a:picLocks noGrp="1" noChangeAspect="1"/>
          </p:cNvPicPr>
          <p:nvPr>
            <p:ph sz="half" idx="13"/>
          </p:nvPr>
        </p:nvPicPr>
        <p:blipFill>
          <a:blip r:embed="rId3">
            <a:extLst>
              <a:ext uri="{28A0092B-C50C-407E-A947-70E740481C1C}">
                <a14:useLocalDpi xmlns:a14="http://schemas.microsoft.com/office/drawing/2010/main"/>
              </a:ext>
            </a:extLst>
          </a:blip>
          <a:stretch>
            <a:fillRect/>
          </a:stretch>
        </p:blipFill>
        <p:spPr>
          <a:xfrm>
            <a:off x="6472667" y="1504950"/>
            <a:ext cx="4724400" cy="3848100"/>
          </a:xfrm>
          <a:prstGeom prst="rect">
            <a:avLst/>
          </a:prstGeom>
        </p:spPr>
      </p:pic>
    </p:spTree>
    <p:extLst>
      <p:ext uri="{BB962C8B-B14F-4D97-AF65-F5344CB8AC3E}">
        <p14:creationId xmlns:p14="http://schemas.microsoft.com/office/powerpoint/2010/main" val="1538830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B98E7-25FF-724E-9632-DFFD19467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B77CE-CCD7-02E9-7CD5-6BAB7981EE04}"/>
              </a:ext>
            </a:extLst>
          </p:cNvPr>
          <p:cNvSpPr>
            <a:spLocks noGrp="1"/>
          </p:cNvSpPr>
          <p:nvPr>
            <p:ph type="title"/>
          </p:nvPr>
        </p:nvSpPr>
        <p:spPr>
          <a:xfrm>
            <a:off x="457200" y="340657"/>
            <a:ext cx="11269766" cy="810517"/>
          </a:xfrm>
        </p:spPr>
        <p:txBody>
          <a:bodyPr/>
          <a:lstStyle/>
          <a:p>
            <a:r>
              <a:rPr lang="en-US" sz="4000" dirty="0"/>
              <a:t>Refrigerator Block Diagram Overview</a:t>
            </a:r>
          </a:p>
        </p:txBody>
      </p:sp>
      <p:sp>
        <p:nvSpPr>
          <p:cNvPr id="3" name="Content Placeholder 2">
            <a:extLst>
              <a:ext uri="{FF2B5EF4-FFF2-40B4-BE49-F238E27FC236}">
                <a16:creationId xmlns:a16="http://schemas.microsoft.com/office/drawing/2014/main" id="{41B2DEC2-3636-E8D9-841E-9A764E9A322C}"/>
              </a:ext>
            </a:extLst>
          </p:cNvPr>
          <p:cNvSpPr>
            <a:spLocks noGrp="1"/>
          </p:cNvSpPr>
          <p:nvPr>
            <p:ph sz="half" idx="1"/>
          </p:nvPr>
        </p:nvSpPr>
        <p:spPr>
          <a:xfrm>
            <a:off x="457200" y="1157234"/>
            <a:ext cx="5784980" cy="5100131"/>
          </a:xfrm>
        </p:spPr>
        <p:txBody>
          <a:bodyPr/>
          <a:lstStyle/>
          <a:p>
            <a:r>
              <a:rPr lang="en-US" sz="1500" b="1" dirty="0"/>
              <a:t>User Interface</a:t>
            </a:r>
            <a:r>
              <a:rPr lang="en-US" sz="1500" dirty="0"/>
              <a:t> </a:t>
            </a:r>
          </a:p>
          <a:p>
            <a:pPr lvl="1"/>
            <a:r>
              <a:rPr lang="en-US" sz="1500" dirty="0"/>
              <a:t>Display Unit (shows information)</a:t>
            </a:r>
          </a:p>
          <a:p>
            <a:pPr lvl="1"/>
            <a:r>
              <a:rPr lang="en-US" sz="1500" dirty="0"/>
              <a:t>Keypad (user input) </a:t>
            </a:r>
          </a:p>
          <a:p>
            <a:r>
              <a:rPr lang="en-US" sz="1500" b="1" dirty="0"/>
              <a:t>Program Control</a:t>
            </a:r>
            <a:r>
              <a:rPr lang="en-US" sz="1500" dirty="0"/>
              <a:t> </a:t>
            </a:r>
          </a:p>
          <a:p>
            <a:pPr lvl="1"/>
            <a:r>
              <a:rPr lang="en-US" sz="1500" dirty="0"/>
              <a:t>Processor (CPU/MCU)</a:t>
            </a:r>
          </a:p>
          <a:p>
            <a:pPr lvl="1"/>
            <a:r>
              <a:rPr lang="en-US" sz="1500" dirty="0"/>
              <a:t>Manages and coordinates all system functions </a:t>
            </a:r>
          </a:p>
          <a:p>
            <a:r>
              <a:rPr lang="en-US" sz="1500" b="1" dirty="0"/>
              <a:t>Motor Control</a:t>
            </a:r>
            <a:r>
              <a:rPr lang="en-US" sz="1500" dirty="0"/>
              <a:t> </a:t>
            </a:r>
          </a:p>
          <a:p>
            <a:pPr lvl="1"/>
            <a:r>
              <a:rPr lang="en-US" sz="1500" dirty="0"/>
              <a:t>Contains subcomponents related to motor operation </a:t>
            </a:r>
          </a:p>
          <a:p>
            <a:pPr lvl="1"/>
            <a:r>
              <a:rPr lang="en-US" sz="1500" dirty="0"/>
              <a:t>Controls refrigerator motor behavior </a:t>
            </a:r>
          </a:p>
          <a:p>
            <a:r>
              <a:rPr lang="en-US" sz="1500" b="1" dirty="0"/>
              <a:t>Connectivity Block</a:t>
            </a:r>
          </a:p>
          <a:p>
            <a:pPr lvl="1"/>
            <a:r>
              <a:rPr lang="en-US" sz="1500" dirty="0"/>
              <a:t>Enables communication with external systems (e.g., Wi-Fi)</a:t>
            </a:r>
          </a:p>
          <a:p>
            <a:pPr lvl="1"/>
            <a:r>
              <a:rPr lang="it-IT" sz="1500" dirty="0"/>
              <a:t>Allows features such as remote monitoring (via smartphone apps)</a:t>
            </a:r>
          </a:p>
          <a:p>
            <a:r>
              <a:rPr lang="en-US" sz="1500" b="1" dirty="0"/>
              <a:t>Role in the System</a:t>
            </a:r>
          </a:p>
          <a:p>
            <a:pPr lvl="1"/>
            <a:r>
              <a:rPr lang="en-US" sz="1500" dirty="0"/>
              <a:t>Interfaces directly with Program Control</a:t>
            </a:r>
          </a:p>
          <a:p>
            <a:pPr lvl="1"/>
            <a:r>
              <a:rPr lang="en-US" sz="1500" dirty="0"/>
              <a:t>Sends/Receives data between the refrigerator and the outside world</a:t>
            </a:r>
          </a:p>
        </p:txBody>
      </p:sp>
      <p:sp>
        <p:nvSpPr>
          <p:cNvPr id="4" name="TextBox 3">
            <a:extLst>
              <a:ext uri="{FF2B5EF4-FFF2-40B4-BE49-F238E27FC236}">
                <a16:creationId xmlns:a16="http://schemas.microsoft.com/office/drawing/2014/main" id="{53B11CD0-EDE6-3D79-4239-D7D4360EF58D}"/>
              </a:ext>
            </a:extLst>
          </p:cNvPr>
          <p:cNvSpPr txBox="1"/>
          <p:nvPr/>
        </p:nvSpPr>
        <p:spPr>
          <a:xfrm>
            <a:off x="6230769" y="5541309"/>
            <a:ext cx="5208196" cy="830997"/>
          </a:xfrm>
          <a:prstGeom prst="rect">
            <a:avLst/>
          </a:prstGeom>
          <a:noFill/>
        </p:spPr>
        <p:txBody>
          <a:bodyPr wrap="square" rtlCol="0">
            <a:spAutoFit/>
          </a:bodyPr>
          <a:lstStyle/>
          <a:p>
            <a:r>
              <a:rPr lang="en-US" sz="1200" b="1" dirty="0"/>
              <a:t>Image Source: </a:t>
            </a:r>
          </a:p>
          <a:p>
            <a:r>
              <a:rPr lang="en-US" sz="1200" dirty="0"/>
              <a:t>J. Freeman, “Block Diagram - Complete Guide with Examples,” </a:t>
            </a:r>
            <a:r>
              <a:rPr lang="en-US" sz="1200" i="1" dirty="0" err="1"/>
              <a:t>EdrawSoft</a:t>
            </a:r>
            <a:endParaRPr lang="en-US" sz="1200" dirty="0"/>
          </a:p>
          <a:p>
            <a:r>
              <a:rPr lang="en-US" sz="1200" dirty="0">
                <a:hlinkClick r:id="rId2"/>
              </a:rPr>
              <a:t>https://www.edrawsoft.com/block-diagram.html</a:t>
            </a:r>
            <a:endParaRPr lang="en-US" sz="1200" dirty="0"/>
          </a:p>
          <a:p>
            <a:r>
              <a:rPr lang="en-US" sz="1200" i="1" dirty="0"/>
              <a:t>Accessed</a:t>
            </a:r>
            <a:r>
              <a:rPr lang="en-US" sz="1200" dirty="0"/>
              <a:t>: Mar. 30, 2026</a:t>
            </a:r>
            <a:endParaRPr lang="en-US" sz="1200" dirty="0">
              <a:solidFill>
                <a:schemeClr val="tx2"/>
              </a:solidFill>
            </a:endParaRPr>
          </a:p>
        </p:txBody>
      </p:sp>
      <p:pic>
        <p:nvPicPr>
          <p:cNvPr id="6" name="Content Placeholder 5" descr="Diagram illustrating a control system for a device, showing Program Control as central component linked to User Interface (Display, Keypad), Motor Control (Compressor, Fan), Connectivity, and various sensors (Air Temp Sensor, Frost/Moisture Sensor, Door Open Sensor, Water/Ice Dispenser). Color-coded blocks include blue for user and motor controls, green for sensors, and purple for connectivity, highlighting data flow and interaction between components.">
            <a:extLst>
              <a:ext uri="{FF2B5EF4-FFF2-40B4-BE49-F238E27FC236}">
                <a16:creationId xmlns:a16="http://schemas.microsoft.com/office/drawing/2014/main" id="{94451AA1-0AE0-3B0C-37F8-B0E815879C07}"/>
              </a:ext>
            </a:extLst>
          </p:cNvPr>
          <p:cNvPicPr>
            <a:picLocks noGrp="1" noChangeAspect="1"/>
          </p:cNvPicPr>
          <p:nvPr>
            <p:ph sz="half" idx="13"/>
          </p:nvPr>
        </p:nvPicPr>
        <p:blipFill>
          <a:blip r:embed="rId3">
            <a:extLst>
              <a:ext uri="{28A0092B-C50C-407E-A947-70E740481C1C}">
                <a14:useLocalDpi xmlns:a14="http://schemas.microsoft.com/office/drawing/2010/main"/>
              </a:ext>
            </a:extLst>
          </a:blip>
          <a:stretch>
            <a:fillRect/>
          </a:stretch>
        </p:blipFill>
        <p:spPr>
          <a:xfrm>
            <a:off x="6472667" y="1504950"/>
            <a:ext cx="4724400" cy="3848100"/>
          </a:xfrm>
          <a:prstGeom prst="rect">
            <a:avLst/>
          </a:prstGeom>
        </p:spPr>
      </p:pic>
    </p:spTree>
    <p:extLst>
      <p:ext uri="{BB962C8B-B14F-4D97-AF65-F5344CB8AC3E}">
        <p14:creationId xmlns:p14="http://schemas.microsoft.com/office/powerpoint/2010/main" val="3501084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FB36B-C1F5-5055-2850-299151DE4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A964B-FFD3-1863-7279-AD64A3004FEF}"/>
              </a:ext>
            </a:extLst>
          </p:cNvPr>
          <p:cNvSpPr>
            <a:spLocks noGrp="1"/>
          </p:cNvSpPr>
          <p:nvPr>
            <p:ph type="title"/>
          </p:nvPr>
        </p:nvSpPr>
        <p:spPr>
          <a:xfrm>
            <a:off x="457200" y="215153"/>
            <a:ext cx="11269766" cy="663388"/>
          </a:xfrm>
        </p:spPr>
        <p:txBody>
          <a:bodyPr/>
          <a:lstStyle/>
          <a:p>
            <a:r>
              <a:rPr lang="en-US" dirty="0"/>
              <a:t>Example Camera Block Diagram</a:t>
            </a:r>
          </a:p>
        </p:txBody>
      </p:sp>
      <p:sp>
        <p:nvSpPr>
          <p:cNvPr id="4" name="Content Placeholder 3">
            <a:extLst>
              <a:ext uri="{FF2B5EF4-FFF2-40B4-BE49-F238E27FC236}">
                <a16:creationId xmlns:a16="http://schemas.microsoft.com/office/drawing/2014/main" id="{DC311CDE-DD46-D3AC-5274-BC220041A434}"/>
              </a:ext>
            </a:extLst>
          </p:cNvPr>
          <p:cNvSpPr>
            <a:spLocks noGrp="1"/>
          </p:cNvSpPr>
          <p:nvPr>
            <p:ph sz="half" idx="13"/>
          </p:nvPr>
        </p:nvSpPr>
        <p:spPr>
          <a:xfrm>
            <a:off x="457200" y="3200400"/>
            <a:ext cx="11269766" cy="3164541"/>
          </a:xfrm>
        </p:spPr>
        <p:txBody>
          <a:bodyPr/>
          <a:lstStyle/>
          <a:p>
            <a:r>
              <a:rPr lang="en-US" sz="2400" b="1" dirty="0"/>
              <a:t>Optical Stage</a:t>
            </a:r>
            <a:r>
              <a:rPr lang="en-US" sz="2400" dirty="0"/>
              <a:t>: Lenses focus light onto the sensor</a:t>
            </a:r>
          </a:p>
          <a:p>
            <a:r>
              <a:rPr lang="en-US" sz="2400" b="1" dirty="0"/>
              <a:t>Sensing Stage</a:t>
            </a:r>
            <a:r>
              <a:rPr lang="en-US" sz="2400" dirty="0"/>
              <a:t>: Image sensor converts light </a:t>
            </a:r>
            <a:r>
              <a:rPr lang="en-US" sz="2400" dirty="0">
                <a:sym typeface="Wingdings" panose="05000000000000000000" pitchFamily="2" charset="2"/>
              </a:rPr>
              <a:t></a:t>
            </a:r>
            <a:r>
              <a:rPr lang="en-US" sz="2400" dirty="0"/>
              <a:t> electrical signal</a:t>
            </a:r>
          </a:p>
          <a:p>
            <a:r>
              <a:rPr lang="en-US" sz="2400" b="1" dirty="0"/>
              <a:t>Analog Front-End</a:t>
            </a:r>
            <a:r>
              <a:rPr lang="en-US" sz="2400" dirty="0"/>
              <a:t>: AGC adjusts gain, ADC digitizes signal</a:t>
            </a:r>
          </a:p>
          <a:p>
            <a:r>
              <a:rPr lang="en-US" sz="2400" b="1" dirty="0"/>
              <a:t>Control Systems</a:t>
            </a:r>
            <a:r>
              <a:rPr lang="en-US" sz="2400" dirty="0"/>
              <a:t>: Auto-focus &amp; auto-exposure optimize capture</a:t>
            </a:r>
          </a:p>
          <a:p>
            <a:r>
              <a:rPr lang="en-US" sz="2400" b="1" dirty="0"/>
              <a:t>Image Processing</a:t>
            </a:r>
            <a:r>
              <a:rPr lang="en-US" sz="2400" dirty="0"/>
              <a:t>: image correction stage</a:t>
            </a:r>
          </a:p>
          <a:p>
            <a:r>
              <a:rPr lang="en-US" sz="2400" b="1" dirty="0"/>
              <a:t>Output</a:t>
            </a:r>
            <a:r>
              <a:rPr lang="en-US" sz="2400" dirty="0"/>
              <a:t>: Image stored or displayed via interface</a:t>
            </a:r>
            <a:endParaRPr lang="en-US" sz="1200" dirty="0"/>
          </a:p>
          <a:p>
            <a:r>
              <a:rPr lang="en-US" sz="1200" b="1" dirty="0">
                <a:solidFill>
                  <a:schemeClr val="tx1"/>
                </a:solidFill>
              </a:rPr>
              <a:t>Image Source</a:t>
            </a:r>
            <a:r>
              <a:rPr lang="en-US" sz="1200" dirty="0">
                <a:solidFill>
                  <a:schemeClr val="tx1"/>
                </a:solidFill>
              </a:rPr>
              <a:t>: H. </a:t>
            </a:r>
            <a:r>
              <a:rPr lang="en-US" sz="1200" dirty="0" err="1">
                <a:solidFill>
                  <a:schemeClr val="tx1"/>
                </a:solidFill>
              </a:rPr>
              <a:t>Phelippeau</a:t>
            </a:r>
            <a:r>
              <a:rPr lang="en-US" sz="1200" dirty="0">
                <a:solidFill>
                  <a:schemeClr val="tx1"/>
                </a:solidFill>
              </a:rPr>
              <a:t>, et al., “Bayer bilateral denoising on </a:t>
            </a:r>
            <a:r>
              <a:rPr lang="en-US" sz="1200" dirty="0" err="1">
                <a:solidFill>
                  <a:schemeClr val="tx1"/>
                </a:solidFill>
              </a:rPr>
              <a:t>TriMedia</a:t>
            </a:r>
            <a:r>
              <a:rPr lang="en-US" sz="1200" dirty="0">
                <a:solidFill>
                  <a:schemeClr val="tx1"/>
                </a:solidFill>
              </a:rPr>
              <a:t> 3270,” Proc. SPIE (Int. Soc. Opt. Eng.), Feb. 2009</a:t>
            </a:r>
          </a:p>
        </p:txBody>
      </p:sp>
      <p:pic>
        <p:nvPicPr>
          <p:cNvPr id="8" name="Content Placeholder 7" descr="Diagram illustrating digital camera image processing workflow, starting from lens system capturing light through a CFA (color filter array) on image sensor. Key components include AGC, ADC, demosaicing, image processing, and storage, with feedback loops for autofocus and auto exposure control.">
            <a:extLst>
              <a:ext uri="{FF2B5EF4-FFF2-40B4-BE49-F238E27FC236}">
                <a16:creationId xmlns:a16="http://schemas.microsoft.com/office/drawing/2014/main" id="{0CB9A28E-4205-A42B-7F7E-EF8A308AB2D9}"/>
              </a:ext>
            </a:extLst>
          </p:cNvPr>
          <p:cNvPicPr>
            <a:picLocks noGrp="1" noChangeAspect="1"/>
          </p:cNvPicPr>
          <p:nvPr>
            <p:ph sz="half" idx="1"/>
          </p:nvPr>
        </p:nvPicPr>
        <p:blipFill>
          <a:blip r:embed="rId2"/>
          <a:stretch>
            <a:fillRect/>
          </a:stretch>
        </p:blipFill>
        <p:spPr>
          <a:xfrm>
            <a:off x="2108392" y="968190"/>
            <a:ext cx="7967382" cy="2102388"/>
          </a:xfrm>
          <a:prstGeom prst="rect">
            <a:avLst/>
          </a:prstGeom>
        </p:spPr>
      </p:pic>
    </p:spTree>
    <p:extLst>
      <p:ext uri="{BB962C8B-B14F-4D97-AF65-F5344CB8AC3E}">
        <p14:creationId xmlns:p14="http://schemas.microsoft.com/office/powerpoint/2010/main" val="1893791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D556-1B3A-1591-D92A-7BCFC4503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E3797-FC15-ED16-D59E-83F7EC1AF4B4}"/>
              </a:ext>
            </a:extLst>
          </p:cNvPr>
          <p:cNvSpPr>
            <a:spLocks noGrp="1"/>
          </p:cNvSpPr>
          <p:nvPr>
            <p:ph type="title"/>
          </p:nvPr>
        </p:nvSpPr>
        <p:spPr/>
        <p:txBody>
          <a:bodyPr/>
          <a:lstStyle/>
          <a:p>
            <a:r>
              <a:rPr lang="en-US" dirty="0"/>
              <a:t>Inputs, Processing, Outputs</a:t>
            </a:r>
          </a:p>
        </p:txBody>
      </p:sp>
      <p:pic>
        <p:nvPicPr>
          <p:cNvPr id="9" name="Content Placeholder 8" descr="Diagram illustrating a control system with inputs, processing, and outputs. Inputs include a thermometer and window sensor feeding into a logic/processing unit labeled &quot;rules + logic,&quot; which controls outputs of a fan and an alarm bell.">
            <a:extLst>
              <a:ext uri="{FF2B5EF4-FFF2-40B4-BE49-F238E27FC236}">
                <a16:creationId xmlns:a16="http://schemas.microsoft.com/office/drawing/2014/main" id="{B4CA8951-6B15-7AE3-435C-59EE08C83731}"/>
              </a:ext>
            </a:extLst>
          </p:cNvPr>
          <p:cNvPicPr>
            <a:picLocks noGrp="1" noChangeAspect="1"/>
          </p:cNvPicPr>
          <p:nvPr>
            <p:ph sz="half" idx="1"/>
          </p:nvPr>
        </p:nvPicPr>
        <p:blipFill>
          <a:blip r:embed="rId2" cstate="screen">
            <a:extLst>
              <a:ext uri="{28A0092B-C50C-407E-A947-70E740481C1C}">
                <a14:useLocalDpi xmlns:a14="http://schemas.microsoft.com/office/drawing/2010/main"/>
              </a:ext>
            </a:extLst>
          </a:blip>
          <a:srcRect/>
          <a:stretch/>
        </p:blipFill>
        <p:spPr>
          <a:xfrm>
            <a:off x="457200" y="1824037"/>
            <a:ext cx="5524500" cy="2981752"/>
          </a:xfrm>
          <a:prstGeom prst="rect">
            <a:avLst/>
          </a:prstGeom>
        </p:spPr>
      </p:pic>
      <p:sp>
        <p:nvSpPr>
          <p:cNvPr id="4" name="Content Placeholder 3">
            <a:extLst>
              <a:ext uri="{FF2B5EF4-FFF2-40B4-BE49-F238E27FC236}">
                <a16:creationId xmlns:a16="http://schemas.microsoft.com/office/drawing/2014/main" id="{3E3ED721-176F-E0E8-11AE-1BB2E9AA5D01}"/>
              </a:ext>
            </a:extLst>
          </p:cNvPr>
          <p:cNvSpPr>
            <a:spLocks noGrp="1"/>
          </p:cNvSpPr>
          <p:nvPr>
            <p:ph sz="half" idx="13"/>
          </p:nvPr>
        </p:nvSpPr>
        <p:spPr>
          <a:xfrm>
            <a:off x="6202466" y="1824037"/>
            <a:ext cx="5524500" cy="4443598"/>
          </a:xfrm>
        </p:spPr>
        <p:txBody>
          <a:bodyPr/>
          <a:lstStyle/>
          <a:p>
            <a:r>
              <a:rPr lang="en-US" sz="3200" b="1" dirty="0"/>
              <a:t>Inputs</a:t>
            </a:r>
            <a:r>
              <a:rPr lang="en-US" sz="3200" dirty="0"/>
              <a:t>: Data/Signals In</a:t>
            </a:r>
          </a:p>
          <a:p>
            <a:r>
              <a:rPr lang="en-US" sz="3200" b="1" dirty="0"/>
              <a:t>Processing</a:t>
            </a:r>
            <a:r>
              <a:rPr lang="en-US" sz="3200" dirty="0"/>
              <a:t>: Rules + Logic</a:t>
            </a:r>
          </a:p>
          <a:p>
            <a:r>
              <a:rPr lang="en-US" sz="3200" b="1" dirty="0"/>
              <a:t>Outputs</a:t>
            </a:r>
            <a:r>
              <a:rPr lang="en-US" sz="3200" dirty="0"/>
              <a:t>: Actions</a:t>
            </a:r>
          </a:p>
        </p:txBody>
      </p:sp>
    </p:spTree>
    <p:extLst>
      <p:ext uri="{BB962C8B-B14F-4D97-AF65-F5344CB8AC3E}">
        <p14:creationId xmlns:p14="http://schemas.microsoft.com/office/powerpoint/2010/main" val="3031703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4B355-C45D-FE1F-F304-EC19CDAABDA8}"/>
              </a:ext>
            </a:extLst>
          </p:cNvPr>
          <p:cNvSpPr>
            <a:spLocks noGrp="1"/>
          </p:cNvSpPr>
          <p:nvPr>
            <p:ph type="title"/>
          </p:nvPr>
        </p:nvSpPr>
        <p:spPr/>
        <p:txBody>
          <a:bodyPr/>
          <a:lstStyle/>
          <a:p>
            <a:r>
              <a:rPr lang="en-US" dirty="0"/>
              <a:t>From Idea to Chip</a:t>
            </a:r>
          </a:p>
        </p:txBody>
      </p:sp>
      <p:sp>
        <p:nvSpPr>
          <p:cNvPr id="3" name="Content Placeholder 2">
            <a:extLst>
              <a:ext uri="{FF2B5EF4-FFF2-40B4-BE49-F238E27FC236}">
                <a16:creationId xmlns:a16="http://schemas.microsoft.com/office/drawing/2014/main" id="{4FA6709D-6AE0-6497-89D5-BF7193E082B4}"/>
              </a:ext>
            </a:extLst>
          </p:cNvPr>
          <p:cNvSpPr>
            <a:spLocks noGrp="1"/>
          </p:cNvSpPr>
          <p:nvPr>
            <p:ph sz="half" idx="1"/>
          </p:nvPr>
        </p:nvSpPr>
        <p:spPr/>
        <p:txBody>
          <a:bodyPr/>
          <a:lstStyle/>
          <a:p>
            <a:r>
              <a:rPr lang="en-US" dirty="0"/>
              <a:t>Start with a problem</a:t>
            </a:r>
          </a:p>
          <a:p>
            <a:r>
              <a:rPr lang="en-US" dirty="0"/>
              <a:t>Define inputs/outputs</a:t>
            </a:r>
          </a:p>
          <a:p>
            <a:r>
              <a:rPr lang="en-US" dirty="0"/>
              <a:t>Create block diagram</a:t>
            </a:r>
          </a:p>
          <a:p>
            <a:r>
              <a:rPr lang="en-US" dirty="0"/>
              <a:t>Build the system</a:t>
            </a:r>
          </a:p>
        </p:txBody>
      </p:sp>
      <p:pic>
        <p:nvPicPr>
          <p:cNvPr id="10" name="Content Placeholder 9">
            <a:extLst>
              <a:ext uri="{FF2B5EF4-FFF2-40B4-BE49-F238E27FC236}">
                <a16:creationId xmlns:a16="http://schemas.microsoft.com/office/drawing/2014/main" id="{400DBE9C-2283-5B05-9CA3-F9FB9F061F5D}"/>
              </a:ext>
              <a:ext uri="{C183D7F6-B498-43B3-948B-1728B52AA6E4}">
                <adec:decorative xmlns:adec="http://schemas.microsoft.com/office/drawing/2017/decorative" val="1"/>
              </a:ext>
            </a:extLst>
          </p:cNvPr>
          <p:cNvPicPr>
            <a:picLocks noGrp="1" noChangeAspect="1"/>
          </p:cNvPicPr>
          <p:nvPr>
            <p:ph sz="half" idx="13"/>
          </p:nvPr>
        </p:nvPicPr>
        <p:blipFill>
          <a:blip r:embed="rId2">
            <a:extLst>
              <a:ext uri="{28A0092B-C50C-407E-A947-70E740481C1C}">
                <a14:useLocalDpi xmlns:a14="http://schemas.microsoft.com/office/drawing/2010/main"/>
              </a:ext>
            </a:extLst>
          </a:blip>
          <a:srcRect/>
          <a:stretch/>
        </p:blipFill>
        <p:spPr>
          <a:xfrm>
            <a:off x="6210302" y="1600199"/>
            <a:ext cx="5516664" cy="2717163"/>
          </a:xfrm>
          <a:prstGeom prst="rect">
            <a:avLst/>
          </a:prstGeom>
        </p:spPr>
      </p:pic>
    </p:spTree>
    <p:extLst>
      <p:ext uri="{BB962C8B-B14F-4D97-AF65-F5344CB8AC3E}">
        <p14:creationId xmlns:p14="http://schemas.microsoft.com/office/powerpoint/2010/main" val="3980464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6CE0F-F109-9A67-1D20-9337DCA4ECDE}"/>
              </a:ext>
            </a:extLst>
          </p:cNvPr>
          <p:cNvSpPr>
            <a:spLocks noGrp="1"/>
          </p:cNvSpPr>
          <p:nvPr>
            <p:ph type="title"/>
          </p:nvPr>
        </p:nvSpPr>
        <p:spPr/>
        <p:txBody>
          <a:bodyPr/>
          <a:lstStyle/>
          <a:p>
            <a:r>
              <a:rPr lang="en-US" dirty="0"/>
              <a:t>The Chip Design Journey</a:t>
            </a:r>
          </a:p>
        </p:txBody>
      </p:sp>
      <p:pic>
        <p:nvPicPr>
          <p:cNvPr id="8" name="Content Placeholder 7" descr="A hand-drawn flowchart illustrating a product development process with five stages: Idea, Design, Build, Test, and Use in real products. Each stage is represented by simple black-and-white sketches, including a lightbulb for Idea, a paper with code for Design, a microchip for Build, hands testing a chip for Test, and drones for Use in real products.">
            <a:extLst>
              <a:ext uri="{FF2B5EF4-FFF2-40B4-BE49-F238E27FC236}">
                <a16:creationId xmlns:a16="http://schemas.microsoft.com/office/drawing/2014/main" id="{D9EF8CD6-C2D6-950F-9C41-FA41EE129B3B}"/>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57200" y="2172104"/>
            <a:ext cx="11269663" cy="3672667"/>
          </a:xfrm>
          <a:prstGeom prst="rect">
            <a:avLst/>
          </a:prstGeom>
        </p:spPr>
      </p:pic>
    </p:spTree>
    <p:extLst>
      <p:ext uri="{BB962C8B-B14F-4D97-AF65-F5344CB8AC3E}">
        <p14:creationId xmlns:p14="http://schemas.microsoft.com/office/powerpoint/2010/main" val="1834931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1C3C6-F8FE-F676-8648-670FEF826C16}"/>
              </a:ext>
            </a:extLst>
          </p:cNvPr>
          <p:cNvSpPr>
            <a:spLocks noGrp="1"/>
          </p:cNvSpPr>
          <p:nvPr>
            <p:ph type="title"/>
          </p:nvPr>
        </p:nvSpPr>
        <p:spPr/>
        <p:txBody>
          <a:bodyPr/>
          <a:lstStyle/>
          <a:p>
            <a:r>
              <a:rPr lang="en-US" dirty="0"/>
              <a:t>Real Engineering Flow (Simplified)</a:t>
            </a:r>
          </a:p>
        </p:txBody>
      </p:sp>
      <p:sp>
        <p:nvSpPr>
          <p:cNvPr id="7" name="Content Placeholder 6">
            <a:extLst>
              <a:ext uri="{FF2B5EF4-FFF2-40B4-BE49-F238E27FC236}">
                <a16:creationId xmlns:a16="http://schemas.microsoft.com/office/drawing/2014/main" id="{CDEA0075-3990-43A1-6258-41FE0B5C2E56}"/>
              </a:ext>
            </a:extLst>
          </p:cNvPr>
          <p:cNvSpPr>
            <a:spLocks noGrp="1"/>
          </p:cNvSpPr>
          <p:nvPr>
            <p:ph sz="half" idx="1"/>
          </p:nvPr>
        </p:nvSpPr>
        <p:spPr>
          <a:xfrm>
            <a:off x="457200" y="4473388"/>
            <a:ext cx="5524500" cy="1794247"/>
          </a:xfrm>
        </p:spPr>
        <p:txBody>
          <a:bodyPr/>
          <a:lstStyle/>
          <a:p>
            <a:pPr marL="514350" indent="-514350">
              <a:buFont typeface="+mj-lt"/>
              <a:buAutoNum type="arabicPeriod"/>
            </a:pPr>
            <a:r>
              <a:rPr lang="en-US" dirty="0"/>
              <a:t>Define problem</a:t>
            </a:r>
          </a:p>
          <a:p>
            <a:pPr marL="514350" indent="-514350">
              <a:buFont typeface="+mj-lt"/>
              <a:buAutoNum type="arabicPeriod"/>
            </a:pPr>
            <a:r>
              <a:rPr lang="en-US" dirty="0"/>
              <a:t>Design system</a:t>
            </a:r>
          </a:p>
        </p:txBody>
      </p:sp>
      <p:sp>
        <p:nvSpPr>
          <p:cNvPr id="8" name="Content Placeholder 7">
            <a:extLst>
              <a:ext uri="{FF2B5EF4-FFF2-40B4-BE49-F238E27FC236}">
                <a16:creationId xmlns:a16="http://schemas.microsoft.com/office/drawing/2014/main" id="{DD34375C-0E68-6452-3071-783D9AC16D95}"/>
              </a:ext>
            </a:extLst>
          </p:cNvPr>
          <p:cNvSpPr>
            <a:spLocks noGrp="1"/>
          </p:cNvSpPr>
          <p:nvPr>
            <p:ph sz="half" idx="13"/>
          </p:nvPr>
        </p:nvSpPr>
        <p:spPr>
          <a:xfrm>
            <a:off x="6202466" y="4473388"/>
            <a:ext cx="5524500" cy="1794247"/>
          </a:xfrm>
        </p:spPr>
        <p:txBody>
          <a:bodyPr/>
          <a:lstStyle/>
          <a:p>
            <a:pPr marL="514350" indent="-514350">
              <a:buFont typeface="+mj-lt"/>
              <a:buAutoNum type="arabicPeriod" startAt="3"/>
            </a:pPr>
            <a:r>
              <a:rPr lang="en-US" dirty="0"/>
              <a:t>Check it works (simulation)</a:t>
            </a:r>
          </a:p>
          <a:p>
            <a:pPr marL="514350" indent="-514350">
              <a:buFont typeface="+mj-lt"/>
              <a:buAutoNum type="arabicPeriod" startAt="3"/>
            </a:pPr>
            <a:r>
              <a:rPr lang="en-US" dirty="0"/>
              <a:t>Build it (fabrication)</a:t>
            </a:r>
          </a:p>
          <a:p>
            <a:endParaRPr lang="en-US" dirty="0"/>
          </a:p>
        </p:txBody>
      </p:sp>
      <p:pic>
        <p:nvPicPr>
          <p:cNvPr id="10" name="Picture 9">
            <a:extLst>
              <a:ext uri="{FF2B5EF4-FFF2-40B4-BE49-F238E27FC236}">
                <a16:creationId xmlns:a16="http://schemas.microsoft.com/office/drawing/2014/main" id="{96753217-2A78-9424-A9EA-050839AC616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122829" y="1770529"/>
            <a:ext cx="9717741" cy="2371882"/>
          </a:xfrm>
          <a:prstGeom prst="rect">
            <a:avLst/>
          </a:prstGeom>
        </p:spPr>
      </p:pic>
    </p:spTree>
    <p:extLst>
      <p:ext uri="{BB962C8B-B14F-4D97-AF65-F5344CB8AC3E}">
        <p14:creationId xmlns:p14="http://schemas.microsoft.com/office/powerpoint/2010/main" val="1288283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C0BB-1C39-DCF7-D5E9-DC7753FA63E9}"/>
              </a:ext>
            </a:extLst>
          </p:cNvPr>
          <p:cNvSpPr>
            <a:spLocks noGrp="1"/>
          </p:cNvSpPr>
          <p:nvPr>
            <p:ph type="title"/>
          </p:nvPr>
        </p:nvSpPr>
        <p:spPr/>
        <p:txBody>
          <a:bodyPr/>
          <a:lstStyle/>
          <a:p>
            <a:r>
              <a:rPr lang="en-US" dirty="0"/>
              <a:t>What Is CMOS? (Very High Level)</a:t>
            </a:r>
          </a:p>
        </p:txBody>
      </p:sp>
      <p:sp>
        <p:nvSpPr>
          <p:cNvPr id="3" name="Content Placeholder 2">
            <a:extLst>
              <a:ext uri="{FF2B5EF4-FFF2-40B4-BE49-F238E27FC236}">
                <a16:creationId xmlns:a16="http://schemas.microsoft.com/office/drawing/2014/main" id="{401658DA-DDC1-F9A1-2A44-5892815FCA57}"/>
              </a:ext>
            </a:extLst>
          </p:cNvPr>
          <p:cNvSpPr>
            <a:spLocks noGrp="1"/>
          </p:cNvSpPr>
          <p:nvPr>
            <p:ph sz="half" idx="1"/>
          </p:nvPr>
        </p:nvSpPr>
        <p:spPr/>
        <p:txBody>
          <a:bodyPr/>
          <a:lstStyle/>
          <a:p>
            <a:r>
              <a:rPr lang="en-US" dirty="0"/>
              <a:t>A way to build digital circuits</a:t>
            </a:r>
          </a:p>
          <a:p>
            <a:r>
              <a:rPr lang="en-US" dirty="0"/>
              <a:t>Uses tiny switches (transistors)</a:t>
            </a:r>
          </a:p>
          <a:p>
            <a:pPr lvl="1"/>
            <a:r>
              <a:rPr lang="en-US" dirty="0"/>
              <a:t>Voltage applied between the gate and source acts as a control voltage</a:t>
            </a:r>
          </a:p>
          <a:p>
            <a:r>
              <a:rPr lang="en-US" dirty="0"/>
              <a:t>Foundation of modern chips</a:t>
            </a:r>
          </a:p>
          <a:p>
            <a:endParaRPr lang="en-US" dirty="0"/>
          </a:p>
          <a:p>
            <a:pPr lvl="1"/>
            <a:endParaRPr lang="en-US" dirty="0"/>
          </a:p>
          <a:p>
            <a:pPr lvl="1"/>
            <a:endParaRPr lang="en-US" dirty="0"/>
          </a:p>
        </p:txBody>
      </p:sp>
      <p:pic>
        <p:nvPicPr>
          <p:cNvPr id="2050" name="Picture 2" descr="Diagram illustrating NMOS transistor operation with gate-source voltage (V_GS) relative to threshold voltage (V_T). Top section shows V_GS less than V_T with no current flow, bottom section shows V_GS greater than V_T with current flow indicated by green arrows, using color-coded labels and symbols for gate (G), drain (D), and source (S).">
            <a:extLst>
              <a:ext uri="{FF2B5EF4-FFF2-40B4-BE49-F238E27FC236}">
                <a16:creationId xmlns:a16="http://schemas.microsoft.com/office/drawing/2014/main" id="{5A28C1C7-C0F9-2519-163A-997B850DD9DC}"/>
              </a:ext>
            </a:extLst>
          </p:cNvPr>
          <p:cNvPicPr>
            <a:picLocks noGrp="1" noChangeAspect="1" noChangeArrowheads="1"/>
          </p:cNvPicPr>
          <p:nvPr>
            <p:ph sz="half" idx="13"/>
          </p:nvPr>
        </p:nvPicPr>
        <p:blipFill rotWithShape="1">
          <a:blip r:embed="rId2" cstate="screen">
            <a:extLst>
              <a:ext uri="{28A0092B-C50C-407E-A947-70E740481C1C}">
                <a14:useLocalDpi xmlns:a14="http://schemas.microsoft.com/office/drawing/2010/main"/>
              </a:ext>
            </a:extLst>
          </a:blip>
          <a:srcRect/>
          <a:stretch>
            <a:fillRect/>
          </a:stretch>
        </p:blipFill>
        <p:spPr bwMode="auto">
          <a:xfrm>
            <a:off x="6107205" y="1939850"/>
            <a:ext cx="2560320" cy="241924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2052" name="Picture 4" descr="Diagram illustrating PMOS transistor operation with two scenarios based on source-gate voltage (V_SG). Top section shows V_SG less than threshold voltage magnitude with no current flow, while bottom section shows V_SG greater than threshold voltage magnitude with current flowing, indicated by green arrows; labels include gate (G), source (S), drain (D), and voltage polarities.">
            <a:extLst>
              <a:ext uri="{FF2B5EF4-FFF2-40B4-BE49-F238E27FC236}">
                <a16:creationId xmlns:a16="http://schemas.microsoft.com/office/drawing/2014/main" id="{FE7B8B52-0850-E257-588A-8777C32C54D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a:fillRect/>
          </a:stretch>
        </p:blipFill>
        <p:spPr bwMode="auto">
          <a:xfrm>
            <a:off x="8860713" y="1939849"/>
            <a:ext cx="2829261" cy="2417407"/>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94F005C-4897-AEFA-4BFB-C10527A54135}"/>
              </a:ext>
            </a:extLst>
          </p:cNvPr>
          <p:cNvSpPr txBox="1"/>
          <p:nvPr/>
        </p:nvSpPr>
        <p:spPr>
          <a:xfrm>
            <a:off x="6107204" y="4458957"/>
            <a:ext cx="5582769" cy="830997"/>
          </a:xfrm>
          <a:prstGeom prst="rect">
            <a:avLst/>
          </a:prstGeom>
          <a:noFill/>
        </p:spPr>
        <p:txBody>
          <a:bodyPr wrap="square" rtlCol="0">
            <a:spAutoFit/>
          </a:bodyPr>
          <a:lstStyle/>
          <a:p>
            <a:r>
              <a:rPr lang="en-US" sz="1200" b="1" dirty="0"/>
              <a:t>Image Source: </a:t>
            </a:r>
          </a:p>
          <a:p>
            <a:r>
              <a:rPr lang="en-US" sz="1200" dirty="0"/>
              <a:t>All About Electronics, “CMOS Logic Gates Explained” </a:t>
            </a:r>
            <a:br>
              <a:rPr lang="en-US" sz="1200" dirty="0"/>
            </a:br>
            <a:r>
              <a:rPr lang="en-US" sz="1200" dirty="0">
                <a:hlinkClick r:id="rId4"/>
              </a:rPr>
              <a:t>https://www.allaboutelectronics.org/cmos-logic-gates-explained</a:t>
            </a:r>
            <a:r>
              <a:rPr lang="en-US" sz="1200" dirty="0"/>
              <a:t> </a:t>
            </a:r>
          </a:p>
          <a:p>
            <a:r>
              <a:rPr lang="en-US" sz="1200" i="1" dirty="0"/>
              <a:t>Accessed</a:t>
            </a:r>
            <a:r>
              <a:rPr lang="en-US" sz="1200" dirty="0"/>
              <a:t>: Apr. 4, 2026</a:t>
            </a:r>
            <a:endParaRPr lang="en-US" sz="1200" dirty="0">
              <a:solidFill>
                <a:schemeClr val="tx2"/>
              </a:solidFill>
            </a:endParaRPr>
          </a:p>
        </p:txBody>
      </p:sp>
    </p:spTree>
    <p:extLst>
      <p:ext uri="{BB962C8B-B14F-4D97-AF65-F5344CB8AC3E}">
        <p14:creationId xmlns:p14="http://schemas.microsoft.com/office/powerpoint/2010/main" val="3930431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B27A6-88A8-7778-7E87-F184FC4D3009}"/>
              </a:ext>
            </a:extLst>
          </p:cNvPr>
          <p:cNvSpPr>
            <a:spLocks noGrp="1"/>
          </p:cNvSpPr>
          <p:nvPr>
            <p:ph type="title"/>
          </p:nvPr>
        </p:nvSpPr>
        <p:spPr/>
        <p:txBody>
          <a:bodyPr/>
          <a:lstStyle/>
          <a:p>
            <a:r>
              <a:rPr lang="en-US" dirty="0"/>
              <a:t>Why Simulation Matters</a:t>
            </a:r>
          </a:p>
        </p:txBody>
      </p:sp>
      <p:pic>
        <p:nvPicPr>
          <p:cNvPr id="11266" name="Picture 2" descr="How to Test Your Design with Vivado's Behavioral Simulation - Hackster.io">
            <a:extLst>
              <a:ext uri="{FF2B5EF4-FFF2-40B4-BE49-F238E27FC236}">
                <a16:creationId xmlns:a16="http://schemas.microsoft.com/office/drawing/2014/main" id="{8B611F79-8608-0CE5-4A21-3644A68C753F}"/>
              </a:ext>
            </a:extLst>
          </p:cNvPr>
          <p:cNvPicPr>
            <a:picLocks noGrp="1" noChangeAspect="1" noChangeArrowheads="1"/>
          </p:cNvPicPr>
          <p:nvPr>
            <p:ph sz="half" idx="1"/>
          </p:nvPr>
        </p:nvPicPr>
        <p:blipFill>
          <a:blip r:embed="rId2">
            <a:extLst>
              <a:ext uri="{28A0092B-C50C-407E-A947-70E740481C1C}">
                <a14:useLocalDpi xmlns:a14="http://schemas.microsoft.com/office/drawing/2010/main"/>
              </a:ext>
            </a:extLst>
          </a:blip>
          <a:srcRect/>
          <a:stretch>
            <a:fillRect/>
          </a:stretch>
        </p:blipFill>
        <p:spPr bwMode="auto">
          <a:xfrm>
            <a:off x="457200" y="1824037"/>
            <a:ext cx="5524500" cy="414337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B15ADDEB-9CD9-868A-1F8D-86DEB673E415}"/>
              </a:ext>
            </a:extLst>
          </p:cNvPr>
          <p:cNvSpPr>
            <a:spLocks noGrp="1"/>
          </p:cNvSpPr>
          <p:nvPr>
            <p:ph sz="half" idx="13"/>
          </p:nvPr>
        </p:nvSpPr>
        <p:spPr>
          <a:xfrm>
            <a:off x="6202466" y="1824037"/>
            <a:ext cx="5524500" cy="4443598"/>
          </a:xfrm>
        </p:spPr>
        <p:txBody>
          <a:bodyPr/>
          <a:lstStyle/>
          <a:p>
            <a:r>
              <a:rPr lang="en-US" dirty="0"/>
              <a:t>Test before building</a:t>
            </a:r>
          </a:p>
          <a:p>
            <a:r>
              <a:rPr lang="en-US" dirty="0"/>
              <a:t>Find mistakes early</a:t>
            </a:r>
          </a:p>
          <a:p>
            <a:r>
              <a:rPr lang="en-US" dirty="0"/>
              <a:t>Saves time and cost</a:t>
            </a:r>
          </a:p>
        </p:txBody>
      </p:sp>
    </p:spTree>
    <p:extLst>
      <p:ext uri="{BB962C8B-B14F-4D97-AF65-F5344CB8AC3E}">
        <p14:creationId xmlns:p14="http://schemas.microsoft.com/office/powerpoint/2010/main" val="471791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53BD9-212C-3219-C527-8AD6A58E88B8}"/>
              </a:ext>
            </a:extLst>
          </p:cNvPr>
          <p:cNvSpPr>
            <a:spLocks noGrp="1"/>
          </p:cNvSpPr>
          <p:nvPr>
            <p:ph type="title"/>
          </p:nvPr>
        </p:nvSpPr>
        <p:spPr/>
        <p:txBody>
          <a:bodyPr/>
          <a:lstStyle/>
          <a:p>
            <a:r>
              <a:rPr lang="en-US" dirty="0"/>
              <a:t>Key Takeaways</a:t>
            </a:r>
          </a:p>
        </p:txBody>
      </p:sp>
      <p:sp>
        <p:nvSpPr>
          <p:cNvPr id="5" name="Content Placeholder 4">
            <a:extLst>
              <a:ext uri="{FF2B5EF4-FFF2-40B4-BE49-F238E27FC236}">
                <a16:creationId xmlns:a16="http://schemas.microsoft.com/office/drawing/2014/main" id="{88E7AA74-7115-4A83-0E71-B930169F282F}"/>
              </a:ext>
            </a:extLst>
          </p:cNvPr>
          <p:cNvSpPr>
            <a:spLocks noGrp="1"/>
          </p:cNvSpPr>
          <p:nvPr>
            <p:ph idx="1"/>
          </p:nvPr>
        </p:nvSpPr>
        <p:spPr/>
        <p:txBody>
          <a:bodyPr/>
          <a:lstStyle/>
          <a:p>
            <a:pPr marL="457200" indent="-457200">
              <a:buFont typeface="Arial" panose="020B0604020202020204" pitchFamily="34" charset="0"/>
              <a:buChar char="•"/>
            </a:pPr>
            <a:r>
              <a:rPr lang="en-US" dirty="0"/>
              <a:t>Chips follow if-then rules</a:t>
            </a:r>
          </a:p>
          <a:p>
            <a:pPr marL="457200" indent="-457200">
              <a:buFont typeface="Arial" panose="020B0604020202020204" pitchFamily="34" charset="0"/>
              <a:buChar char="•"/>
            </a:pPr>
            <a:r>
              <a:rPr lang="en-US" dirty="0"/>
              <a:t>Systems combine many rules</a:t>
            </a:r>
          </a:p>
          <a:p>
            <a:pPr marL="457200" indent="-457200">
              <a:buFont typeface="Arial" panose="020B0604020202020204" pitchFamily="34" charset="0"/>
              <a:buChar char="•"/>
            </a:pPr>
            <a:r>
              <a:rPr lang="en-US" dirty="0"/>
              <a:t>Block diagrams organize systems</a:t>
            </a:r>
          </a:p>
          <a:p>
            <a:pPr marL="457200" indent="-457200">
              <a:buFont typeface="Arial" panose="020B0604020202020204" pitchFamily="34" charset="0"/>
              <a:buChar char="•"/>
            </a:pPr>
            <a:r>
              <a:rPr lang="en-US" dirty="0"/>
              <a:t>Chips go through a design process</a:t>
            </a:r>
          </a:p>
          <a:p>
            <a:pPr marL="457200" indent="-457200">
              <a:buFont typeface="Arial" panose="020B0604020202020204" pitchFamily="34" charset="0"/>
              <a:buChar char="•"/>
            </a:pPr>
            <a:r>
              <a:rPr lang="en-US" dirty="0"/>
              <a:t>Real chips are engineered step-by-step</a:t>
            </a:r>
          </a:p>
        </p:txBody>
      </p:sp>
    </p:spTree>
    <p:extLst>
      <p:ext uri="{BB962C8B-B14F-4D97-AF65-F5344CB8AC3E}">
        <p14:creationId xmlns:p14="http://schemas.microsoft.com/office/powerpoint/2010/main" val="598406191"/>
      </p:ext>
    </p:extLst>
  </p:cSld>
  <p:clrMapOvr>
    <a:masterClrMapping/>
  </p:clrMapOvr>
</p:sld>
</file>

<file path=ppt/theme/theme1.xml><?xml version="1.0" encoding="utf-8"?>
<a:theme xmlns:a="http://schemas.openxmlformats.org/drawingml/2006/main" name="Office Theme">
  <a:themeElements>
    <a:clrScheme name="CSUF">
      <a:dk1>
        <a:srgbClr val="00244E"/>
      </a:dk1>
      <a:lt1>
        <a:srgbClr val="FFFFFF"/>
      </a:lt1>
      <a:dk2>
        <a:srgbClr val="222222"/>
      </a:dk2>
      <a:lt2>
        <a:srgbClr val="EBEBEB"/>
      </a:lt2>
      <a:accent1>
        <a:srgbClr val="00244E"/>
      </a:accent1>
      <a:accent2>
        <a:srgbClr val="2973B6"/>
      </a:accent2>
      <a:accent3>
        <a:srgbClr val="8ACCE4"/>
      </a:accent3>
      <a:accent4>
        <a:srgbClr val="FF7900"/>
      </a:accent4>
      <a:accent5>
        <a:srgbClr val="EDA941"/>
      </a:accent5>
      <a:accent6>
        <a:srgbClr val="F3CD47"/>
      </a:accent6>
      <a:hlink>
        <a:srgbClr val="99B3B9"/>
      </a:hlink>
      <a:folHlink>
        <a:srgbClr val="DF6436"/>
      </a:folHlink>
    </a:clrScheme>
    <a:fontScheme name="CSUF-Theme-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D5FE1AB7-F0CD-4A8B-BFA9-0AD7945DB4A0}" vid="{BBCA1856-BC87-4357-9E72-ED06542CDF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CSUF-PPT-6-A</Template>
  <TotalTime>754</TotalTime>
  <Words>734</Words>
  <Application>Microsoft Office PowerPoint</Application>
  <PresentationFormat>Widescreen</PresentationFormat>
  <Paragraphs>126</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Wingdings</vt:lpstr>
      <vt:lpstr>Office Theme</vt:lpstr>
      <vt:lpstr>Module 2</vt:lpstr>
      <vt:lpstr>What We Learned Last Week</vt:lpstr>
      <vt:lpstr>This Week</vt:lpstr>
      <vt:lpstr>Chips Follow Rules</vt:lpstr>
      <vt:lpstr>Everyday Examples</vt:lpstr>
      <vt:lpstr>Example: Smart Thermostat</vt:lpstr>
      <vt:lpstr>Multiple Inputs</vt:lpstr>
      <vt:lpstr>Combining Rules</vt:lpstr>
      <vt:lpstr>From Rules to Systems</vt:lpstr>
      <vt:lpstr>What Is a Block Diagram?</vt:lpstr>
      <vt:lpstr>Why Block Diagrams Matter</vt:lpstr>
      <vt:lpstr>Example Block Diagram (Refrigerator)</vt:lpstr>
      <vt:lpstr>Refrigerator Block Diagram Overview</vt:lpstr>
      <vt:lpstr>Example Camera Block Diagram</vt:lpstr>
      <vt:lpstr>Inputs, Processing, Outputs</vt:lpstr>
      <vt:lpstr>From Idea to Chip</vt:lpstr>
      <vt:lpstr>The Chip Design Journey</vt:lpstr>
      <vt:lpstr>Real Engineering Flow (Simplified)</vt:lpstr>
      <vt:lpstr>What Is CMOS? (Very High Level)</vt:lpstr>
      <vt:lpstr>Why Simulation Matters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 From If-Then Logic to System Design - Both</dc:title>
  <dc:creator>Faller, John (Kenneth)</dc:creator>
  <cp:lastModifiedBy>Faller, John (Kenneth)</cp:lastModifiedBy>
  <cp:revision>212</cp:revision>
  <cp:lastPrinted>2023-01-31T22:42:47Z</cp:lastPrinted>
  <dcterms:created xsi:type="dcterms:W3CDTF">2024-12-31T21:42:59Z</dcterms:created>
  <dcterms:modified xsi:type="dcterms:W3CDTF">2026-04-03T16:52:44Z</dcterms:modified>
</cp:coreProperties>
</file>