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handoutMasterIdLst>
    <p:handoutMasterId r:id="rId19"/>
  </p:handoutMasterIdLst>
  <p:sldIdLst>
    <p:sldId id="258" r:id="rId2"/>
    <p:sldId id="259" r:id="rId3"/>
    <p:sldId id="260" r:id="rId4"/>
    <p:sldId id="261" r:id="rId5"/>
    <p:sldId id="262" r:id="rId6"/>
    <p:sldId id="263" r:id="rId7"/>
    <p:sldId id="264" r:id="rId8"/>
    <p:sldId id="266" r:id="rId9"/>
    <p:sldId id="267" r:id="rId10"/>
    <p:sldId id="268" r:id="rId11"/>
    <p:sldId id="269" r:id="rId12"/>
    <p:sldId id="271" r:id="rId13"/>
    <p:sldId id="272" r:id="rId14"/>
    <p:sldId id="273" r:id="rId15"/>
    <p:sldId id="274" r:id="rId16"/>
    <p:sldId id="275" r:id="rId17"/>
  </p:sldIdLst>
  <p:sldSz cx="12192000" cy="6858000"/>
  <p:notesSz cx="9220200" cy="6934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352" autoAdjust="0"/>
    <p:restoredTop sz="96247" autoAdjust="0"/>
  </p:normalViewPr>
  <p:slideViewPr>
    <p:cSldViewPr snapToGrid="0">
      <p:cViewPr varScale="1">
        <p:scale>
          <a:sx n="103" d="100"/>
          <a:sy n="103" d="100"/>
        </p:scale>
        <p:origin x="1152" y="10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CC60296-2226-4ED4-ABF6-A10D529B1D53}" type="doc">
      <dgm:prSet loTypeId="urn:microsoft.com/office/officeart/2005/8/layout/cycle2" loCatId="cycle" qsTypeId="urn:microsoft.com/office/officeart/2005/8/quickstyle/simple1" qsCatId="simple" csTypeId="urn:microsoft.com/office/officeart/2005/8/colors/colorful1" csCatId="colorful" phldr="1"/>
      <dgm:spPr/>
      <dgm:t>
        <a:bodyPr/>
        <a:lstStyle/>
        <a:p>
          <a:endParaRPr lang="en-US"/>
        </a:p>
      </dgm:t>
    </dgm:pt>
    <dgm:pt modelId="{9F7F1155-AB6E-4D39-AB77-28939E167A83}">
      <dgm:prSet phldrT="[Text]" phldr="0"/>
      <dgm:spPr/>
      <dgm:t>
        <a:bodyPr/>
        <a:lstStyle/>
        <a:p>
          <a:r>
            <a:rPr lang="en-US" b="1" dirty="0"/>
            <a:t>FETCH</a:t>
          </a:r>
          <a:br>
            <a:rPr lang="en-US" dirty="0"/>
          </a:br>
          <a:r>
            <a:rPr lang="en-US" dirty="0"/>
            <a:t>the instruction and any data from main memory</a:t>
          </a:r>
        </a:p>
      </dgm:t>
    </dgm:pt>
    <dgm:pt modelId="{239D0E50-56A5-468A-8C02-4BE7FD8E6F80}" type="parTrans" cxnId="{578AC273-B064-4322-9F96-4607383BC9D3}">
      <dgm:prSet/>
      <dgm:spPr/>
      <dgm:t>
        <a:bodyPr/>
        <a:lstStyle/>
        <a:p>
          <a:endParaRPr lang="en-US"/>
        </a:p>
      </dgm:t>
    </dgm:pt>
    <dgm:pt modelId="{D0EE0092-7E8A-41BC-B07C-3C0BB32DFECA}" type="sibTrans" cxnId="{578AC273-B064-4322-9F96-4607383BC9D3}">
      <dgm:prSet/>
      <dgm:spPr/>
      <dgm:t>
        <a:bodyPr/>
        <a:lstStyle/>
        <a:p>
          <a:endParaRPr lang="en-US"/>
        </a:p>
      </dgm:t>
    </dgm:pt>
    <dgm:pt modelId="{696E7AC7-27A0-492A-9200-9D058CBB922C}">
      <dgm:prSet phldrT="[Text]" phldr="0"/>
      <dgm:spPr/>
      <dgm:t>
        <a:bodyPr/>
        <a:lstStyle/>
        <a:p>
          <a:r>
            <a:rPr lang="en-US" b="1" dirty="0"/>
            <a:t>DECODE</a:t>
          </a:r>
          <a:r>
            <a:rPr lang="en-US" dirty="0"/>
            <a:t> </a:t>
          </a:r>
          <a:br>
            <a:rPr lang="en-US" dirty="0"/>
          </a:br>
          <a:r>
            <a:rPr lang="en-US" dirty="0"/>
            <a:t>the instruction (i.e., convert the instruction into a language the CPU understands)</a:t>
          </a:r>
        </a:p>
      </dgm:t>
    </dgm:pt>
    <dgm:pt modelId="{7EBA42EA-C0C0-4343-B5A9-C096CEEDB2D9}" type="parTrans" cxnId="{7E907F80-627F-48A9-8613-4FEC948C2CA8}">
      <dgm:prSet/>
      <dgm:spPr/>
      <dgm:t>
        <a:bodyPr/>
        <a:lstStyle/>
        <a:p>
          <a:endParaRPr lang="en-US"/>
        </a:p>
      </dgm:t>
    </dgm:pt>
    <dgm:pt modelId="{1C299CBE-6399-4F2A-9FB7-BFA66B5B06C5}" type="sibTrans" cxnId="{7E907F80-627F-48A9-8613-4FEC948C2CA8}">
      <dgm:prSet/>
      <dgm:spPr/>
      <dgm:t>
        <a:bodyPr/>
        <a:lstStyle/>
        <a:p>
          <a:endParaRPr lang="en-US"/>
        </a:p>
      </dgm:t>
    </dgm:pt>
    <dgm:pt modelId="{1CEBD953-7653-412E-BF00-48D8E3552DBB}">
      <dgm:prSet phldrT="[Text]" phldr="0"/>
      <dgm:spPr/>
      <dgm:t>
        <a:bodyPr/>
        <a:lstStyle/>
        <a:p>
          <a:r>
            <a:rPr lang="en-US" b="1" dirty="0"/>
            <a:t>EXECUTE</a:t>
          </a:r>
          <a:r>
            <a:rPr lang="en-US" dirty="0"/>
            <a:t> </a:t>
          </a:r>
          <a:br>
            <a:rPr lang="en-US" dirty="0"/>
          </a:br>
          <a:r>
            <a:rPr lang="en-US" dirty="0"/>
            <a:t>the instruction (i.e., complete the instruction)</a:t>
          </a:r>
        </a:p>
      </dgm:t>
    </dgm:pt>
    <dgm:pt modelId="{22D06E63-86BC-4A89-B2BE-A112F16F67E4}" type="parTrans" cxnId="{4EF82EBA-2BA9-4F74-98AB-780E27221DEB}">
      <dgm:prSet/>
      <dgm:spPr/>
      <dgm:t>
        <a:bodyPr/>
        <a:lstStyle/>
        <a:p>
          <a:endParaRPr lang="en-US"/>
        </a:p>
      </dgm:t>
    </dgm:pt>
    <dgm:pt modelId="{DD965397-0CFE-4770-A7A4-8894FFB615B5}" type="sibTrans" cxnId="{4EF82EBA-2BA9-4F74-98AB-780E27221DEB}">
      <dgm:prSet/>
      <dgm:spPr/>
      <dgm:t>
        <a:bodyPr/>
        <a:lstStyle/>
        <a:p>
          <a:endParaRPr lang="en-US"/>
        </a:p>
      </dgm:t>
    </dgm:pt>
    <dgm:pt modelId="{BFCF637A-0C6D-431B-92A2-6CAE534D3D01}" type="pres">
      <dgm:prSet presAssocID="{9CC60296-2226-4ED4-ABF6-A10D529B1D53}" presName="cycle" presStyleCnt="0">
        <dgm:presLayoutVars>
          <dgm:dir/>
          <dgm:resizeHandles val="exact"/>
        </dgm:presLayoutVars>
      </dgm:prSet>
      <dgm:spPr/>
    </dgm:pt>
    <dgm:pt modelId="{B7C962DA-39B3-47A1-ADA9-2276BD11963B}" type="pres">
      <dgm:prSet presAssocID="{9F7F1155-AB6E-4D39-AB77-28939E167A83}" presName="node" presStyleLbl="node1" presStyleIdx="0" presStyleCnt="3">
        <dgm:presLayoutVars>
          <dgm:bulletEnabled val="1"/>
        </dgm:presLayoutVars>
      </dgm:prSet>
      <dgm:spPr/>
    </dgm:pt>
    <dgm:pt modelId="{6FE68808-EE7F-483C-A570-1D9554F6218E}" type="pres">
      <dgm:prSet presAssocID="{D0EE0092-7E8A-41BC-B07C-3C0BB32DFECA}" presName="sibTrans" presStyleLbl="sibTrans2D1" presStyleIdx="0" presStyleCnt="3"/>
      <dgm:spPr/>
    </dgm:pt>
    <dgm:pt modelId="{035FDF92-4E93-449C-8C4D-20F4E1263DF4}" type="pres">
      <dgm:prSet presAssocID="{D0EE0092-7E8A-41BC-B07C-3C0BB32DFECA}" presName="connectorText" presStyleLbl="sibTrans2D1" presStyleIdx="0" presStyleCnt="3"/>
      <dgm:spPr/>
    </dgm:pt>
    <dgm:pt modelId="{C0CC9A92-F24B-4D91-9CF2-CE800DABB988}" type="pres">
      <dgm:prSet presAssocID="{696E7AC7-27A0-492A-9200-9D058CBB922C}" presName="node" presStyleLbl="node1" presStyleIdx="1" presStyleCnt="3">
        <dgm:presLayoutVars>
          <dgm:bulletEnabled val="1"/>
        </dgm:presLayoutVars>
      </dgm:prSet>
      <dgm:spPr/>
    </dgm:pt>
    <dgm:pt modelId="{DB248A2C-2059-4E25-B195-DDC5665265EA}" type="pres">
      <dgm:prSet presAssocID="{1C299CBE-6399-4F2A-9FB7-BFA66B5B06C5}" presName="sibTrans" presStyleLbl="sibTrans2D1" presStyleIdx="1" presStyleCnt="3"/>
      <dgm:spPr/>
    </dgm:pt>
    <dgm:pt modelId="{6815F478-A319-4A04-892F-2E2228998B94}" type="pres">
      <dgm:prSet presAssocID="{1C299CBE-6399-4F2A-9FB7-BFA66B5B06C5}" presName="connectorText" presStyleLbl="sibTrans2D1" presStyleIdx="1" presStyleCnt="3"/>
      <dgm:spPr/>
    </dgm:pt>
    <dgm:pt modelId="{E0ABB7B4-8E93-429F-84E1-160DF8617065}" type="pres">
      <dgm:prSet presAssocID="{1CEBD953-7653-412E-BF00-48D8E3552DBB}" presName="node" presStyleLbl="node1" presStyleIdx="2" presStyleCnt="3">
        <dgm:presLayoutVars>
          <dgm:bulletEnabled val="1"/>
        </dgm:presLayoutVars>
      </dgm:prSet>
      <dgm:spPr/>
    </dgm:pt>
    <dgm:pt modelId="{97C240B6-1D43-44A0-91BB-9C1E940AA7E5}" type="pres">
      <dgm:prSet presAssocID="{DD965397-0CFE-4770-A7A4-8894FFB615B5}" presName="sibTrans" presStyleLbl="sibTrans2D1" presStyleIdx="2" presStyleCnt="3"/>
      <dgm:spPr/>
    </dgm:pt>
    <dgm:pt modelId="{0407FDED-6D9B-463B-81C7-6361F54B2085}" type="pres">
      <dgm:prSet presAssocID="{DD965397-0CFE-4770-A7A4-8894FFB615B5}" presName="connectorText" presStyleLbl="sibTrans2D1" presStyleIdx="2" presStyleCnt="3"/>
      <dgm:spPr/>
    </dgm:pt>
  </dgm:ptLst>
  <dgm:cxnLst>
    <dgm:cxn modelId="{3AB6F305-631B-426D-A60E-49E00B755C06}" type="presOf" srcId="{696E7AC7-27A0-492A-9200-9D058CBB922C}" destId="{C0CC9A92-F24B-4D91-9CF2-CE800DABB988}" srcOrd="0" destOrd="0" presId="urn:microsoft.com/office/officeart/2005/8/layout/cycle2"/>
    <dgm:cxn modelId="{520D3B1D-3CF3-4639-B706-666599E36C58}" type="presOf" srcId="{9F7F1155-AB6E-4D39-AB77-28939E167A83}" destId="{B7C962DA-39B3-47A1-ADA9-2276BD11963B}" srcOrd="0" destOrd="0" presId="urn:microsoft.com/office/officeart/2005/8/layout/cycle2"/>
    <dgm:cxn modelId="{25FAB026-58C8-4056-AC6B-6AFB82B21F1C}" type="presOf" srcId="{1C299CBE-6399-4F2A-9FB7-BFA66B5B06C5}" destId="{6815F478-A319-4A04-892F-2E2228998B94}" srcOrd="1" destOrd="0" presId="urn:microsoft.com/office/officeart/2005/8/layout/cycle2"/>
    <dgm:cxn modelId="{0FF0A95D-0F84-4ADF-84D8-236146DD42AB}" type="presOf" srcId="{9CC60296-2226-4ED4-ABF6-A10D529B1D53}" destId="{BFCF637A-0C6D-431B-92A2-6CAE534D3D01}" srcOrd="0" destOrd="0" presId="urn:microsoft.com/office/officeart/2005/8/layout/cycle2"/>
    <dgm:cxn modelId="{16B49C5E-C60D-4029-860A-A51393181378}" type="presOf" srcId="{D0EE0092-7E8A-41BC-B07C-3C0BB32DFECA}" destId="{035FDF92-4E93-449C-8C4D-20F4E1263DF4}" srcOrd="1" destOrd="0" presId="urn:microsoft.com/office/officeart/2005/8/layout/cycle2"/>
    <dgm:cxn modelId="{214F3D5F-83B4-4DAF-98CB-0A5EF341A63C}" type="presOf" srcId="{DD965397-0CFE-4770-A7A4-8894FFB615B5}" destId="{0407FDED-6D9B-463B-81C7-6361F54B2085}" srcOrd="1" destOrd="0" presId="urn:microsoft.com/office/officeart/2005/8/layout/cycle2"/>
    <dgm:cxn modelId="{629C1D69-4723-4512-A4EF-F429A4F9CA17}" type="presOf" srcId="{1C299CBE-6399-4F2A-9FB7-BFA66B5B06C5}" destId="{DB248A2C-2059-4E25-B195-DDC5665265EA}" srcOrd="0" destOrd="0" presId="urn:microsoft.com/office/officeart/2005/8/layout/cycle2"/>
    <dgm:cxn modelId="{CED6264F-9590-4A7F-9CE5-52B2DFEF563A}" type="presOf" srcId="{DD965397-0CFE-4770-A7A4-8894FFB615B5}" destId="{97C240B6-1D43-44A0-91BB-9C1E940AA7E5}" srcOrd="0" destOrd="0" presId="urn:microsoft.com/office/officeart/2005/8/layout/cycle2"/>
    <dgm:cxn modelId="{578AC273-B064-4322-9F96-4607383BC9D3}" srcId="{9CC60296-2226-4ED4-ABF6-A10D529B1D53}" destId="{9F7F1155-AB6E-4D39-AB77-28939E167A83}" srcOrd="0" destOrd="0" parTransId="{239D0E50-56A5-468A-8C02-4BE7FD8E6F80}" sibTransId="{D0EE0092-7E8A-41BC-B07C-3C0BB32DFECA}"/>
    <dgm:cxn modelId="{7E907F80-627F-48A9-8613-4FEC948C2CA8}" srcId="{9CC60296-2226-4ED4-ABF6-A10D529B1D53}" destId="{696E7AC7-27A0-492A-9200-9D058CBB922C}" srcOrd="1" destOrd="0" parTransId="{7EBA42EA-C0C0-4343-B5A9-C096CEEDB2D9}" sibTransId="{1C299CBE-6399-4F2A-9FB7-BFA66B5B06C5}"/>
    <dgm:cxn modelId="{4EF82EBA-2BA9-4F74-98AB-780E27221DEB}" srcId="{9CC60296-2226-4ED4-ABF6-A10D529B1D53}" destId="{1CEBD953-7653-412E-BF00-48D8E3552DBB}" srcOrd="2" destOrd="0" parTransId="{22D06E63-86BC-4A89-B2BE-A112F16F67E4}" sibTransId="{DD965397-0CFE-4770-A7A4-8894FFB615B5}"/>
    <dgm:cxn modelId="{43F1F1C2-DE7E-487D-923C-192BF103C410}" type="presOf" srcId="{D0EE0092-7E8A-41BC-B07C-3C0BB32DFECA}" destId="{6FE68808-EE7F-483C-A570-1D9554F6218E}" srcOrd="0" destOrd="0" presId="urn:microsoft.com/office/officeart/2005/8/layout/cycle2"/>
    <dgm:cxn modelId="{A90A10C9-4F11-4AA5-8F4C-4BCDA9420A62}" type="presOf" srcId="{1CEBD953-7653-412E-BF00-48D8E3552DBB}" destId="{E0ABB7B4-8E93-429F-84E1-160DF8617065}" srcOrd="0" destOrd="0" presId="urn:microsoft.com/office/officeart/2005/8/layout/cycle2"/>
    <dgm:cxn modelId="{4452AA6A-0514-4518-888B-484F93215A2B}" type="presParOf" srcId="{BFCF637A-0C6D-431B-92A2-6CAE534D3D01}" destId="{B7C962DA-39B3-47A1-ADA9-2276BD11963B}" srcOrd="0" destOrd="0" presId="urn:microsoft.com/office/officeart/2005/8/layout/cycle2"/>
    <dgm:cxn modelId="{23AEF088-8B45-498A-A86F-16D7740343A1}" type="presParOf" srcId="{BFCF637A-0C6D-431B-92A2-6CAE534D3D01}" destId="{6FE68808-EE7F-483C-A570-1D9554F6218E}" srcOrd="1" destOrd="0" presId="urn:microsoft.com/office/officeart/2005/8/layout/cycle2"/>
    <dgm:cxn modelId="{538351B6-DDF0-470D-B8C3-5973769EBF8D}" type="presParOf" srcId="{6FE68808-EE7F-483C-A570-1D9554F6218E}" destId="{035FDF92-4E93-449C-8C4D-20F4E1263DF4}" srcOrd="0" destOrd="0" presId="urn:microsoft.com/office/officeart/2005/8/layout/cycle2"/>
    <dgm:cxn modelId="{67C56D8A-898E-4D91-97D5-C0BCAEF9FC58}" type="presParOf" srcId="{BFCF637A-0C6D-431B-92A2-6CAE534D3D01}" destId="{C0CC9A92-F24B-4D91-9CF2-CE800DABB988}" srcOrd="2" destOrd="0" presId="urn:microsoft.com/office/officeart/2005/8/layout/cycle2"/>
    <dgm:cxn modelId="{AE48256E-B4B9-4517-A4DE-A711AC674E30}" type="presParOf" srcId="{BFCF637A-0C6D-431B-92A2-6CAE534D3D01}" destId="{DB248A2C-2059-4E25-B195-DDC5665265EA}" srcOrd="3" destOrd="0" presId="urn:microsoft.com/office/officeart/2005/8/layout/cycle2"/>
    <dgm:cxn modelId="{36838FB4-E4F9-4C6E-BA70-2188240D2C3D}" type="presParOf" srcId="{DB248A2C-2059-4E25-B195-DDC5665265EA}" destId="{6815F478-A319-4A04-892F-2E2228998B94}" srcOrd="0" destOrd="0" presId="urn:microsoft.com/office/officeart/2005/8/layout/cycle2"/>
    <dgm:cxn modelId="{201875A1-C2E4-4651-ADEB-D3B59A6B60C2}" type="presParOf" srcId="{BFCF637A-0C6D-431B-92A2-6CAE534D3D01}" destId="{E0ABB7B4-8E93-429F-84E1-160DF8617065}" srcOrd="4" destOrd="0" presId="urn:microsoft.com/office/officeart/2005/8/layout/cycle2"/>
    <dgm:cxn modelId="{3E5053BB-8D49-4595-9072-B043B9A96397}" type="presParOf" srcId="{BFCF637A-0C6D-431B-92A2-6CAE534D3D01}" destId="{97C240B6-1D43-44A0-91BB-9C1E940AA7E5}" srcOrd="5" destOrd="0" presId="urn:microsoft.com/office/officeart/2005/8/layout/cycle2"/>
    <dgm:cxn modelId="{945C8C21-EF06-4006-A75E-B750D0D1B817}" type="presParOf" srcId="{97C240B6-1D43-44A0-91BB-9C1E940AA7E5}" destId="{0407FDED-6D9B-463B-81C7-6361F54B2085}"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C962DA-39B3-47A1-ADA9-2276BD11963B}">
      <dsp:nvSpPr>
        <dsp:cNvPr id="0" name=""/>
        <dsp:cNvSpPr/>
      </dsp:nvSpPr>
      <dsp:spPr>
        <a:xfrm>
          <a:off x="1796541" y="474"/>
          <a:ext cx="1931416" cy="1931416"/>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a:t>FETCH</a:t>
          </a:r>
          <a:br>
            <a:rPr lang="en-US" sz="1400" kern="1200" dirty="0"/>
          </a:br>
          <a:r>
            <a:rPr lang="en-US" sz="1400" kern="1200" dirty="0"/>
            <a:t>the instruction and any data from main memory</a:t>
          </a:r>
        </a:p>
      </dsp:txBody>
      <dsp:txXfrm>
        <a:off x="2079390" y="283323"/>
        <a:ext cx="1365718" cy="1365718"/>
      </dsp:txXfrm>
    </dsp:sp>
    <dsp:sp modelId="{6FE68808-EE7F-483C-A570-1D9554F6218E}">
      <dsp:nvSpPr>
        <dsp:cNvPr id="0" name=""/>
        <dsp:cNvSpPr/>
      </dsp:nvSpPr>
      <dsp:spPr>
        <a:xfrm rot="3600000">
          <a:off x="3223322" y="1883203"/>
          <a:ext cx="513087" cy="651853"/>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3261804" y="1946922"/>
        <a:ext cx="359161" cy="391111"/>
      </dsp:txXfrm>
    </dsp:sp>
    <dsp:sp modelId="{C0CC9A92-F24B-4D91-9CF2-CE800DABB988}">
      <dsp:nvSpPr>
        <dsp:cNvPr id="0" name=""/>
        <dsp:cNvSpPr/>
      </dsp:nvSpPr>
      <dsp:spPr>
        <a:xfrm>
          <a:off x="3246294" y="2511520"/>
          <a:ext cx="1931416" cy="1931416"/>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a:t>DECODE</a:t>
          </a:r>
          <a:r>
            <a:rPr lang="en-US" sz="1400" kern="1200" dirty="0"/>
            <a:t> </a:t>
          </a:r>
          <a:br>
            <a:rPr lang="en-US" sz="1400" kern="1200" dirty="0"/>
          </a:br>
          <a:r>
            <a:rPr lang="en-US" sz="1400" kern="1200" dirty="0"/>
            <a:t>the instruction (i.e., convert the instruction into a language the CPU understands)</a:t>
          </a:r>
        </a:p>
      </dsp:txBody>
      <dsp:txXfrm>
        <a:off x="3529143" y="2794369"/>
        <a:ext cx="1365718" cy="1365718"/>
      </dsp:txXfrm>
    </dsp:sp>
    <dsp:sp modelId="{DB248A2C-2059-4E25-B195-DDC5665265EA}">
      <dsp:nvSpPr>
        <dsp:cNvPr id="0" name=""/>
        <dsp:cNvSpPr/>
      </dsp:nvSpPr>
      <dsp:spPr>
        <a:xfrm rot="10800000">
          <a:off x="2520227" y="3151302"/>
          <a:ext cx="513087" cy="651853"/>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10800000">
        <a:off x="2674153" y="3281673"/>
        <a:ext cx="359161" cy="391111"/>
      </dsp:txXfrm>
    </dsp:sp>
    <dsp:sp modelId="{E0ABB7B4-8E93-429F-84E1-160DF8617065}">
      <dsp:nvSpPr>
        <dsp:cNvPr id="0" name=""/>
        <dsp:cNvSpPr/>
      </dsp:nvSpPr>
      <dsp:spPr>
        <a:xfrm>
          <a:off x="346788" y="2511520"/>
          <a:ext cx="1931416" cy="1931416"/>
        </a:xfrm>
        <a:prstGeom prst="ellipse">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a:t>EXECUTE</a:t>
          </a:r>
          <a:r>
            <a:rPr lang="en-US" sz="1400" kern="1200" dirty="0"/>
            <a:t> </a:t>
          </a:r>
          <a:br>
            <a:rPr lang="en-US" sz="1400" kern="1200" dirty="0"/>
          </a:br>
          <a:r>
            <a:rPr lang="en-US" sz="1400" kern="1200" dirty="0"/>
            <a:t>the instruction (i.e., complete the instruction)</a:t>
          </a:r>
        </a:p>
      </dsp:txBody>
      <dsp:txXfrm>
        <a:off x="629637" y="2794369"/>
        <a:ext cx="1365718" cy="1365718"/>
      </dsp:txXfrm>
    </dsp:sp>
    <dsp:sp modelId="{97C240B6-1D43-44A0-91BB-9C1E940AA7E5}">
      <dsp:nvSpPr>
        <dsp:cNvPr id="0" name=""/>
        <dsp:cNvSpPr/>
      </dsp:nvSpPr>
      <dsp:spPr>
        <a:xfrm rot="18000000">
          <a:off x="1773569" y="1908355"/>
          <a:ext cx="513087" cy="651853"/>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1812051" y="2105378"/>
        <a:ext cx="359161" cy="391111"/>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B4BBF73-BFE4-9675-AF97-BCBB5DD951BC}"/>
              </a:ext>
            </a:extLst>
          </p:cNvPr>
          <p:cNvSpPr>
            <a:spLocks noGrp="1"/>
          </p:cNvSpPr>
          <p:nvPr>
            <p:ph type="hdr" sz="quarter"/>
          </p:nvPr>
        </p:nvSpPr>
        <p:spPr>
          <a:xfrm>
            <a:off x="0" y="1"/>
            <a:ext cx="3995420" cy="347914"/>
          </a:xfrm>
          <a:prstGeom prst="rect">
            <a:avLst/>
          </a:prstGeom>
        </p:spPr>
        <p:txBody>
          <a:bodyPr vert="horz" lIns="92309" tIns="46154" rIns="92309" bIns="46154" rtlCol="0"/>
          <a:lstStyle>
            <a:lvl1pPr algn="l">
              <a:defRPr sz="1200"/>
            </a:lvl1pPr>
          </a:lstStyle>
          <a:p>
            <a:r>
              <a:rPr lang="en-US"/>
              <a:t>Cal State Fullerton</a:t>
            </a:r>
          </a:p>
        </p:txBody>
      </p:sp>
      <p:sp>
        <p:nvSpPr>
          <p:cNvPr id="3" name="Date Placeholder 2">
            <a:extLst>
              <a:ext uri="{FF2B5EF4-FFF2-40B4-BE49-F238E27FC236}">
                <a16:creationId xmlns:a16="http://schemas.microsoft.com/office/drawing/2014/main" id="{44B348BF-5159-860D-10C2-C403B1312182}"/>
              </a:ext>
            </a:extLst>
          </p:cNvPr>
          <p:cNvSpPr>
            <a:spLocks noGrp="1"/>
          </p:cNvSpPr>
          <p:nvPr>
            <p:ph type="dt" sz="quarter" idx="1"/>
          </p:nvPr>
        </p:nvSpPr>
        <p:spPr>
          <a:xfrm>
            <a:off x="5222646" y="1"/>
            <a:ext cx="3995420" cy="347914"/>
          </a:xfrm>
          <a:prstGeom prst="rect">
            <a:avLst/>
          </a:prstGeom>
        </p:spPr>
        <p:txBody>
          <a:bodyPr vert="horz" lIns="92309" tIns="46154" rIns="92309" bIns="46154" rtlCol="0"/>
          <a:lstStyle>
            <a:lvl1pPr algn="r">
              <a:defRPr sz="1200"/>
            </a:lvl1pPr>
          </a:lstStyle>
          <a:p>
            <a:fld id="{235382CB-D6B4-48E5-AFFD-4242D787BD27}" type="datetime2">
              <a:rPr lang="en-US" smtClean="0"/>
              <a:t>Friday, April 3, 2026</a:t>
            </a:fld>
            <a:endParaRPr lang="en-US"/>
          </a:p>
        </p:txBody>
      </p:sp>
      <p:sp>
        <p:nvSpPr>
          <p:cNvPr id="4" name="Footer Placeholder 3">
            <a:extLst>
              <a:ext uri="{FF2B5EF4-FFF2-40B4-BE49-F238E27FC236}">
                <a16:creationId xmlns:a16="http://schemas.microsoft.com/office/drawing/2014/main" id="{1E461FAE-A38B-F089-F551-02119E943626}"/>
              </a:ext>
            </a:extLst>
          </p:cNvPr>
          <p:cNvSpPr>
            <a:spLocks noGrp="1"/>
          </p:cNvSpPr>
          <p:nvPr>
            <p:ph type="ftr" sz="quarter" idx="2"/>
          </p:nvPr>
        </p:nvSpPr>
        <p:spPr>
          <a:xfrm>
            <a:off x="0" y="6586287"/>
            <a:ext cx="3995420" cy="347913"/>
          </a:xfrm>
          <a:prstGeom prst="rect">
            <a:avLst/>
          </a:prstGeom>
        </p:spPr>
        <p:txBody>
          <a:bodyPr vert="horz" lIns="92309" tIns="46154" rIns="92309" bIns="46154" rtlCol="0" anchor="b"/>
          <a:lstStyle>
            <a:lvl1pPr algn="l">
              <a:defRPr sz="1200"/>
            </a:lvl1pPr>
          </a:lstStyle>
          <a:p>
            <a:r>
              <a:rPr lang="en-US"/>
              <a:t>PowerPoint Name</a:t>
            </a:r>
          </a:p>
        </p:txBody>
      </p:sp>
      <p:sp>
        <p:nvSpPr>
          <p:cNvPr id="5" name="Slide Number Placeholder 4">
            <a:extLst>
              <a:ext uri="{FF2B5EF4-FFF2-40B4-BE49-F238E27FC236}">
                <a16:creationId xmlns:a16="http://schemas.microsoft.com/office/drawing/2014/main" id="{BBE757FF-1DEF-1FD8-299F-05A2B93DBD71}"/>
              </a:ext>
            </a:extLst>
          </p:cNvPr>
          <p:cNvSpPr>
            <a:spLocks noGrp="1"/>
          </p:cNvSpPr>
          <p:nvPr>
            <p:ph type="sldNum" sz="quarter" idx="3"/>
          </p:nvPr>
        </p:nvSpPr>
        <p:spPr>
          <a:xfrm>
            <a:off x="5222646" y="6586287"/>
            <a:ext cx="3995420" cy="347913"/>
          </a:xfrm>
          <a:prstGeom prst="rect">
            <a:avLst/>
          </a:prstGeom>
        </p:spPr>
        <p:txBody>
          <a:bodyPr vert="horz" lIns="92309" tIns="46154" rIns="92309" bIns="46154" rtlCol="0" anchor="b"/>
          <a:lstStyle>
            <a:lvl1pPr algn="r">
              <a:defRPr sz="1200"/>
            </a:lvl1pPr>
          </a:lstStyle>
          <a:p>
            <a:fld id="{66805305-0FA5-4D91-9E96-34E4B06C1291}" type="slidenum">
              <a:rPr lang="en-US" smtClean="0"/>
              <a:t>‹#›</a:t>
            </a:fld>
            <a:endParaRPr lang="en-US"/>
          </a:p>
        </p:txBody>
      </p:sp>
    </p:spTree>
    <p:extLst>
      <p:ext uri="{BB962C8B-B14F-4D97-AF65-F5344CB8AC3E}">
        <p14:creationId xmlns:p14="http://schemas.microsoft.com/office/powerpoint/2010/main" val="273919515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995420" cy="347914"/>
          </a:xfrm>
          <a:prstGeom prst="rect">
            <a:avLst/>
          </a:prstGeom>
        </p:spPr>
        <p:txBody>
          <a:bodyPr vert="horz" lIns="92309" tIns="46154" rIns="92309" bIns="46154" rtlCol="0"/>
          <a:lstStyle>
            <a:lvl1pPr algn="l">
              <a:defRPr sz="1200"/>
            </a:lvl1pPr>
          </a:lstStyle>
          <a:p>
            <a:r>
              <a:rPr lang="en-US"/>
              <a:t>Cal State Fullerton</a:t>
            </a:r>
          </a:p>
        </p:txBody>
      </p:sp>
      <p:sp>
        <p:nvSpPr>
          <p:cNvPr id="3" name="Date Placeholder 2"/>
          <p:cNvSpPr>
            <a:spLocks noGrp="1"/>
          </p:cNvSpPr>
          <p:nvPr>
            <p:ph type="dt" idx="1"/>
          </p:nvPr>
        </p:nvSpPr>
        <p:spPr>
          <a:xfrm>
            <a:off x="5222646" y="1"/>
            <a:ext cx="3995420" cy="347914"/>
          </a:xfrm>
          <a:prstGeom prst="rect">
            <a:avLst/>
          </a:prstGeom>
        </p:spPr>
        <p:txBody>
          <a:bodyPr vert="horz" lIns="92309" tIns="46154" rIns="92309" bIns="46154" rtlCol="0"/>
          <a:lstStyle>
            <a:lvl1pPr algn="r">
              <a:defRPr sz="1200"/>
            </a:lvl1pPr>
          </a:lstStyle>
          <a:p>
            <a:fld id="{F76BFB3A-AF09-4935-935F-AADA8F949CAB}" type="datetime2">
              <a:rPr lang="en-US" smtClean="0"/>
              <a:t>Friday, April 3, 2026</a:t>
            </a:fld>
            <a:endParaRPr lang="en-US"/>
          </a:p>
        </p:txBody>
      </p:sp>
      <p:sp>
        <p:nvSpPr>
          <p:cNvPr id="4" name="Slide Image Placeholder 3"/>
          <p:cNvSpPr>
            <a:spLocks noGrp="1" noRot="1" noChangeAspect="1"/>
          </p:cNvSpPr>
          <p:nvPr>
            <p:ph type="sldImg" idx="2"/>
          </p:nvPr>
        </p:nvSpPr>
        <p:spPr>
          <a:xfrm>
            <a:off x="2530475" y="866775"/>
            <a:ext cx="4159250" cy="2339975"/>
          </a:xfrm>
          <a:prstGeom prst="rect">
            <a:avLst/>
          </a:prstGeom>
          <a:noFill/>
          <a:ln w="12700">
            <a:solidFill>
              <a:prstClr val="black"/>
            </a:solidFill>
          </a:ln>
        </p:spPr>
        <p:txBody>
          <a:bodyPr vert="horz" lIns="92309" tIns="46154" rIns="92309" bIns="46154" rtlCol="0" anchor="ctr"/>
          <a:lstStyle/>
          <a:p>
            <a:endParaRPr lang="en-US"/>
          </a:p>
        </p:txBody>
      </p:sp>
      <p:sp>
        <p:nvSpPr>
          <p:cNvPr id="5" name="Notes Placeholder 4"/>
          <p:cNvSpPr>
            <a:spLocks noGrp="1"/>
          </p:cNvSpPr>
          <p:nvPr>
            <p:ph type="body" sz="quarter" idx="3"/>
          </p:nvPr>
        </p:nvSpPr>
        <p:spPr>
          <a:xfrm>
            <a:off x="922020" y="3337083"/>
            <a:ext cx="7376160" cy="2730342"/>
          </a:xfrm>
          <a:prstGeom prst="rect">
            <a:avLst/>
          </a:prstGeom>
        </p:spPr>
        <p:txBody>
          <a:bodyPr vert="horz" lIns="92309" tIns="46154" rIns="92309" bIns="4615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86287"/>
            <a:ext cx="3995420" cy="347913"/>
          </a:xfrm>
          <a:prstGeom prst="rect">
            <a:avLst/>
          </a:prstGeom>
        </p:spPr>
        <p:txBody>
          <a:bodyPr vert="horz" lIns="92309" tIns="46154" rIns="92309" bIns="46154" rtlCol="0" anchor="b"/>
          <a:lstStyle>
            <a:lvl1pPr algn="l">
              <a:defRPr sz="1200"/>
            </a:lvl1pPr>
          </a:lstStyle>
          <a:p>
            <a:r>
              <a:rPr lang="en-US"/>
              <a:t>PowerPoint Name</a:t>
            </a:r>
          </a:p>
        </p:txBody>
      </p:sp>
      <p:sp>
        <p:nvSpPr>
          <p:cNvPr id="7" name="Slide Number Placeholder 6"/>
          <p:cNvSpPr>
            <a:spLocks noGrp="1"/>
          </p:cNvSpPr>
          <p:nvPr>
            <p:ph type="sldNum" sz="quarter" idx="5"/>
          </p:nvPr>
        </p:nvSpPr>
        <p:spPr>
          <a:xfrm>
            <a:off x="5222646" y="6586287"/>
            <a:ext cx="3995420" cy="347913"/>
          </a:xfrm>
          <a:prstGeom prst="rect">
            <a:avLst/>
          </a:prstGeom>
        </p:spPr>
        <p:txBody>
          <a:bodyPr vert="horz" lIns="92309" tIns="46154" rIns="92309" bIns="46154" rtlCol="0" anchor="b"/>
          <a:lstStyle>
            <a:lvl1pPr algn="r">
              <a:defRPr sz="1200"/>
            </a:lvl1pPr>
          </a:lstStyle>
          <a:p>
            <a:fld id="{6CEC07C6-E753-4FD7-8B29-F8EE9ACF298C}" type="slidenum">
              <a:rPr lang="en-US" smtClean="0"/>
              <a:t>‹#›</a:t>
            </a:fld>
            <a:endParaRPr lang="en-US"/>
          </a:p>
        </p:txBody>
      </p:sp>
    </p:spTree>
    <p:extLst>
      <p:ext uri="{BB962C8B-B14F-4D97-AF65-F5344CB8AC3E}">
        <p14:creationId xmlns:p14="http://schemas.microsoft.com/office/powerpoint/2010/main" val="35677300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67789006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FEB7A-903A-4EEE-AA9F-5CF80DFB4723}"/>
              </a:ext>
            </a:extLst>
          </p:cNvPr>
          <p:cNvSpPr>
            <a:spLocks noGrp="1"/>
          </p:cNvSpPr>
          <p:nvPr>
            <p:ph type="ctrTitle" hasCustomPrompt="1"/>
          </p:nvPr>
        </p:nvSpPr>
        <p:spPr>
          <a:xfrm>
            <a:off x="1424966" y="1119619"/>
            <a:ext cx="9143446" cy="1644603"/>
          </a:xfrm>
        </p:spPr>
        <p:txBody>
          <a:bodyPr lIns="0" tIns="0" rIns="0" bIns="0" anchor="b">
            <a:normAutofit/>
          </a:bodyPr>
          <a:lstStyle>
            <a:lvl1pPr algn="ctr">
              <a:lnSpc>
                <a:spcPct val="100000"/>
              </a:lnSpc>
              <a:defRPr sz="3800" b="1">
                <a:solidFill>
                  <a:schemeClr val="accent1"/>
                </a:solidFill>
              </a:defRPr>
            </a:lvl1pPr>
          </a:lstStyle>
          <a:p>
            <a:r>
              <a:rPr lang="en-US" dirty="0"/>
              <a:t>Presentation Title</a:t>
            </a:r>
            <a:br>
              <a:rPr lang="en-US" dirty="0"/>
            </a:br>
            <a:r>
              <a:rPr lang="en-US" dirty="0"/>
              <a:t>Goes Here</a:t>
            </a:r>
          </a:p>
        </p:txBody>
      </p:sp>
      <p:sp>
        <p:nvSpPr>
          <p:cNvPr id="3" name="Subtitle 2">
            <a:extLst>
              <a:ext uri="{FF2B5EF4-FFF2-40B4-BE49-F238E27FC236}">
                <a16:creationId xmlns:a16="http://schemas.microsoft.com/office/drawing/2014/main" id="{2E4661CA-9166-485C-902F-B2443990F4CF}"/>
              </a:ext>
            </a:extLst>
          </p:cNvPr>
          <p:cNvSpPr>
            <a:spLocks noGrp="1"/>
          </p:cNvSpPr>
          <p:nvPr>
            <p:ph type="subTitle" idx="1" hasCustomPrompt="1"/>
          </p:nvPr>
        </p:nvSpPr>
        <p:spPr>
          <a:xfrm>
            <a:off x="1424966" y="3177905"/>
            <a:ext cx="9143446" cy="1474521"/>
          </a:xfrm>
        </p:spPr>
        <p:txBody>
          <a:bodyPr lIns="0" tIns="0" rIns="0" bIns="0" anchor="t"/>
          <a:lstStyle>
            <a:lvl1pPr marL="0" indent="0" algn="ctr">
              <a:lnSpc>
                <a:spcPct val="100000"/>
              </a:lnSpc>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Sub-topic</a:t>
            </a:r>
          </a:p>
        </p:txBody>
      </p:sp>
      <p:sp>
        <p:nvSpPr>
          <p:cNvPr id="12" name="Text Placeholder 11">
            <a:extLst>
              <a:ext uri="{FF2B5EF4-FFF2-40B4-BE49-F238E27FC236}">
                <a16:creationId xmlns:a16="http://schemas.microsoft.com/office/drawing/2014/main" id="{B408B901-9186-DB29-4FA5-21BBC02462AD}"/>
              </a:ext>
            </a:extLst>
          </p:cNvPr>
          <p:cNvSpPr>
            <a:spLocks noGrp="1"/>
          </p:cNvSpPr>
          <p:nvPr>
            <p:ph type="body" sz="quarter" idx="10" hasCustomPrompt="1"/>
          </p:nvPr>
        </p:nvSpPr>
        <p:spPr>
          <a:xfrm>
            <a:off x="1424966" y="5633952"/>
            <a:ext cx="9143446" cy="581025"/>
          </a:xfrm>
        </p:spPr>
        <p:txBody>
          <a:bodyPr lIns="0" tIns="0" rIns="0" bIns="0">
            <a:noAutofit/>
          </a:bodyPr>
          <a:lstStyle>
            <a:lvl1pPr marL="0" indent="0" algn="ctr">
              <a:lnSpc>
                <a:spcPct val="100000"/>
              </a:lnSpc>
              <a:buNone/>
              <a:defRPr sz="1400">
                <a:solidFill>
                  <a:schemeClr val="accent1"/>
                </a:solidFill>
              </a:defRPr>
            </a:lvl1pPr>
            <a:lvl2pPr marL="457200" indent="0">
              <a:buNone/>
              <a:defRPr sz="1400">
                <a:solidFill>
                  <a:schemeClr val="bg1"/>
                </a:solidFill>
              </a:defRPr>
            </a:lvl2pPr>
            <a:lvl3pPr marL="914400" indent="0">
              <a:buNone/>
              <a:defRPr sz="14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Date – Location</a:t>
            </a:r>
          </a:p>
        </p:txBody>
      </p:sp>
      <p:pic>
        <p:nvPicPr>
          <p:cNvPr id="9" name="Picture 8">
            <a:extLst>
              <a:ext uri="{FF2B5EF4-FFF2-40B4-BE49-F238E27FC236}">
                <a16:creationId xmlns:a16="http://schemas.microsoft.com/office/drawing/2014/main" id="{A9282A0C-AE70-F90A-1C3A-41019DB55A20}"/>
              </a:ext>
            </a:extLst>
          </p:cNvPr>
          <p:cNvPicPr>
            <a:picLocks noChangeAspect="1"/>
          </p:cNvPicPr>
          <p:nvPr userDrawn="1"/>
        </p:nvPicPr>
        <p:blipFill>
          <a:blip r:embed="rId2"/>
          <a:stretch>
            <a:fillRect/>
          </a:stretch>
        </p:blipFill>
        <p:spPr>
          <a:xfrm>
            <a:off x="4669538" y="720925"/>
            <a:ext cx="2654302" cy="294923"/>
          </a:xfrm>
          <a:prstGeom prst="rect">
            <a:avLst/>
          </a:prstGeom>
        </p:spPr>
      </p:pic>
      <p:sp>
        <p:nvSpPr>
          <p:cNvPr id="8" name="Rectangle 7">
            <a:extLst>
              <a:ext uri="{FF2B5EF4-FFF2-40B4-BE49-F238E27FC236}">
                <a16:creationId xmlns:a16="http://schemas.microsoft.com/office/drawing/2014/main" id="{4DBA3CA8-4426-4FAB-ACAE-BDC78CBA3C09}"/>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sp>
        <p:nvSpPr>
          <p:cNvPr id="10" name="Rectangle 9">
            <a:extLst>
              <a:ext uri="{FF2B5EF4-FFF2-40B4-BE49-F238E27FC236}">
                <a16:creationId xmlns:a16="http://schemas.microsoft.com/office/drawing/2014/main" id="{987050A0-2597-47B0-B2A9-222CDA3D15A3}"/>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3C9133E-026C-4BC8-8628-6A86DFEF3E73}"/>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Graphic 12">
            <a:extLst>
              <a:ext uri="{FF2B5EF4-FFF2-40B4-BE49-F238E27FC236}">
                <a16:creationId xmlns:a16="http://schemas.microsoft.com/office/drawing/2014/main" id="{AF6FFAC0-AF93-4170-85DE-24B48BA5BEF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387437" y="-1"/>
            <a:ext cx="180975" cy="137159"/>
          </a:xfrm>
          <a:prstGeom prst="rect">
            <a:avLst/>
          </a:prstGeom>
        </p:spPr>
      </p:pic>
    </p:spTree>
    <p:extLst>
      <p:ext uri="{BB962C8B-B14F-4D97-AF65-F5344CB8AC3E}">
        <p14:creationId xmlns:p14="http://schemas.microsoft.com/office/powerpoint/2010/main" val="824351854"/>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A58E13B0-1471-FD09-C552-5AB1C9B712B1}"/>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sp>
        <p:nvSpPr>
          <p:cNvPr id="2" name="Title 1">
            <a:extLst>
              <a:ext uri="{FF2B5EF4-FFF2-40B4-BE49-F238E27FC236}">
                <a16:creationId xmlns:a16="http://schemas.microsoft.com/office/drawing/2014/main" id="{93AFD9B1-DD15-4DA0-BD0F-5599945158DD}"/>
              </a:ext>
            </a:extLst>
          </p:cNvPr>
          <p:cNvSpPr>
            <a:spLocks noGrp="1"/>
          </p:cNvSpPr>
          <p:nvPr>
            <p:ph type="title" hasCustomPrompt="1"/>
          </p:nvPr>
        </p:nvSpPr>
        <p:spPr>
          <a:xfrm>
            <a:off x="457200" y="457200"/>
            <a:ext cx="11277600" cy="1143000"/>
          </a:xfrm>
        </p:spPr>
        <p:txBody>
          <a:bodyPr lIns="0" tIns="0" rIns="0" bIns="0"/>
          <a:lstStyle>
            <a:lvl1pPr>
              <a:defRPr sz="4400">
                <a:solidFill>
                  <a:schemeClr val="tx1"/>
                </a:solidFill>
              </a:defRPr>
            </a:lvl1pPr>
          </a:lstStyle>
          <a:p>
            <a:r>
              <a:rPr lang="en-US" dirty="0"/>
              <a:t>Click to add title</a:t>
            </a:r>
          </a:p>
        </p:txBody>
      </p:sp>
      <p:sp>
        <p:nvSpPr>
          <p:cNvPr id="16" name="Rectangle 15">
            <a:extLst>
              <a:ext uri="{FF2B5EF4-FFF2-40B4-BE49-F238E27FC236}">
                <a16:creationId xmlns:a16="http://schemas.microsoft.com/office/drawing/2014/main" id="{499B9A15-1058-6D5F-9D91-7F183BF610C8}"/>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32978BF5-E404-2C42-09EC-B1DE94DD859B}"/>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2" name="Graphic 31">
            <a:extLst>
              <a:ext uri="{FF2B5EF4-FFF2-40B4-BE49-F238E27FC236}">
                <a16:creationId xmlns:a16="http://schemas.microsoft.com/office/drawing/2014/main" id="{7B580FEA-8678-95DF-BFE1-2B229345029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pic>
        <p:nvPicPr>
          <p:cNvPr id="14" name="Picture 13">
            <a:extLst>
              <a:ext uri="{FF2B5EF4-FFF2-40B4-BE49-F238E27FC236}">
                <a16:creationId xmlns:a16="http://schemas.microsoft.com/office/drawing/2014/main" id="{FF06C505-229C-CADE-EACC-2CB72C7BBC41}"/>
              </a:ext>
            </a:extLst>
          </p:cNvPr>
          <p:cNvPicPr>
            <a:picLocks noChangeAspect="1"/>
          </p:cNvPicPr>
          <p:nvPr userDrawn="1"/>
        </p:nvPicPr>
        <p:blipFill>
          <a:blip r:embed="rId4"/>
          <a:stretch>
            <a:fillRect/>
          </a:stretch>
        </p:blipFill>
        <p:spPr>
          <a:xfrm>
            <a:off x="465033" y="6541227"/>
            <a:ext cx="1681267" cy="181017"/>
          </a:xfrm>
          <a:prstGeom prst="rect">
            <a:avLst/>
          </a:prstGeom>
        </p:spPr>
      </p:pic>
      <p:sp>
        <p:nvSpPr>
          <p:cNvPr id="4" name="Content Placeholder 2">
            <a:extLst>
              <a:ext uri="{FF2B5EF4-FFF2-40B4-BE49-F238E27FC236}">
                <a16:creationId xmlns:a16="http://schemas.microsoft.com/office/drawing/2014/main" id="{ECED2DB9-4957-B15C-21F1-00435904AF9E}"/>
              </a:ext>
            </a:extLst>
          </p:cNvPr>
          <p:cNvSpPr>
            <a:spLocks noGrp="1"/>
          </p:cNvSpPr>
          <p:nvPr>
            <p:ph sz="half" idx="1" hasCustomPrompt="1"/>
          </p:nvPr>
        </p:nvSpPr>
        <p:spPr>
          <a:xfrm>
            <a:off x="457200" y="1824037"/>
            <a:ext cx="11277600" cy="4443598"/>
          </a:xfrm>
        </p:spPr>
        <p:txBody>
          <a:bodyPr/>
          <a:lstStyle>
            <a:lvl1pPr>
              <a:lnSpc>
                <a:spcPct val="100000"/>
              </a:lnSpc>
              <a:defRPr sz="2800"/>
            </a:lvl1pPr>
            <a:lvl2pPr>
              <a:lnSpc>
                <a:spcPct val="100000"/>
              </a:lnSpc>
              <a:defRPr sz="2800"/>
            </a:lvl2pPr>
            <a:lvl3pPr>
              <a:lnSpc>
                <a:spcPct val="100000"/>
              </a:lnSpc>
              <a:defRPr sz="2800"/>
            </a:lvl3pPr>
            <a:lvl4pPr>
              <a:lnSpc>
                <a:spcPct val="100000"/>
              </a:lnSpc>
              <a:defRPr sz="2800"/>
            </a:lvl4pPr>
            <a:lvl5pPr>
              <a:lnSpc>
                <a:spcPct val="100000"/>
              </a:lnSpc>
              <a:defRPr sz="2800"/>
            </a:lvl5pPr>
          </a:lstStyle>
          <a:p>
            <a:pPr lvl="0"/>
            <a:r>
              <a:rPr lang="en-US" dirty="0"/>
              <a:t>Click on six (6) icons below or add text content here (Paste Special – Unformatted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8884645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22C01-955E-4B21-9482-B5AB906BBB68}"/>
              </a:ext>
            </a:extLst>
          </p:cNvPr>
          <p:cNvSpPr>
            <a:spLocks noGrp="1"/>
          </p:cNvSpPr>
          <p:nvPr>
            <p:ph type="title" hasCustomPrompt="1"/>
          </p:nvPr>
        </p:nvSpPr>
        <p:spPr>
          <a:xfrm>
            <a:off x="457200" y="457200"/>
            <a:ext cx="11269766" cy="1143000"/>
          </a:xfrm>
        </p:spPr>
        <p:txBody>
          <a:bodyPr/>
          <a:lstStyle>
            <a:lvl1pPr algn="l">
              <a:lnSpc>
                <a:spcPct val="100000"/>
              </a:lnSpc>
              <a:defRPr sz="4400"/>
            </a:lvl1pPr>
          </a:lstStyle>
          <a:p>
            <a:r>
              <a:rPr lang="en-US" dirty="0"/>
              <a:t>Click to add title</a:t>
            </a:r>
          </a:p>
        </p:txBody>
      </p:sp>
      <p:sp>
        <p:nvSpPr>
          <p:cNvPr id="3" name="Content Placeholder 2">
            <a:extLst>
              <a:ext uri="{FF2B5EF4-FFF2-40B4-BE49-F238E27FC236}">
                <a16:creationId xmlns:a16="http://schemas.microsoft.com/office/drawing/2014/main" id="{738B74F1-5F38-4720-A95A-885766F6ACBF}"/>
              </a:ext>
            </a:extLst>
          </p:cNvPr>
          <p:cNvSpPr>
            <a:spLocks noGrp="1"/>
          </p:cNvSpPr>
          <p:nvPr>
            <p:ph sz="half" idx="1" hasCustomPrompt="1"/>
          </p:nvPr>
        </p:nvSpPr>
        <p:spPr>
          <a:xfrm>
            <a:off x="457200" y="1824037"/>
            <a:ext cx="5524500" cy="4443598"/>
          </a:xfrm>
        </p:spPr>
        <p:txBody>
          <a:bodyPr/>
          <a:lstStyle>
            <a:lvl1pPr>
              <a:lnSpc>
                <a:spcPct val="100000"/>
              </a:lnSpc>
              <a:defRPr sz="2800"/>
            </a:lvl1pPr>
            <a:lvl2pPr>
              <a:lnSpc>
                <a:spcPct val="100000"/>
              </a:lnSpc>
              <a:defRPr sz="2800"/>
            </a:lvl2pPr>
            <a:lvl3pPr>
              <a:lnSpc>
                <a:spcPct val="100000"/>
              </a:lnSpc>
              <a:defRPr sz="2800"/>
            </a:lvl3pPr>
            <a:lvl4pPr>
              <a:lnSpc>
                <a:spcPct val="100000"/>
              </a:lnSpc>
              <a:defRPr sz="2800"/>
            </a:lvl4pPr>
            <a:lvl5pPr>
              <a:lnSpc>
                <a:spcPct val="100000"/>
              </a:lnSpc>
              <a:defRPr sz="2800"/>
            </a:lvl5pPr>
          </a:lstStyle>
          <a:p>
            <a:pPr lvl="0"/>
            <a:r>
              <a:rPr lang="en-US" dirty="0"/>
              <a:t>Click on six (6) icons below or add text content here (Paste Special – Unformatted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Rectangle 12">
            <a:extLst>
              <a:ext uri="{FF2B5EF4-FFF2-40B4-BE49-F238E27FC236}">
                <a16:creationId xmlns:a16="http://schemas.microsoft.com/office/drawing/2014/main" id="{DCDF4D07-F63D-B222-2C01-19C60131B4DD}"/>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A5E0011-B84D-B0D8-9A8B-AFB475AAC283}"/>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Graphic 14">
            <a:extLst>
              <a:ext uri="{FF2B5EF4-FFF2-40B4-BE49-F238E27FC236}">
                <a16:creationId xmlns:a16="http://schemas.microsoft.com/office/drawing/2014/main" id="{121C53ED-50CD-EA79-C4ED-23BCDB7D9E2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sp>
        <p:nvSpPr>
          <p:cNvPr id="16" name="Rectangle 15">
            <a:extLst>
              <a:ext uri="{FF2B5EF4-FFF2-40B4-BE49-F238E27FC236}">
                <a16:creationId xmlns:a16="http://schemas.microsoft.com/office/drawing/2014/main" id="{70F36BE8-50A0-2BCE-4CE4-0FC35FB84759}"/>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20" name="Picture 19">
            <a:extLst>
              <a:ext uri="{FF2B5EF4-FFF2-40B4-BE49-F238E27FC236}">
                <a16:creationId xmlns:a16="http://schemas.microsoft.com/office/drawing/2014/main" id="{6CA1ED0F-70E3-B15F-6C79-F96782D35B59}"/>
              </a:ext>
            </a:extLst>
          </p:cNvPr>
          <p:cNvPicPr>
            <a:picLocks noChangeAspect="1"/>
          </p:cNvPicPr>
          <p:nvPr userDrawn="1"/>
        </p:nvPicPr>
        <p:blipFill>
          <a:blip r:embed="rId4"/>
          <a:stretch>
            <a:fillRect/>
          </a:stretch>
        </p:blipFill>
        <p:spPr>
          <a:xfrm>
            <a:off x="465033" y="6541227"/>
            <a:ext cx="1681267" cy="181017"/>
          </a:xfrm>
          <a:prstGeom prst="rect">
            <a:avLst/>
          </a:prstGeom>
        </p:spPr>
      </p:pic>
      <p:sp>
        <p:nvSpPr>
          <p:cNvPr id="11" name="Content Placeholder 2">
            <a:extLst>
              <a:ext uri="{FF2B5EF4-FFF2-40B4-BE49-F238E27FC236}">
                <a16:creationId xmlns:a16="http://schemas.microsoft.com/office/drawing/2014/main" id="{B61778D8-6E8B-41F7-8E93-1934FCA5F238}"/>
              </a:ext>
            </a:extLst>
          </p:cNvPr>
          <p:cNvSpPr>
            <a:spLocks noGrp="1"/>
          </p:cNvSpPr>
          <p:nvPr>
            <p:ph sz="half" idx="13" hasCustomPrompt="1"/>
          </p:nvPr>
        </p:nvSpPr>
        <p:spPr>
          <a:xfrm>
            <a:off x="6202466" y="1824037"/>
            <a:ext cx="5524500" cy="4443598"/>
          </a:xfrm>
        </p:spPr>
        <p:txBody>
          <a:bodyPr/>
          <a:lstStyle>
            <a:lvl1pPr>
              <a:lnSpc>
                <a:spcPct val="100000"/>
              </a:lnSpc>
              <a:defRPr sz="2800"/>
            </a:lvl1pPr>
            <a:lvl2pPr>
              <a:lnSpc>
                <a:spcPct val="100000"/>
              </a:lnSpc>
              <a:defRPr sz="2800"/>
            </a:lvl2pPr>
            <a:lvl3pPr>
              <a:lnSpc>
                <a:spcPct val="100000"/>
              </a:lnSpc>
              <a:defRPr sz="2800"/>
            </a:lvl3pPr>
            <a:lvl4pPr>
              <a:lnSpc>
                <a:spcPct val="100000"/>
              </a:lnSpc>
              <a:defRPr sz="2800"/>
            </a:lvl4pPr>
            <a:lvl5pPr>
              <a:lnSpc>
                <a:spcPct val="100000"/>
              </a:lnSpc>
              <a:defRPr sz="2800"/>
            </a:lvl5pPr>
          </a:lstStyle>
          <a:p>
            <a:pPr lvl="0"/>
            <a:r>
              <a:rPr lang="en-US" dirty="0"/>
              <a:t>Click on six (6) icons below or add text content here (Paste Special – Unformatted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282810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22C01-955E-4B21-9482-B5AB906BBB68}"/>
              </a:ext>
            </a:extLst>
          </p:cNvPr>
          <p:cNvSpPr>
            <a:spLocks noGrp="1"/>
          </p:cNvSpPr>
          <p:nvPr>
            <p:ph type="title" hasCustomPrompt="1"/>
          </p:nvPr>
        </p:nvSpPr>
        <p:spPr>
          <a:xfrm>
            <a:off x="457200" y="457200"/>
            <a:ext cx="11269766" cy="1143000"/>
          </a:xfrm>
        </p:spPr>
        <p:txBody>
          <a:bodyPr/>
          <a:lstStyle>
            <a:lvl1pPr algn="l">
              <a:lnSpc>
                <a:spcPct val="100000"/>
              </a:lnSpc>
              <a:defRPr sz="4400"/>
            </a:lvl1pPr>
          </a:lstStyle>
          <a:p>
            <a:r>
              <a:rPr lang="en-US" dirty="0"/>
              <a:t>Click to add title</a:t>
            </a:r>
          </a:p>
        </p:txBody>
      </p:sp>
      <p:sp>
        <p:nvSpPr>
          <p:cNvPr id="3" name="Content Placeholder 2">
            <a:extLst>
              <a:ext uri="{FF2B5EF4-FFF2-40B4-BE49-F238E27FC236}">
                <a16:creationId xmlns:a16="http://schemas.microsoft.com/office/drawing/2014/main" id="{738B74F1-5F38-4720-A95A-885766F6ACBF}"/>
              </a:ext>
            </a:extLst>
          </p:cNvPr>
          <p:cNvSpPr>
            <a:spLocks noGrp="1"/>
          </p:cNvSpPr>
          <p:nvPr>
            <p:ph sz="half" idx="1" hasCustomPrompt="1"/>
          </p:nvPr>
        </p:nvSpPr>
        <p:spPr>
          <a:xfrm>
            <a:off x="457199" y="1726380"/>
            <a:ext cx="11269765" cy="2152792"/>
          </a:xfrm>
        </p:spPr>
        <p:txBody>
          <a:bodyPr/>
          <a:lstStyle>
            <a:lvl1pPr>
              <a:lnSpc>
                <a:spcPct val="100000"/>
              </a:lnSpc>
              <a:defRPr sz="2000"/>
            </a:lvl1pPr>
            <a:lvl2pPr>
              <a:lnSpc>
                <a:spcPct val="100000"/>
              </a:lnSpc>
              <a:defRPr sz="2000"/>
            </a:lvl2pPr>
            <a:lvl3pPr>
              <a:lnSpc>
                <a:spcPct val="100000"/>
              </a:lnSpc>
              <a:defRPr sz="2000"/>
            </a:lvl3pPr>
            <a:lvl4pPr>
              <a:lnSpc>
                <a:spcPct val="100000"/>
              </a:lnSpc>
              <a:defRPr sz="2000"/>
            </a:lvl4pPr>
            <a:lvl5pPr>
              <a:lnSpc>
                <a:spcPct val="100000"/>
              </a:lnSpc>
              <a:defRPr sz="2000"/>
            </a:lvl5pPr>
          </a:lstStyle>
          <a:p>
            <a:pPr lvl="0"/>
            <a:r>
              <a:rPr lang="en-US" dirty="0"/>
              <a:t>Click on six (6) icons below or add text content here (Paste Special – Unformatted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Rectangle 12">
            <a:extLst>
              <a:ext uri="{FF2B5EF4-FFF2-40B4-BE49-F238E27FC236}">
                <a16:creationId xmlns:a16="http://schemas.microsoft.com/office/drawing/2014/main" id="{DCDF4D07-F63D-B222-2C01-19C60131B4DD}"/>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A5E0011-B84D-B0D8-9A8B-AFB475AAC283}"/>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Graphic 14">
            <a:extLst>
              <a:ext uri="{FF2B5EF4-FFF2-40B4-BE49-F238E27FC236}">
                <a16:creationId xmlns:a16="http://schemas.microsoft.com/office/drawing/2014/main" id="{121C53ED-50CD-EA79-C4ED-23BCDB7D9E2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sp>
        <p:nvSpPr>
          <p:cNvPr id="16" name="Rectangle 15">
            <a:extLst>
              <a:ext uri="{FF2B5EF4-FFF2-40B4-BE49-F238E27FC236}">
                <a16:creationId xmlns:a16="http://schemas.microsoft.com/office/drawing/2014/main" id="{70F36BE8-50A0-2BCE-4CE4-0FC35FB84759}"/>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20" name="Picture 19">
            <a:extLst>
              <a:ext uri="{FF2B5EF4-FFF2-40B4-BE49-F238E27FC236}">
                <a16:creationId xmlns:a16="http://schemas.microsoft.com/office/drawing/2014/main" id="{6CA1ED0F-70E3-B15F-6C79-F96782D35B59}"/>
              </a:ext>
            </a:extLst>
          </p:cNvPr>
          <p:cNvPicPr>
            <a:picLocks noChangeAspect="1"/>
          </p:cNvPicPr>
          <p:nvPr userDrawn="1"/>
        </p:nvPicPr>
        <p:blipFill>
          <a:blip r:embed="rId4"/>
          <a:stretch>
            <a:fillRect/>
          </a:stretch>
        </p:blipFill>
        <p:spPr>
          <a:xfrm>
            <a:off x="465033" y="6541227"/>
            <a:ext cx="1681267" cy="181017"/>
          </a:xfrm>
          <a:prstGeom prst="rect">
            <a:avLst/>
          </a:prstGeom>
        </p:spPr>
      </p:pic>
      <p:sp>
        <p:nvSpPr>
          <p:cNvPr id="11" name="Content Placeholder 2">
            <a:extLst>
              <a:ext uri="{FF2B5EF4-FFF2-40B4-BE49-F238E27FC236}">
                <a16:creationId xmlns:a16="http://schemas.microsoft.com/office/drawing/2014/main" id="{B61778D8-6E8B-41F7-8E93-1934FCA5F238}"/>
              </a:ext>
            </a:extLst>
          </p:cNvPr>
          <p:cNvSpPr>
            <a:spLocks noGrp="1"/>
          </p:cNvSpPr>
          <p:nvPr>
            <p:ph sz="half" idx="13" hasCustomPrompt="1"/>
          </p:nvPr>
        </p:nvSpPr>
        <p:spPr>
          <a:xfrm>
            <a:off x="457200" y="4019599"/>
            <a:ext cx="11269766" cy="2248036"/>
          </a:xfrm>
        </p:spPr>
        <p:txBody>
          <a:bodyPr/>
          <a:lstStyle>
            <a:lvl1pPr>
              <a:lnSpc>
                <a:spcPct val="100000"/>
              </a:lnSpc>
              <a:defRPr sz="2000"/>
            </a:lvl1pPr>
            <a:lvl2pPr>
              <a:lnSpc>
                <a:spcPct val="100000"/>
              </a:lnSpc>
              <a:defRPr sz="2000"/>
            </a:lvl2pPr>
            <a:lvl3pPr>
              <a:lnSpc>
                <a:spcPct val="100000"/>
              </a:lnSpc>
              <a:defRPr sz="2000"/>
            </a:lvl3pPr>
            <a:lvl4pPr>
              <a:lnSpc>
                <a:spcPct val="100000"/>
              </a:lnSpc>
              <a:defRPr sz="2000"/>
            </a:lvl4pPr>
            <a:lvl5pPr>
              <a:lnSpc>
                <a:spcPct val="100000"/>
              </a:lnSpc>
              <a:defRPr sz="2000"/>
            </a:lvl5pPr>
          </a:lstStyle>
          <a:p>
            <a:pPr lvl="0"/>
            <a:r>
              <a:rPr lang="en-US" dirty="0"/>
              <a:t>Click on six (6) icons below or add text content here (Paste Special – Unformatted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1224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19551-FA4B-49C5-A55E-E19426F2934B}"/>
              </a:ext>
            </a:extLst>
          </p:cNvPr>
          <p:cNvSpPr>
            <a:spLocks noGrp="1"/>
          </p:cNvSpPr>
          <p:nvPr>
            <p:ph type="title" hasCustomPrompt="1"/>
          </p:nvPr>
        </p:nvSpPr>
        <p:spPr>
          <a:xfrm>
            <a:off x="465034" y="457200"/>
            <a:ext cx="11269766" cy="1143000"/>
          </a:xfrm>
        </p:spPr>
        <p:txBody>
          <a:bodyPr/>
          <a:lstStyle>
            <a:lvl1pPr algn="ctr">
              <a:lnSpc>
                <a:spcPct val="100000"/>
              </a:lnSpc>
              <a:defRPr/>
            </a:lvl1pPr>
          </a:lstStyle>
          <a:p>
            <a:r>
              <a:rPr lang="en-US" dirty="0"/>
              <a:t>Click to add title</a:t>
            </a:r>
          </a:p>
        </p:txBody>
      </p:sp>
      <p:sp>
        <p:nvSpPr>
          <p:cNvPr id="3" name="Text Placeholder 2">
            <a:extLst>
              <a:ext uri="{FF2B5EF4-FFF2-40B4-BE49-F238E27FC236}">
                <a16:creationId xmlns:a16="http://schemas.microsoft.com/office/drawing/2014/main" id="{601BB0EA-2287-408C-BD4B-0102249F2255}"/>
              </a:ext>
            </a:extLst>
          </p:cNvPr>
          <p:cNvSpPr>
            <a:spLocks noGrp="1"/>
          </p:cNvSpPr>
          <p:nvPr>
            <p:ph type="body" idx="1" hasCustomPrompt="1"/>
          </p:nvPr>
        </p:nvSpPr>
        <p:spPr>
          <a:xfrm>
            <a:off x="465034" y="1828800"/>
            <a:ext cx="5516666" cy="457200"/>
          </a:xfrm>
        </p:spPr>
        <p:txBody>
          <a:bodyPr anchor="b">
            <a:normAutofit/>
          </a:bodyPr>
          <a:lstStyle>
            <a:lvl1pPr marL="0" indent="0">
              <a:lnSpc>
                <a:spcPct val="100000"/>
              </a:lnSpc>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header</a:t>
            </a:r>
          </a:p>
        </p:txBody>
      </p:sp>
      <p:sp>
        <p:nvSpPr>
          <p:cNvPr id="4" name="Content Placeholder 3">
            <a:extLst>
              <a:ext uri="{FF2B5EF4-FFF2-40B4-BE49-F238E27FC236}">
                <a16:creationId xmlns:a16="http://schemas.microsoft.com/office/drawing/2014/main" id="{C9DFEB5A-2EB1-468C-846E-5F6289E42E00}"/>
              </a:ext>
            </a:extLst>
          </p:cNvPr>
          <p:cNvSpPr>
            <a:spLocks noGrp="1"/>
          </p:cNvSpPr>
          <p:nvPr>
            <p:ph sz="half" idx="2" hasCustomPrompt="1"/>
          </p:nvPr>
        </p:nvSpPr>
        <p:spPr>
          <a:xfrm>
            <a:off x="465034" y="2514601"/>
            <a:ext cx="5516666" cy="350758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on six (6) icons below or add text content here (Paste Special – Unformatted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E280F103-0F55-45E8-9258-C4127A04AEA9}"/>
              </a:ext>
            </a:extLst>
          </p:cNvPr>
          <p:cNvSpPr>
            <a:spLocks noGrp="1"/>
          </p:cNvSpPr>
          <p:nvPr>
            <p:ph type="body" sz="quarter" idx="3" hasCustomPrompt="1"/>
          </p:nvPr>
        </p:nvSpPr>
        <p:spPr>
          <a:xfrm>
            <a:off x="6210302" y="1828801"/>
            <a:ext cx="5524498" cy="457200"/>
          </a:xfrm>
        </p:spPr>
        <p:txBody>
          <a:bodyPr anchor="b">
            <a:normAutofit/>
          </a:bodyPr>
          <a:lstStyle>
            <a:lvl1pPr marL="0" indent="0">
              <a:lnSpc>
                <a:spcPct val="100000"/>
              </a:lnSpc>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header</a:t>
            </a:r>
          </a:p>
        </p:txBody>
      </p:sp>
      <p:sp>
        <p:nvSpPr>
          <p:cNvPr id="6" name="Content Placeholder 5">
            <a:extLst>
              <a:ext uri="{FF2B5EF4-FFF2-40B4-BE49-F238E27FC236}">
                <a16:creationId xmlns:a16="http://schemas.microsoft.com/office/drawing/2014/main" id="{9B798080-3E5E-4011-AB0E-15A5C81E1C06}"/>
              </a:ext>
            </a:extLst>
          </p:cNvPr>
          <p:cNvSpPr>
            <a:spLocks noGrp="1"/>
          </p:cNvSpPr>
          <p:nvPr>
            <p:ph sz="quarter" idx="4" hasCustomPrompt="1"/>
          </p:nvPr>
        </p:nvSpPr>
        <p:spPr>
          <a:xfrm>
            <a:off x="6218134" y="2514601"/>
            <a:ext cx="5516666" cy="3507581"/>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on six (6) icons below or add text content here (Paste Special – Unformatted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Rectangle 14">
            <a:extLst>
              <a:ext uri="{FF2B5EF4-FFF2-40B4-BE49-F238E27FC236}">
                <a16:creationId xmlns:a16="http://schemas.microsoft.com/office/drawing/2014/main" id="{6868275B-3C88-F0A2-56B6-003AE47F398D}"/>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CC6A3A8-53D1-C2EF-3210-E4CA80422B08}"/>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 name="Graphic 16">
            <a:extLst>
              <a:ext uri="{FF2B5EF4-FFF2-40B4-BE49-F238E27FC236}">
                <a16:creationId xmlns:a16="http://schemas.microsoft.com/office/drawing/2014/main" id="{5ACD1B63-72FE-0C9E-9EF7-4AF3431D365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sp>
        <p:nvSpPr>
          <p:cNvPr id="18" name="Rectangle 17">
            <a:extLst>
              <a:ext uri="{FF2B5EF4-FFF2-40B4-BE49-F238E27FC236}">
                <a16:creationId xmlns:a16="http://schemas.microsoft.com/office/drawing/2014/main" id="{15A4B6FB-D719-D3C9-AC20-4FC1599E3F2A}"/>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22" name="Picture 21">
            <a:extLst>
              <a:ext uri="{FF2B5EF4-FFF2-40B4-BE49-F238E27FC236}">
                <a16:creationId xmlns:a16="http://schemas.microsoft.com/office/drawing/2014/main" id="{FC62B28E-0BDF-8515-B2A7-7ECC20169406}"/>
              </a:ext>
            </a:extLst>
          </p:cNvPr>
          <p:cNvPicPr>
            <a:picLocks noChangeAspect="1"/>
          </p:cNvPicPr>
          <p:nvPr userDrawn="1"/>
        </p:nvPicPr>
        <p:blipFill>
          <a:blip r:embed="rId4"/>
          <a:stretch>
            <a:fillRect/>
          </a:stretch>
        </p:blipFill>
        <p:spPr>
          <a:xfrm>
            <a:off x="465033" y="6541227"/>
            <a:ext cx="1681267" cy="181017"/>
          </a:xfrm>
          <a:prstGeom prst="rect">
            <a:avLst/>
          </a:prstGeom>
        </p:spPr>
      </p:pic>
      <p:sp>
        <p:nvSpPr>
          <p:cNvPr id="7" name="Slide Number Placeholder 5">
            <a:extLst>
              <a:ext uri="{FF2B5EF4-FFF2-40B4-BE49-F238E27FC236}">
                <a16:creationId xmlns:a16="http://schemas.microsoft.com/office/drawing/2014/main" id="{5E3D3079-D851-B257-667E-B59FC70E3C79}"/>
              </a:ext>
            </a:extLst>
          </p:cNvPr>
          <p:cNvSpPr>
            <a:spLocks noGrp="1"/>
          </p:cNvSpPr>
          <p:nvPr>
            <p:ph type="sldNum" sz="quarter" idx="12"/>
          </p:nvPr>
        </p:nvSpPr>
        <p:spPr>
          <a:xfrm>
            <a:off x="11004550" y="6400800"/>
            <a:ext cx="722416" cy="457200"/>
          </a:xfrm>
        </p:spPr>
        <p:txBody>
          <a:bodyPr lIns="0" tIns="0" rIns="0" bIns="0" anchor="ctr"/>
          <a:lstStyle>
            <a:lvl1pPr>
              <a:defRPr lang="en-US" sz="1000" smtClean="0">
                <a:solidFill>
                  <a:schemeClr val="bg1"/>
                </a:solidFill>
              </a:defRPr>
            </a:lvl1pPr>
          </a:lstStyle>
          <a:p>
            <a:fld id="{E2E280E9-2294-4CEC-A84B-061E0D2BDE90}" type="slidenum">
              <a:rPr lang="en-US" smtClean="0"/>
              <a:pPr/>
              <a:t>‹#›</a:t>
            </a:fld>
            <a:endParaRPr lang="en-US" dirty="0"/>
          </a:p>
        </p:txBody>
      </p:sp>
      <p:sp>
        <p:nvSpPr>
          <p:cNvPr id="8" name="Date Placeholder 3">
            <a:extLst>
              <a:ext uri="{FF2B5EF4-FFF2-40B4-BE49-F238E27FC236}">
                <a16:creationId xmlns:a16="http://schemas.microsoft.com/office/drawing/2014/main" id="{3614A242-1B0A-B2D4-8D8D-C71807DDAA42}"/>
              </a:ext>
            </a:extLst>
          </p:cNvPr>
          <p:cNvSpPr>
            <a:spLocks noGrp="1"/>
          </p:cNvSpPr>
          <p:nvPr>
            <p:ph type="dt" sz="half" idx="10"/>
          </p:nvPr>
        </p:nvSpPr>
        <p:spPr>
          <a:xfrm>
            <a:off x="3333750" y="6400800"/>
            <a:ext cx="1681266" cy="457200"/>
          </a:xfrm>
        </p:spPr>
        <p:txBody>
          <a:bodyPr/>
          <a:lstStyle>
            <a:lvl1pPr>
              <a:defRPr sz="1000">
                <a:solidFill>
                  <a:schemeClr val="bg1"/>
                </a:solidFill>
              </a:defRPr>
            </a:lvl1pPr>
          </a:lstStyle>
          <a:p>
            <a:endParaRPr lang="en-US" dirty="0"/>
          </a:p>
        </p:txBody>
      </p:sp>
      <p:sp>
        <p:nvSpPr>
          <p:cNvPr id="9" name="Footer Placeholder 4">
            <a:extLst>
              <a:ext uri="{FF2B5EF4-FFF2-40B4-BE49-F238E27FC236}">
                <a16:creationId xmlns:a16="http://schemas.microsoft.com/office/drawing/2014/main" id="{7B7BDC03-DA15-D89E-4C20-254951F707B6}"/>
              </a:ext>
            </a:extLst>
          </p:cNvPr>
          <p:cNvSpPr>
            <a:spLocks noGrp="1"/>
          </p:cNvSpPr>
          <p:nvPr>
            <p:ph type="ftr" sz="quarter" idx="11"/>
          </p:nvPr>
        </p:nvSpPr>
        <p:spPr>
          <a:xfrm>
            <a:off x="5257800" y="6400800"/>
            <a:ext cx="5524500" cy="457200"/>
          </a:xfrm>
        </p:spPr>
        <p:txBody>
          <a:bodyPr/>
          <a:lstStyle>
            <a:lvl1pPr>
              <a:defRPr sz="1000">
                <a:solidFill>
                  <a:schemeClr val="bg1"/>
                </a:solidFill>
              </a:defRPr>
            </a:lvl1pPr>
          </a:lstStyle>
          <a:p>
            <a:endParaRPr lang="en-US" dirty="0"/>
          </a:p>
        </p:txBody>
      </p:sp>
    </p:spTree>
    <p:extLst>
      <p:ext uri="{BB962C8B-B14F-4D97-AF65-F5344CB8AC3E}">
        <p14:creationId xmlns:p14="http://schemas.microsoft.com/office/powerpoint/2010/main" val="203174059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9FC896-AEEF-411B-AA62-896E4A3C6BF9}"/>
              </a:ext>
            </a:extLst>
          </p:cNvPr>
          <p:cNvSpPr>
            <a:spLocks noGrp="1"/>
          </p:cNvSpPr>
          <p:nvPr>
            <p:ph type="title"/>
          </p:nvPr>
        </p:nvSpPr>
        <p:spPr>
          <a:xfrm>
            <a:off x="1416050" y="457200"/>
            <a:ext cx="9359900" cy="1143000"/>
          </a:xfrm>
          <a:prstGeom prst="rect">
            <a:avLst/>
          </a:prstGeom>
        </p:spPr>
        <p:txBody>
          <a:bodyPr vert="horz" lIns="0" tIns="0" rIns="0" bIns="0" rtlCol="0" anchor="ctr">
            <a:noAutofit/>
          </a:bodyPr>
          <a:lstStyle/>
          <a:p>
            <a:r>
              <a:rPr lang="en-US" dirty="0"/>
              <a:t>Click to add title</a:t>
            </a:r>
          </a:p>
        </p:txBody>
      </p:sp>
      <p:sp>
        <p:nvSpPr>
          <p:cNvPr id="3" name="Text Placeholder 2">
            <a:extLst>
              <a:ext uri="{FF2B5EF4-FFF2-40B4-BE49-F238E27FC236}">
                <a16:creationId xmlns:a16="http://schemas.microsoft.com/office/drawing/2014/main" id="{C77EEF78-3D71-42CA-8591-2FA2B59A187C}"/>
              </a:ext>
            </a:extLst>
          </p:cNvPr>
          <p:cNvSpPr>
            <a:spLocks noGrp="1"/>
          </p:cNvSpPr>
          <p:nvPr>
            <p:ph type="body" idx="1"/>
          </p:nvPr>
        </p:nvSpPr>
        <p:spPr>
          <a:xfrm>
            <a:off x="1416049" y="1828800"/>
            <a:ext cx="9359899" cy="3778179"/>
          </a:xfrm>
          <a:prstGeom prst="rect">
            <a:avLst/>
          </a:prstGeom>
        </p:spPr>
        <p:txBody>
          <a:bodyPr vert="horz" lIns="0" tIns="0" rIns="0" bIns="0" rtlCol="0">
            <a:noAutofit/>
          </a:bodyPr>
          <a:lstStyle/>
          <a:p>
            <a:pPr lvl="0"/>
            <a:r>
              <a:rPr lang="en-US" dirty="0"/>
              <a:t>Click to add text content (Paste Special – Unformatted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63BD220-EB1E-4FF4-957C-FD4F4EE12DCB}"/>
              </a:ext>
            </a:extLst>
          </p:cNvPr>
          <p:cNvSpPr>
            <a:spLocks noGrp="1"/>
          </p:cNvSpPr>
          <p:nvPr>
            <p:ph type="dt" sz="half" idx="2"/>
          </p:nvPr>
        </p:nvSpPr>
        <p:spPr>
          <a:xfrm>
            <a:off x="465034" y="6407625"/>
            <a:ext cx="2640116" cy="450375"/>
          </a:xfrm>
          <a:prstGeom prst="rect">
            <a:avLst/>
          </a:prstGeom>
        </p:spPr>
        <p:txBody>
          <a:bodyPr vert="horz" lIns="0" tIns="0" rIns="0" bIns="0" rtlCol="0" anchor="ctr"/>
          <a:lstStyle>
            <a:lvl1pPr algn="l">
              <a:defRPr sz="1200">
                <a:solidFill>
                  <a:schemeClr val="tx1">
                    <a:tint val="75000"/>
                  </a:schemeClr>
                </a:solidFill>
              </a:defRPr>
            </a:lvl1pPr>
          </a:lstStyle>
          <a:p>
            <a:endParaRPr lang="en-US" dirty="0"/>
          </a:p>
        </p:txBody>
      </p:sp>
      <p:sp>
        <p:nvSpPr>
          <p:cNvPr id="5" name="Footer Placeholder 4">
            <a:extLst>
              <a:ext uri="{FF2B5EF4-FFF2-40B4-BE49-F238E27FC236}">
                <a16:creationId xmlns:a16="http://schemas.microsoft.com/office/drawing/2014/main" id="{2B343FBA-75B2-4185-8DE0-0B9F6F5B2471}"/>
              </a:ext>
            </a:extLst>
          </p:cNvPr>
          <p:cNvSpPr>
            <a:spLocks noGrp="1"/>
          </p:cNvSpPr>
          <p:nvPr>
            <p:ph type="ftr" sz="quarter" idx="3"/>
          </p:nvPr>
        </p:nvSpPr>
        <p:spPr>
          <a:xfrm>
            <a:off x="3333750" y="6407624"/>
            <a:ext cx="5524500" cy="450376"/>
          </a:xfrm>
          <a:prstGeom prst="rect">
            <a:avLst/>
          </a:prstGeom>
        </p:spPr>
        <p:txBody>
          <a:bodyPr vert="horz" lIns="0" tIns="0" rIns="0" bIns="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41781788-3541-4E58-9D27-86F22D4DE2BB}"/>
              </a:ext>
            </a:extLst>
          </p:cNvPr>
          <p:cNvSpPr>
            <a:spLocks noGrp="1"/>
          </p:cNvSpPr>
          <p:nvPr>
            <p:ph type="sldNum" sz="quarter" idx="4"/>
          </p:nvPr>
        </p:nvSpPr>
        <p:spPr>
          <a:xfrm>
            <a:off x="9086850" y="6400800"/>
            <a:ext cx="2640116" cy="450375"/>
          </a:xfrm>
          <a:prstGeom prst="rect">
            <a:avLst/>
          </a:prstGeom>
        </p:spPr>
        <p:txBody>
          <a:bodyPr vert="horz" lIns="0" tIns="0" rIns="0" bIns="0" rtlCol="0" anchor="ctr"/>
          <a:lstStyle>
            <a:lvl1pPr algn="r">
              <a:defRPr sz="1200">
                <a:solidFill>
                  <a:schemeClr val="tx1">
                    <a:tint val="75000"/>
                  </a:schemeClr>
                </a:solidFill>
              </a:defRPr>
            </a:lvl1pPr>
          </a:lstStyle>
          <a:p>
            <a:fld id="{E2E280E9-2294-4CEC-A84B-061E0D2BDE90}" type="slidenum">
              <a:rPr lang="en-US" smtClean="0"/>
              <a:t>‹#›</a:t>
            </a:fld>
            <a:endParaRPr lang="en-US"/>
          </a:p>
        </p:txBody>
      </p:sp>
    </p:spTree>
    <p:extLst>
      <p:ext uri="{BB962C8B-B14F-4D97-AF65-F5344CB8AC3E}">
        <p14:creationId xmlns:p14="http://schemas.microsoft.com/office/powerpoint/2010/main" val="18441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68" r:id="rId4"/>
    <p:sldLayoutId id="2147483653" r:id="rId5"/>
  </p:sldLayoutIdLst>
  <p:hf sldNum="0" hdr="0" ft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171450" indent="-171450" algn="l" defTabSz="914400" rtl="0" eaLnBrk="1" latinLnBrk="0" hangingPunct="1">
        <a:lnSpc>
          <a:spcPct val="100000"/>
        </a:lnSpc>
        <a:spcBef>
          <a:spcPts val="1000"/>
        </a:spcBef>
        <a:buClr>
          <a:schemeClr val="accent4"/>
        </a:buClr>
        <a:buFont typeface="Wingdings" panose="05000000000000000000" pitchFamily="2" charset="2"/>
        <a:buChar char="§"/>
        <a:defRPr sz="1200" kern="1200">
          <a:solidFill>
            <a:schemeClr val="tx2"/>
          </a:solidFill>
          <a:latin typeface="+mn-lt"/>
          <a:ea typeface="+mn-ea"/>
          <a:cs typeface="+mn-cs"/>
        </a:defRPr>
      </a:lvl1pPr>
      <a:lvl2pPr marL="631825" indent="-174625" algn="l" defTabSz="914400" rtl="0" eaLnBrk="1" latinLnBrk="0" hangingPunct="1">
        <a:lnSpc>
          <a:spcPct val="100000"/>
        </a:lnSpc>
        <a:spcBef>
          <a:spcPts val="500"/>
        </a:spcBef>
        <a:buClr>
          <a:schemeClr val="accent4"/>
        </a:buClr>
        <a:buFont typeface="Wingdings" panose="05000000000000000000" pitchFamily="2" charset="2"/>
        <a:buChar char="§"/>
        <a:defRPr sz="1200" kern="1200">
          <a:solidFill>
            <a:schemeClr val="tx2"/>
          </a:solidFill>
          <a:latin typeface="+mn-lt"/>
          <a:ea typeface="+mn-ea"/>
          <a:cs typeface="+mn-cs"/>
        </a:defRPr>
      </a:lvl2pPr>
      <a:lvl3pPr marL="1085850" indent="-171450" algn="l" defTabSz="914400" rtl="0" eaLnBrk="1" latinLnBrk="0" hangingPunct="1">
        <a:lnSpc>
          <a:spcPct val="100000"/>
        </a:lnSpc>
        <a:spcBef>
          <a:spcPts val="500"/>
        </a:spcBef>
        <a:buClr>
          <a:schemeClr val="accent4"/>
        </a:buClr>
        <a:buFont typeface="Wingdings" panose="05000000000000000000" pitchFamily="2" charset="2"/>
        <a:buChar char="§"/>
        <a:defRPr sz="1200" kern="1200">
          <a:solidFill>
            <a:schemeClr val="tx2"/>
          </a:solidFill>
          <a:latin typeface="+mn-lt"/>
          <a:ea typeface="+mn-ea"/>
          <a:cs typeface="+mn-cs"/>
        </a:defRPr>
      </a:lvl3pPr>
      <a:lvl4pPr marL="1546225" indent="-174625" algn="l" defTabSz="914400" rtl="0" eaLnBrk="1" latinLnBrk="0" hangingPunct="1">
        <a:lnSpc>
          <a:spcPct val="100000"/>
        </a:lnSpc>
        <a:spcBef>
          <a:spcPts val="500"/>
        </a:spcBef>
        <a:buClr>
          <a:schemeClr val="accent4"/>
        </a:buClr>
        <a:buFont typeface="Wingdings" panose="05000000000000000000" pitchFamily="2" charset="2"/>
        <a:buChar char="§"/>
        <a:defRPr sz="1200" kern="1200">
          <a:solidFill>
            <a:schemeClr val="tx2"/>
          </a:solidFill>
          <a:latin typeface="+mn-lt"/>
          <a:ea typeface="+mn-ea"/>
          <a:cs typeface="+mn-cs"/>
        </a:defRPr>
      </a:lvl4pPr>
      <a:lvl5pPr marL="2000250" indent="-171450" algn="l" defTabSz="914400" rtl="0" eaLnBrk="1" latinLnBrk="0" hangingPunct="1">
        <a:lnSpc>
          <a:spcPct val="100000"/>
        </a:lnSpc>
        <a:spcBef>
          <a:spcPts val="500"/>
        </a:spcBef>
        <a:buClr>
          <a:schemeClr val="accent4"/>
        </a:buClr>
        <a:buFont typeface="Wingdings" panose="05000000000000000000" pitchFamily="2" charset="2"/>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288" userDrawn="1">
          <p15:clr>
            <a:srgbClr val="F26B43"/>
          </p15:clr>
        </p15:guide>
        <p15:guide id="4" pos="752" userDrawn="1">
          <p15:clr>
            <a:srgbClr val="F26B43"/>
          </p15:clr>
        </p15:guide>
        <p15:guide id="5" pos="896" userDrawn="1">
          <p15:clr>
            <a:srgbClr val="F26B43"/>
          </p15:clr>
        </p15:guide>
        <p15:guide id="6" pos="1352" userDrawn="1">
          <p15:clr>
            <a:srgbClr val="F26B43"/>
          </p15:clr>
        </p15:guide>
        <p15:guide id="7" pos="1496" userDrawn="1">
          <p15:clr>
            <a:srgbClr val="F26B43"/>
          </p15:clr>
        </p15:guide>
        <p15:guide id="8" pos="1960" userDrawn="1">
          <p15:clr>
            <a:srgbClr val="F26B43"/>
          </p15:clr>
        </p15:guide>
        <p15:guide id="9" pos="2104" userDrawn="1">
          <p15:clr>
            <a:srgbClr val="F26B43"/>
          </p15:clr>
        </p15:guide>
        <p15:guide id="10" pos="2560" userDrawn="1">
          <p15:clr>
            <a:srgbClr val="F26B43"/>
          </p15:clr>
        </p15:guide>
        <p15:guide id="11" pos="2704" userDrawn="1">
          <p15:clr>
            <a:srgbClr val="F26B43"/>
          </p15:clr>
        </p15:guide>
        <p15:guide id="12" pos="3168" userDrawn="1">
          <p15:clr>
            <a:srgbClr val="F26B43"/>
          </p15:clr>
        </p15:guide>
        <p15:guide id="13" pos="3312" userDrawn="1">
          <p15:clr>
            <a:srgbClr val="F26B43"/>
          </p15:clr>
        </p15:guide>
        <p15:guide id="14" pos="3768" userDrawn="1">
          <p15:clr>
            <a:srgbClr val="F26B43"/>
          </p15:clr>
        </p15:guide>
        <p15:guide id="15" pos="3912" userDrawn="1">
          <p15:clr>
            <a:srgbClr val="F26B43"/>
          </p15:clr>
        </p15:guide>
        <p15:guide id="16" pos="4392" userDrawn="1">
          <p15:clr>
            <a:srgbClr val="F26B43"/>
          </p15:clr>
        </p15:guide>
        <p15:guide id="17" pos="4520" userDrawn="1">
          <p15:clr>
            <a:srgbClr val="F26B43"/>
          </p15:clr>
        </p15:guide>
        <p15:guide id="18" pos="4976" userDrawn="1">
          <p15:clr>
            <a:srgbClr val="F26B43"/>
          </p15:clr>
        </p15:guide>
        <p15:guide id="19" pos="5120" userDrawn="1">
          <p15:clr>
            <a:srgbClr val="F26B43"/>
          </p15:clr>
        </p15:guide>
        <p15:guide id="20" pos="5584" userDrawn="1">
          <p15:clr>
            <a:srgbClr val="F26B43"/>
          </p15:clr>
        </p15:guide>
        <p15:guide id="21" pos="5728" userDrawn="1">
          <p15:clr>
            <a:srgbClr val="F26B43"/>
          </p15:clr>
        </p15:guide>
        <p15:guide id="22" pos="6184" userDrawn="1">
          <p15:clr>
            <a:srgbClr val="F26B43"/>
          </p15:clr>
        </p15:guide>
        <p15:guide id="23" pos="6328" userDrawn="1">
          <p15:clr>
            <a:srgbClr val="F26B43"/>
          </p15:clr>
        </p15:guide>
        <p15:guide id="24" pos="6792" userDrawn="1">
          <p15:clr>
            <a:srgbClr val="F26B43"/>
          </p15:clr>
        </p15:guide>
        <p15:guide id="25" pos="6936" userDrawn="1">
          <p15:clr>
            <a:srgbClr val="F26B43"/>
          </p15:clr>
        </p15:guide>
        <p15:guide id="26" pos="7392" userDrawn="1">
          <p15:clr>
            <a:srgbClr val="F26B43"/>
          </p15:clr>
        </p15:guide>
        <p15:guide id="27" orient="horz" userDrawn="1">
          <p15:clr>
            <a:srgbClr val="F26B43"/>
          </p15:clr>
        </p15:guide>
        <p15:guide id="28" orient="horz" pos="4320" userDrawn="1">
          <p15:clr>
            <a:srgbClr val="F26B43"/>
          </p15:clr>
        </p15:guide>
        <p15:guide id="29" orient="horz" pos="288" userDrawn="1">
          <p15:clr>
            <a:srgbClr val="F26B43"/>
          </p15:clr>
        </p15:guide>
        <p15:guide id="30" orient="horz" pos="403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erik-engheim.medium.com/what-the-heck-is-a-micro-operation-e991f76209e" TargetMode="Externa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erik-engheim.medium.com/what-the-heck-is-a-micro-operation-e991f76209e" TargetMode="Externa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erik-engheim.medium.com/what-the-heck-is-a-micro-operation-e991f76209e" TargetMode="Externa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erik-engheim.medium.com/what-the-heck-is-a-micro-operation-e991f76209e" TargetMode="Externa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E8C0686-F729-4944-A511-B79A7326272B}"/>
              </a:ext>
            </a:extLst>
          </p:cNvPr>
          <p:cNvSpPr>
            <a:spLocks noGrp="1"/>
          </p:cNvSpPr>
          <p:nvPr>
            <p:ph type="ctrTitle"/>
          </p:nvPr>
        </p:nvSpPr>
        <p:spPr/>
        <p:txBody>
          <a:bodyPr>
            <a:normAutofit/>
          </a:bodyPr>
          <a:lstStyle/>
          <a:p>
            <a:r>
              <a:rPr lang="en-US" sz="4000" noProof="0" dirty="0"/>
              <a:t>Module 3</a:t>
            </a:r>
          </a:p>
        </p:txBody>
      </p:sp>
      <p:sp>
        <p:nvSpPr>
          <p:cNvPr id="9" name="Subtitle 8">
            <a:extLst>
              <a:ext uri="{FF2B5EF4-FFF2-40B4-BE49-F238E27FC236}">
                <a16:creationId xmlns:a16="http://schemas.microsoft.com/office/drawing/2014/main" id="{F8C35E51-0114-4E6B-9ABF-A29902909275}"/>
              </a:ext>
            </a:extLst>
          </p:cNvPr>
          <p:cNvSpPr>
            <a:spLocks noGrp="1"/>
          </p:cNvSpPr>
          <p:nvPr>
            <p:ph type="subTitle" idx="1"/>
          </p:nvPr>
        </p:nvSpPr>
        <p:spPr>
          <a:xfrm>
            <a:off x="1424966" y="3809999"/>
            <a:ext cx="9143446" cy="2141913"/>
          </a:xfrm>
        </p:spPr>
        <p:txBody>
          <a:bodyPr/>
          <a:lstStyle/>
          <a:p>
            <a:r>
              <a:rPr lang="en-US" sz="3600" noProof="0" dirty="0"/>
              <a:t>Step-by-Step Execution of Simple Programs</a:t>
            </a:r>
          </a:p>
        </p:txBody>
      </p:sp>
      <p:sp>
        <p:nvSpPr>
          <p:cNvPr id="2" name="Rectangle 1">
            <a:extLst>
              <a:ext uri="{FF2B5EF4-FFF2-40B4-BE49-F238E27FC236}">
                <a16:creationId xmlns:a16="http://schemas.microsoft.com/office/drawing/2014/main" id="{7C5F5578-B9E8-F09B-C5B5-A7EA7B41DF9C}"/>
              </a:ext>
              <a:ext uri="{C183D7F6-B498-43B3-948B-1728B52AA6E4}">
                <adec:decorative xmlns:adec="http://schemas.microsoft.com/office/drawing/2017/decorative" val="1"/>
              </a:ext>
            </a:extLst>
          </p:cNvPr>
          <p:cNvSpPr/>
          <p:nvPr/>
        </p:nvSpPr>
        <p:spPr>
          <a:xfrm>
            <a:off x="0" y="6720840"/>
            <a:ext cx="12192000" cy="1371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07895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3A1A76D-832C-B325-AFBE-5852A8C3D847}"/>
              </a:ext>
            </a:extLst>
          </p:cNvPr>
          <p:cNvSpPr>
            <a:spLocks noGrp="1"/>
          </p:cNvSpPr>
          <p:nvPr>
            <p:ph type="title"/>
          </p:nvPr>
        </p:nvSpPr>
        <p:spPr/>
        <p:txBody>
          <a:bodyPr/>
          <a:lstStyle/>
          <a:p>
            <a:r>
              <a:rPr lang="en-US" noProof="0" dirty="0"/>
              <a:t>Learning Objectives</a:t>
            </a:r>
          </a:p>
        </p:txBody>
      </p:sp>
      <p:sp>
        <p:nvSpPr>
          <p:cNvPr id="7" name="Content Placeholder 6">
            <a:extLst>
              <a:ext uri="{FF2B5EF4-FFF2-40B4-BE49-F238E27FC236}">
                <a16:creationId xmlns:a16="http://schemas.microsoft.com/office/drawing/2014/main" id="{149D71E9-F0B9-4B36-83DF-FB4C2CC70A4F}"/>
              </a:ext>
            </a:extLst>
          </p:cNvPr>
          <p:cNvSpPr>
            <a:spLocks noGrp="1"/>
          </p:cNvSpPr>
          <p:nvPr>
            <p:ph sz="half" idx="1"/>
          </p:nvPr>
        </p:nvSpPr>
        <p:spPr/>
        <p:txBody>
          <a:bodyPr/>
          <a:lstStyle/>
          <a:p>
            <a:r>
              <a:rPr lang="en-US" noProof="0" dirty="0"/>
              <a:t>Understand how simple programs execute step-by-step</a:t>
            </a:r>
          </a:p>
          <a:p>
            <a:r>
              <a:rPr lang="en-US" noProof="0" dirty="0"/>
              <a:t>Interpret instruction flow diagrams</a:t>
            </a:r>
          </a:p>
          <a:p>
            <a:r>
              <a:rPr lang="en-US" noProof="0" dirty="0"/>
              <a:t>Explain the role of registers in computation</a:t>
            </a:r>
          </a:p>
          <a:p>
            <a:r>
              <a:rPr lang="en-US" noProof="0" dirty="0"/>
              <a:t>Connect instructions to hardware-level actions</a:t>
            </a:r>
          </a:p>
        </p:txBody>
      </p:sp>
      <p:pic>
        <p:nvPicPr>
          <p:cNvPr id="14" name="Content Placeholder 13">
            <a:extLst>
              <a:ext uri="{FF2B5EF4-FFF2-40B4-BE49-F238E27FC236}">
                <a16:creationId xmlns:a16="http://schemas.microsoft.com/office/drawing/2014/main" id="{6B6C5F84-FC4A-5BDA-0BF3-5A40C6ED1F5A}"/>
              </a:ext>
              <a:ext uri="{C183D7F6-B498-43B3-948B-1728B52AA6E4}">
                <adec:decorative xmlns:adec="http://schemas.microsoft.com/office/drawing/2017/decorative" val="1"/>
              </a:ext>
            </a:extLst>
          </p:cNvPr>
          <p:cNvPicPr>
            <a:picLocks noGrp="1" noChangeAspect="1"/>
          </p:cNvPicPr>
          <p:nvPr>
            <p:ph sz="half" idx="13"/>
          </p:nvPr>
        </p:nvPicPr>
        <p:blipFill>
          <a:blip r:embed="rId2" cstate="screen">
            <a:extLst>
              <a:ext uri="{28A0092B-C50C-407E-A947-70E740481C1C}">
                <a14:useLocalDpi xmlns:a14="http://schemas.microsoft.com/office/drawing/2010/main"/>
              </a:ext>
            </a:extLst>
          </a:blip>
          <a:srcRect/>
          <a:stretch>
            <a:fillRect/>
          </a:stretch>
        </p:blipFill>
        <p:spPr>
          <a:xfrm>
            <a:off x="6210302" y="1600199"/>
            <a:ext cx="5516664" cy="3305391"/>
          </a:xfrm>
          <a:prstGeom prst="rect">
            <a:avLst/>
          </a:prstGeom>
        </p:spPr>
      </p:pic>
    </p:spTree>
    <p:extLst>
      <p:ext uri="{BB962C8B-B14F-4D97-AF65-F5344CB8AC3E}">
        <p14:creationId xmlns:p14="http://schemas.microsoft.com/office/powerpoint/2010/main" val="34677035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EBC5C-3421-C439-8F29-F2BA583C53FB}"/>
              </a:ext>
            </a:extLst>
          </p:cNvPr>
          <p:cNvSpPr>
            <a:spLocks noGrp="1"/>
          </p:cNvSpPr>
          <p:nvPr>
            <p:ph type="title"/>
          </p:nvPr>
        </p:nvSpPr>
        <p:spPr/>
        <p:txBody>
          <a:bodyPr/>
          <a:lstStyle/>
          <a:p>
            <a:r>
              <a:rPr lang="en-US" noProof="0" dirty="0"/>
              <a:t>What Is a Program?</a:t>
            </a:r>
          </a:p>
        </p:txBody>
      </p:sp>
      <p:sp>
        <p:nvSpPr>
          <p:cNvPr id="4" name="Content Placeholder 3">
            <a:extLst>
              <a:ext uri="{FF2B5EF4-FFF2-40B4-BE49-F238E27FC236}">
                <a16:creationId xmlns:a16="http://schemas.microsoft.com/office/drawing/2014/main" id="{1150BDCE-82D6-F523-D4A8-E1468CE807EE}"/>
              </a:ext>
            </a:extLst>
          </p:cNvPr>
          <p:cNvSpPr>
            <a:spLocks noGrp="1"/>
          </p:cNvSpPr>
          <p:nvPr>
            <p:ph sz="half" idx="13"/>
          </p:nvPr>
        </p:nvSpPr>
        <p:spPr/>
        <p:txBody>
          <a:bodyPr/>
          <a:lstStyle/>
          <a:p>
            <a:r>
              <a:rPr lang="en-US" noProof="0" dirty="0"/>
              <a:t>A program is a sequence of instructions</a:t>
            </a:r>
          </a:p>
          <a:p>
            <a:r>
              <a:rPr lang="en-US" noProof="0" dirty="0"/>
              <a:t>Each instruction tells the CPU to perform a specific task</a:t>
            </a:r>
          </a:p>
          <a:p>
            <a:r>
              <a:rPr lang="en-US" noProof="0" dirty="0"/>
              <a:t>Instructions are executed sequentially (by default)</a:t>
            </a:r>
          </a:p>
          <a:p>
            <a:pPr marL="0" indent="0">
              <a:buNone/>
            </a:pPr>
            <a:endParaRPr lang="en-US" noProof="0" dirty="0"/>
          </a:p>
        </p:txBody>
      </p:sp>
      <p:pic>
        <p:nvPicPr>
          <p:cNvPr id="9" name="Content Placeholder 8">
            <a:extLst>
              <a:ext uri="{FF2B5EF4-FFF2-40B4-BE49-F238E27FC236}">
                <a16:creationId xmlns:a16="http://schemas.microsoft.com/office/drawing/2014/main" id="{099770CC-7B3F-28F8-A447-1192BDAE041C}"/>
              </a:ext>
              <a:ext uri="{C183D7F6-B498-43B3-948B-1728B52AA6E4}">
                <adec:decorative xmlns:adec="http://schemas.microsoft.com/office/drawing/2017/decorative" val="1"/>
              </a:ext>
            </a:extLst>
          </p:cNvPr>
          <p:cNvPicPr>
            <a:picLocks noGrp="1" noChangeAspect="1"/>
          </p:cNvPicPr>
          <p:nvPr>
            <p:ph sz="half" idx="1"/>
          </p:nvPr>
        </p:nvPicPr>
        <p:blipFill>
          <a:blip r:embed="rId2" cstate="screen">
            <a:extLst>
              <a:ext uri="{28A0092B-C50C-407E-A947-70E740481C1C}">
                <a14:useLocalDpi xmlns:a14="http://schemas.microsoft.com/office/drawing/2010/main"/>
              </a:ext>
            </a:extLst>
          </a:blip>
          <a:stretch>
            <a:fillRect/>
          </a:stretch>
        </p:blipFill>
        <p:spPr>
          <a:xfrm>
            <a:off x="465035" y="1824037"/>
            <a:ext cx="5524500" cy="3741593"/>
          </a:xfrm>
          <a:prstGeom prst="rect">
            <a:avLst/>
          </a:prstGeom>
        </p:spPr>
      </p:pic>
    </p:spTree>
    <p:extLst>
      <p:ext uri="{BB962C8B-B14F-4D97-AF65-F5344CB8AC3E}">
        <p14:creationId xmlns:p14="http://schemas.microsoft.com/office/powerpoint/2010/main" val="9559037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A306A-8C20-05A4-AC54-C057EB356B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282DEAA-DF5C-AE21-3256-D4D6AF74FAF8}"/>
              </a:ext>
            </a:extLst>
          </p:cNvPr>
          <p:cNvSpPr>
            <a:spLocks noGrp="1"/>
          </p:cNvSpPr>
          <p:nvPr>
            <p:ph type="title"/>
          </p:nvPr>
        </p:nvSpPr>
        <p:spPr/>
        <p:txBody>
          <a:bodyPr/>
          <a:lstStyle/>
          <a:p>
            <a:r>
              <a:rPr lang="en-US" noProof="0" dirty="0"/>
              <a:t>Basic Execution Cycle</a:t>
            </a:r>
          </a:p>
        </p:txBody>
      </p:sp>
      <p:sp>
        <p:nvSpPr>
          <p:cNvPr id="7" name="Content Placeholder 6">
            <a:extLst>
              <a:ext uri="{FF2B5EF4-FFF2-40B4-BE49-F238E27FC236}">
                <a16:creationId xmlns:a16="http://schemas.microsoft.com/office/drawing/2014/main" id="{169ED008-DBA1-EA05-44C8-6F748D70E931}"/>
              </a:ext>
            </a:extLst>
          </p:cNvPr>
          <p:cNvSpPr>
            <a:spLocks noGrp="1"/>
          </p:cNvSpPr>
          <p:nvPr>
            <p:ph sz="half" idx="1"/>
          </p:nvPr>
        </p:nvSpPr>
        <p:spPr/>
        <p:txBody>
          <a:bodyPr/>
          <a:lstStyle/>
          <a:p>
            <a:r>
              <a:rPr lang="en-US" noProof="0" dirty="0"/>
              <a:t>Fetch → Decode → Execute</a:t>
            </a:r>
          </a:p>
          <a:p>
            <a:pPr marL="974725" lvl="1" indent="-514350">
              <a:buFont typeface="+mj-lt"/>
              <a:buAutoNum type="arabicPeriod"/>
            </a:pPr>
            <a:r>
              <a:rPr lang="en-US" sz="2400" noProof="0" dirty="0"/>
              <a:t>Fetch instruction from memory</a:t>
            </a:r>
          </a:p>
          <a:p>
            <a:pPr marL="974725" lvl="1" indent="-514350">
              <a:buFont typeface="+mj-lt"/>
              <a:buAutoNum type="arabicPeriod"/>
            </a:pPr>
            <a:r>
              <a:rPr lang="en-US" sz="2400" noProof="0" dirty="0"/>
              <a:t>Decode instruction</a:t>
            </a:r>
          </a:p>
          <a:p>
            <a:pPr marL="974725" lvl="1" indent="-514350">
              <a:buFont typeface="+mj-lt"/>
              <a:buAutoNum type="arabicPeriod"/>
            </a:pPr>
            <a:r>
              <a:rPr lang="en-US" sz="2400" noProof="0" dirty="0"/>
              <a:t>Execute instruction</a:t>
            </a:r>
          </a:p>
          <a:p>
            <a:pPr marL="974725" lvl="1" indent="-514350">
              <a:buFont typeface="+mj-lt"/>
              <a:buAutoNum type="arabicPeriod"/>
            </a:pPr>
            <a:r>
              <a:rPr lang="en-US" sz="2400" noProof="0" dirty="0"/>
              <a:t>Move to the next instruction</a:t>
            </a:r>
          </a:p>
        </p:txBody>
      </p:sp>
      <p:pic>
        <p:nvPicPr>
          <p:cNvPr id="8" name="Content Placeholder 7" descr="Diagram illustrating a simplified CPU instruction cycle with three labeled steps: FETCH, DECODE, and EXECUTE, arranged in a clockwise circular flow around a central microchip icon. Arrows connect each step, emphasizing the continuous process of instruction handling in a processor.&#10;">
            <a:extLst>
              <a:ext uri="{FF2B5EF4-FFF2-40B4-BE49-F238E27FC236}">
                <a16:creationId xmlns:a16="http://schemas.microsoft.com/office/drawing/2014/main" id="{DF736875-177A-5869-1635-E12559CC49ED}"/>
              </a:ext>
            </a:extLst>
          </p:cNvPr>
          <p:cNvPicPr>
            <a:picLocks noGrp="1" noChangeAspect="1"/>
          </p:cNvPicPr>
          <p:nvPr>
            <p:ph sz="half" idx="13"/>
          </p:nvPr>
        </p:nvPicPr>
        <p:blipFill>
          <a:blip r:embed="rId2" cstate="screen">
            <a:extLst>
              <a:ext uri="{28A0092B-C50C-407E-A947-70E740481C1C}">
                <a14:useLocalDpi xmlns:a14="http://schemas.microsoft.com/office/drawing/2010/main"/>
              </a:ext>
            </a:extLst>
          </a:blip>
          <a:srcRect/>
          <a:stretch>
            <a:fillRect/>
          </a:stretch>
        </p:blipFill>
        <p:spPr>
          <a:xfrm>
            <a:off x="6858001" y="1600200"/>
            <a:ext cx="4868966" cy="4222122"/>
          </a:xfrm>
          <a:prstGeom prst="rect">
            <a:avLst/>
          </a:prstGeom>
        </p:spPr>
      </p:pic>
    </p:spTree>
    <p:extLst>
      <p:ext uri="{BB962C8B-B14F-4D97-AF65-F5344CB8AC3E}">
        <p14:creationId xmlns:p14="http://schemas.microsoft.com/office/powerpoint/2010/main" val="30200083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CE059-BC3E-504D-BDD1-174707B1CDF6}"/>
              </a:ext>
            </a:extLst>
          </p:cNvPr>
          <p:cNvSpPr>
            <a:spLocks noGrp="1"/>
          </p:cNvSpPr>
          <p:nvPr>
            <p:ph type="title"/>
          </p:nvPr>
        </p:nvSpPr>
        <p:spPr/>
        <p:txBody>
          <a:bodyPr/>
          <a:lstStyle/>
          <a:p>
            <a:r>
              <a:rPr lang="en-US" noProof="0" dirty="0"/>
              <a:t>Step-by-Step Execution Example</a:t>
            </a:r>
          </a:p>
        </p:txBody>
      </p:sp>
      <p:pic>
        <p:nvPicPr>
          <p:cNvPr id="8" name="Content Placeholder 7">
            <a:extLst>
              <a:ext uri="{FF2B5EF4-FFF2-40B4-BE49-F238E27FC236}">
                <a16:creationId xmlns:a16="http://schemas.microsoft.com/office/drawing/2014/main" id="{E65E1CB7-4CFA-9F1D-821C-78E4840F19B1}"/>
              </a:ext>
              <a:ext uri="{C183D7F6-B498-43B3-948B-1728B52AA6E4}">
                <adec:decorative xmlns:adec="http://schemas.microsoft.com/office/drawing/2017/decorative" val="1"/>
              </a:ext>
            </a:extLst>
          </p:cNvPr>
          <p:cNvPicPr>
            <a:picLocks noGrp="1" noChangeAspect="1"/>
          </p:cNvPicPr>
          <p:nvPr>
            <p:ph sz="half" idx="1"/>
          </p:nvPr>
        </p:nvPicPr>
        <p:blipFill>
          <a:blip r:embed="rId2"/>
          <a:stretch>
            <a:fillRect/>
          </a:stretch>
        </p:blipFill>
        <p:spPr>
          <a:xfrm>
            <a:off x="707630" y="1824037"/>
            <a:ext cx="4188930" cy="2626665"/>
          </a:xfrm>
          <a:prstGeom prst="rect">
            <a:avLst/>
          </a:prstGeom>
        </p:spPr>
      </p:pic>
      <p:sp>
        <p:nvSpPr>
          <p:cNvPr id="6" name="Content Placeholder 5">
            <a:extLst>
              <a:ext uri="{FF2B5EF4-FFF2-40B4-BE49-F238E27FC236}">
                <a16:creationId xmlns:a16="http://schemas.microsoft.com/office/drawing/2014/main" id="{DFA4EBAD-AD08-67CE-B019-929E907275DB}"/>
              </a:ext>
            </a:extLst>
          </p:cNvPr>
          <p:cNvSpPr>
            <a:spLocks noGrp="1"/>
          </p:cNvSpPr>
          <p:nvPr>
            <p:ph sz="half" idx="13"/>
          </p:nvPr>
        </p:nvSpPr>
        <p:spPr>
          <a:xfrm>
            <a:off x="5299788" y="1824037"/>
            <a:ext cx="6427178" cy="4443598"/>
          </a:xfrm>
        </p:spPr>
        <p:txBody>
          <a:bodyPr/>
          <a:lstStyle/>
          <a:p>
            <a:r>
              <a:rPr lang="en-US" b="1" dirty="0"/>
              <a:t>ARM Assembly Program</a:t>
            </a:r>
          </a:p>
          <a:p>
            <a:pPr lvl="1"/>
            <a:r>
              <a:rPr lang="en-US" dirty="0"/>
              <a:t>MOV R1, #5</a:t>
            </a:r>
          </a:p>
          <a:p>
            <a:pPr lvl="1"/>
            <a:r>
              <a:rPr lang="en-US" dirty="0"/>
              <a:t>MOV R2, #3</a:t>
            </a:r>
          </a:p>
          <a:p>
            <a:pPr lvl="1"/>
            <a:r>
              <a:rPr lang="en-US" dirty="0"/>
              <a:t>ADD R3, R1, R2</a:t>
            </a:r>
          </a:p>
          <a:p>
            <a:r>
              <a:rPr lang="en-US" b="1" dirty="0"/>
              <a:t>Execution</a:t>
            </a:r>
          </a:p>
          <a:p>
            <a:pPr lvl="1"/>
            <a:r>
              <a:rPr lang="en-US" dirty="0"/>
              <a:t>Load 5 into R1</a:t>
            </a:r>
          </a:p>
          <a:p>
            <a:pPr lvl="1"/>
            <a:r>
              <a:rPr lang="en-US" dirty="0"/>
              <a:t>Load 3 into R2</a:t>
            </a:r>
          </a:p>
          <a:p>
            <a:pPr lvl="1"/>
            <a:r>
              <a:rPr lang="en-US" dirty="0"/>
              <a:t>Add R1 + R2 → store in R3</a:t>
            </a:r>
          </a:p>
        </p:txBody>
      </p:sp>
    </p:spTree>
    <p:extLst>
      <p:ext uri="{BB962C8B-B14F-4D97-AF65-F5344CB8AC3E}">
        <p14:creationId xmlns:p14="http://schemas.microsoft.com/office/powerpoint/2010/main" val="4089677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82A60-7E22-7095-C9D2-A06EF1BD84D0}"/>
              </a:ext>
            </a:extLst>
          </p:cNvPr>
          <p:cNvSpPr>
            <a:spLocks noGrp="1"/>
          </p:cNvSpPr>
          <p:nvPr>
            <p:ph type="title"/>
          </p:nvPr>
        </p:nvSpPr>
        <p:spPr/>
        <p:txBody>
          <a:bodyPr/>
          <a:lstStyle/>
          <a:p>
            <a:r>
              <a:rPr lang="en-US" dirty="0"/>
              <a:t>Instruction Flow Diagram</a:t>
            </a:r>
          </a:p>
        </p:txBody>
      </p:sp>
      <p:sp>
        <p:nvSpPr>
          <p:cNvPr id="11" name="Content Placeholder 10">
            <a:extLst>
              <a:ext uri="{FF2B5EF4-FFF2-40B4-BE49-F238E27FC236}">
                <a16:creationId xmlns:a16="http://schemas.microsoft.com/office/drawing/2014/main" id="{BA36154A-2E26-DA7B-3746-264228DF30A3}"/>
              </a:ext>
            </a:extLst>
          </p:cNvPr>
          <p:cNvSpPr>
            <a:spLocks noGrp="1"/>
          </p:cNvSpPr>
          <p:nvPr>
            <p:ph sz="half" idx="1"/>
          </p:nvPr>
        </p:nvSpPr>
        <p:spPr/>
        <p:txBody>
          <a:bodyPr/>
          <a:lstStyle/>
          <a:p>
            <a:r>
              <a:rPr lang="en-US" dirty="0"/>
              <a:t>Visual representation of execution steps</a:t>
            </a:r>
          </a:p>
          <a:p>
            <a:r>
              <a:rPr lang="en-US" dirty="0"/>
              <a:t>Shows control flow and data movement</a:t>
            </a:r>
          </a:p>
          <a:p>
            <a:endParaRPr lang="en-US" dirty="0"/>
          </a:p>
        </p:txBody>
      </p:sp>
      <p:graphicFrame>
        <p:nvGraphicFramePr>
          <p:cNvPr id="7" name="Content Placeholder 6">
            <a:extLst>
              <a:ext uri="{FF2B5EF4-FFF2-40B4-BE49-F238E27FC236}">
                <a16:creationId xmlns:a16="http://schemas.microsoft.com/office/drawing/2014/main" id="{A436436B-DBB3-29FE-E7F0-18348D677EA6}"/>
              </a:ext>
            </a:extLst>
          </p:cNvPr>
          <p:cNvGraphicFramePr>
            <a:graphicFrameLocks noGrp="1"/>
          </p:cNvGraphicFramePr>
          <p:nvPr>
            <p:ph sz="half" idx="13"/>
            <p:extLst>
              <p:ext uri="{D42A27DB-BD31-4B8C-83A1-F6EECF244321}">
                <p14:modId xmlns:p14="http://schemas.microsoft.com/office/powerpoint/2010/main" val="2893179953"/>
              </p:ext>
            </p:extLst>
          </p:nvPr>
        </p:nvGraphicFramePr>
        <p:xfrm>
          <a:off x="6210302" y="1600200"/>
          <a:ext cx="5524500" cy="44434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188214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4508CA9-4B89-A50B-0A76-66BC5439353F}"/>
              </a:ext>
            </a:extLst>
          </p:cNvPr>
          <p:cNvSpPr>
            <a:spLocks noGrp="1"/>
          </p:cNvSpPr>
          <p:nvPr>
            <p:ph type="title"/>
          </p:nvPr>
        </p:nvSpPr>
        <p:spPr/>
        <p:txBody>
          <a:bodyPr/>
          <a:lstStyle/>
          <a:p>
            <a:r>
              <a:rPr lang="en-US" dirty="0"/>
              <a:t>What are Registers?</a:t>
            </a:r>
          </a:p>
        </p:txBody>
      </p:sp>
      <p:sp>
        <p:nvSpPr>
          <p:cNvPr id="6" name="Content Placeholder 5">
            <a:extLst>
              <a:ext uri="{FF2B5EF4-FFF2-40B4-BE49-F238E27FC236}">
                <a16:creationId xmlns:a16="http://schemas.microsoft.com/office/drawing/2014/main" id="{270B2CF2-924A-E3ED-26B2-9467A1AAADBD}"/>
              </a:ext>
            </a:extLst>
          </p:cNvPr>
          <p:cNvSpPr>
            <a:spLocks noGrp="1"/>
          </p:cNvSpPr>
          <p:nvPr>
            <p:ph sz="half" idx="1"/>
          </p:nvPr>
        </p:nvSpPr>
        <p:spPr>
          <a:xfrm>
            <a:off x="457200" y="1824037"/>
            <a:ext cx="5524500" cy="4443598"/>
          </a:xfrm>
        </p:spPr>
        <p:txBody>
          <a:bodyPr/>
          <a:lstStyle/>
          <a:p>
            <a:r>
              <a:rPr lang="en-US" dirty="0"/>
              <a:t>Small, fast storage inside the CPU</a:t>
            </a:r>
          </a:p>
          <a:p>
            <a:r>
              <a:rPr lang="en-US" dirty="0"/>
              <a:t>Hold data temporarily</a:t>
            </a:r>
          </a:p>
          <a:p>
            <a:r>
              <a:rPr lang="en-US" dirty="0"/>
              <a:t>Used during instruction execution</a:t>
            </a:r>
          </a:p>
          <a:p>
            <a:r>
              <a:rPr lang="en-US" dirty="0"/>
              <a:t>Examples</a:t>
            </a:r>
          </a:p>
          <a:p>
            <a:pPr lvl="1"/>
            <a:r>
              <a:rPr lang="en-US" dirty="0"/>
              <a:t>R1, R2, R3</a:t>
            </a:r>
          </a:p>
          <a:p>
            <a:pPr lvl="1"/>
            <a:r>
              <a:rPr lang="en-US" dirty="0"/>
              <a:t>Program Counter (PC)</a:t>
            </a:r>
          </a:p>
        </p:txBody>
      </p:sp>
      <p:graphicFrame>
        <p:nvGraphicFramePr>
          <p:cNvPr id="12" name="Content Placeholder 11">
            <a:extLst>
              <a:ext uri="{FF2B5EF4-FFF2-40B4-BE49-F238E27FC236}">
                <a16:creationId xmlns:a16="http://schemas.microsoft.com/office/drawing/2014/main" id="{8534B9C3-8CB3-8CCB-8A1E-B24DAF0007A6}"/>
              </a:ext>
            </a:extLst>
          </p:cNvPr>
          <p:cNvGraphicFramePr>
            <a:graphicFrameLocks noGrp="1"/>
          </p:cNvGraphicFramePr>
          <p:nvPr>
            <p:ph sz="half" idx="13"/>
            <p:extLst>
              <p:ext uri="{D42A27DB-BD31-4B8C-83A1-F6EECF244321}">
                <p14:modId xmlns:p14="http://schemas.microsoft.com/office/powerpoint/2010/main" val="1109991558"/>
              </p:ext>
            </p:extLst>
          </p:nvPr>
        </p:nvGraphicFramePr>
        <p:xfrm>
          <a:off x="6202363" y="1824038"/>
          <a:ext cx="5524500" cy="3235960"/>
        </p:xfrm>
        <a:graphic>
          <a:graphicData uri="http://schemas.openxmlformats.org/drawingml/2006/table">
            <a:tbl>
              <a:tblPr firstRow="1" bandRow="1">
                <a:tableStyleId>{5940675A-B579-460E-94D1-54222C63F5DA}</a:tableStyleId>
              </a:tblPr>
              <a:tblGrid>
                <a:gridCol w="1290119">
                  <a:extLst>
                    <a:ext uri="{9D8B030D-6E8A-4147-A177-3AD203B41FA5}">
                      <a16:colId xmlns:a16="http://schemas.microsoft.com/office/drawing/2014/main" val="3843225806"/>
                    </a:ext>
                  </a:extLst>
                </a:gridCol>
                <a:gridCol w="4234381">
                  <a:extLst>
                    <a:ext uri="{9D8B030D-6E8A-4147-A177-3AD203B41FA5}">
                      <a16:colId xmlns:a16="http://schemas.microsoft.com/office/drawing/2014/main" val="55086496"/>
                    </a:ext>
                  </a:extLst>
                </a:gridCol>
              </a:tblGrid>
              <a:tr h="370840">
                <a:tc rowSpan="6">
                  <a:txBody>
                    <a:bodyPr/>
                    <a:lstStyle/>
                    <a:p>
                      <a:pPr algn="ctr"/>
                      <a:r>
                        <a:rPr lang="en-US" dirty="0"/>
                        <a:t>General Purpose Registers</a:t>
                      </a:r>
                    </a:p>
                  </a:txBody>
                  <a:tcPr anchor="ctr"/>
                </a:tc>
                <a:tc>
                  <a:txBody>
                    <a:bodyPr/>
                    <a:lstStyle/>
                    <a:p>
                      <a:pPr algn="ctr"/>
                      <a:r>
                        <a:rPr lang="en-US" dirty="0"/>
                        <a:t>R0</a:t>
                      </a:r>
                    </a:p>
                  </a:txBody>
                  <a:tcPr anchor="ctr"/>
                </a:tc>
                <a:extLst>
                  <a:ext uri="{0D108BD9-81ED-4DB2-BD59-A6C34878D82A}">
                    <a16:rowId xmlns:a16="http://schemas.microsoft.com/office/drawing/2014/main" val="138812363"/>
                  </a:ext>
                </a:extLst>
              </a:tr>
              <a:tr h="370840">
                <a:tc vMerge="1">
                  <a:txBody>
                    <a:bodyPr/>
                    <a:lstStyle/>
                    <a:p>
                      <a:pPr algn="r"/>
                      <a:endParaRPr lang="en-US" dirty="0"/>
                    </a:p>
                  </a:txBody>
                  <a:tcPr/>
                </a:tc>
                <a:tc>
                  <a:txBody>
                    <a:bodyPr/>
                    <a:lstStyle/>
                    <a:p>
                      <a:pPr algn="ctr"/>
                      <a:r>
                        <a:rPr lang="en-US" dirty="0"/>
                        <a:t>R1</a:t>
                      </a:r>
                    </a:p>
                  </a:txBody>
                  <a:tcPr anchor="ctr"/>
                </a:tc>
                <a:extLst>
                  <a:ext uri="{0D108BD9-81ED-4DB2-BD59-A6C34878D82A}">
                    <a16:rowId xmlns:a16="http://schemas.microsoft.com/office/drawing/2014/main" val="656864767"/>
                  </a:ext>
                </a:extLst>
              </a:tr>
              <a:tr h="370840">
                <a:tc vMerge="1">
                  <a:txBody>
                    <a:bodyPr/>
                    <a:lstStyle/>
                    <a:p>
                      <a:pPr algn="r"/>
                      <a:endParaRPr lang="en-US" dirty="0"/>
                    </a:p>
                  </a:txBody>
                  <a:tcPr/>
                </a:tc>
                <a:tc>
                  <a:txBody>
                    <a:bodyPr/>
                    <a:lstStyle/>
                    <a:p>
                      <a:pPr algn="ctr"/>
                      <a:r>
                        <a:rPr lang="en-US" dirty="0"/>
                        <a:t>R2</a:t>
                      </a:r>
                    </a:p>
                  </a:txBody>
                  <a:tcPr anchor="ctr"/>
                </a:tc>
                <a:extLst>
                  <a:ext uri="{0D108BD9-81ED-4DB2-BD59-A6C34878D82A}">
                    <a16:rowId xmlns:a16="http://schemas.microsoft.com/office/drawing/2014/main" val="152816089"/>
                  </a:ext>
                </a:extLst>
              </a:tr>
              <a:tr h="370840">
                <a:tc vMerge="1">
                  <a:txBody>
                    <a:bodyPr/>
                    <a:lstStyle/>
                    <a:p>
                      <a:pPr algn="r"/>
                      <a:endParaRPr lang="en-US" dirty="0"/>
                    </a:p>
                  </a:txBody>
                  <a:tcPr/>
                </a:tc>
                <a:tc>
                  <a:txBody>
                    <a:bodyPr/>
                    <a:lstStyle/>
                    <a:p>
                      <a:pPr algn="ctr"/>
                      <a:r>
                        <a:rPr lang="en-US" dirty="0"/>
                        <a:t>R3</a:t>
                      </a:r>
                    </a:p>
                  </a:txBody>
                  <a:tcPr anchor="ctr"/>
                </a:tc>
                <a:extLst>
                  <a:ext uri="{0D108BD9-81ED-4DB2-BD59-A6C34878D82A}">
                    <a16:rowId xmlns:a16="http://schemas.microsoft.com/office/drawing/2014/main" val="4036811492"/>
                  </a:ext>
                </a:extLst>
              </a:tr>
              <a:tr h="370840">
                <a:tc vMerge="1">
                  <a:txBody>
                    <a:bodyPr/>
                    <a:lstStyle/>
                    <a:p>
                      <a:pPr algn="r"/>
                      <a:endParaRPr lang="en-US" dirty="0"/>
                    </a:p>
                  </a:txBody>
                  <a:tcPr/>
                </a:tc>
                <a:tc>
                  <a:txBody>
                    <a:bodyPr/>
                    <a:lstStyle/>
                    <a:p>
                      <a:pPr algn="ctr"/>
                      <a:r>
                        <a:rPr lang="en-US" dirty="0"/>
                        <a:t>R4</a:t>
                      </a:r>
                    </a:p>
                  </a:txBody>
                  <a:tcPr anchor="ctr"/>
                </a:tc>
                <a:extLst>
                  <a:ext uri="{0D108BD9-81ED-4DB2-BD59-A6C34878D82A}">
                    <a16:rowId xmlns:a16="http://schemas.microsoft.com/office/drawing/2014/main" val="417296634"/>
                  </a:ext>
                </a:extLst>
              </a:tr>
              <a:tr h="370840">
                <a:tc vMerge="1">
                  <a:txBody>
                    <a:bodyPr/>
                    <a:lstStyle/>
                    <a:p>
                      <a:pPr algn="r"/>
                      <a:endParaRPr lang="en-US" dirty="0"/>
                    </a:p>
                  </a:txBody>
                  <a:tcPr/>
                </a:tc>
                <a:tc>
                  <a:txBody>
                    <a:bodyPr/>
                    <a:lstStyle/>
                    <a:p>
                      <a:pPr algn="ctr"/>
                      <a:r>
                        <a:rPr lang="en-US" dirty="0"/>
                        <a:t>…</a:t>
                      </a:r>
                    </a:p>
                  </a:txBody>
                  <a:tcPr anchor="ctr"/>
                </a:tc>
                <a:extLst>
                  <a:ext uri="{0D108BD9-81ED-4DB2-BD59-A6C34878D82A}">
                    <a16:rowId xmlns:a16="http://schemas.microsoft.com/office/drawing/2014/main" val="3457153654"/>
                  </a:ext>
                </a:extLst>
              </a:tr>
              <a:tr h="370840">
                <a:tc>
                  <a:txBody>
                    <a:bodyPr/>
                    <a:lstStyle/>
                    <a:p>
                      <a:pPr algn="ctr"/>
                      <a:r>
                        <a:rPr lang="en-US" dirty="0"/>
                        <a:t>Stack</a:t>
                      </a:r>
                    </a:p>
                  </a:txBody>
                  <a:tcPr anchor="ctr"/>
                </a:tc>
                <a:tc>
                  <a:txBody>
                    <a:bodyPr/>
                    <a:lstStyle/>
                    <a:p>
                      <a:pPr algn="ctr"/>
                      <a:r>
                        <a:rPr lang="en-US" dirty="0"/>
                        <a:t>SP</a:t>
                      </a:r>
                    </a:p>
                  </a:txBody>
                  <a:tcPr anchor="ctr"/>
                </a:tc>
                <a:extLst>
                  <a:ext uri="{0D108BD9-81ED-4DB2-BD59-A6C34878D82A}">
                    <a16:rowId xmlns:a16="http://schemas.microsoft.com/office/drawing/2014/main" val="2125647701"/>
                  </a:ext>
                </a:extLst>
              </a:tr>
              <a:tr h="370840">
                <a:tc>
                  <a:txBody>
                    <a:bodyPr/>
                    <a:lstStyle/>
                    <a:p>
                      <a:pPr algn="ctr"/>
                      <a:r>
                        <a:rPr lang="en-US" dirty="0"/>
                        <a:t>Program Counter</a:t>
                      </a:r>
                    </a:p>
                  </a:txBody>
                  <a:tcPr anchor="ctr"/>
                </a:tc>
                <a:tc>
                  <a:txBody>
                    <a:bodyPr/>
                    <a:lstStyle/>
                    <a:p>
                      <a:pPr algn="ctr"/>
                      <a:r>
                        <a:rPr lang="en-US" dirty="0"/>
                        <a:t>PC</a:t>
                      </a:r>
                    </a:p>
                  </a:txBody>
                  <a:tcPr anchor="ctr"/>
                </a:tc>
                <a:extLst>
                  <a:ext uri="{0D108BD9-81ED-4DB2-BD59-A6C34878D82A}">
                    <a16:rowId xmlns:a16="http://schemas.microsoft.com/office/drawing/2014/main" val="218022115"/>
                  </a:ext>
                </a:extLst>
              </a:tr>
            </a:tbl>
          </a:graphicData>
        </a:graphic>
      </p:graphicFrame>
    </p:spTree>
    <p:extLst>
      <p:ext uri="{BB962C8B-B14F-4D97-AF65-F5344CB8AC3E}">
        <p14:creationId xmlns:p14="http://schemas.microsoft.com/office/powerpoint/2010/main" val="21218061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E4BB9-D6F5-359A-B78B-8B190AC7CE8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E3BA9F1-BED0-0559-EFB2-4507EC9C676D}"/>
              </a:ext>
            </a:extLst>
          </p:cNvPr>
          <p:cNvSpPr>
            <a:spLocks noGrp="1"/>
          </p:cNvSpPr>
          <p:nvPr>
            <p:ph type="title"/>
          </p:nvPr>
        </p:nvSpPr>
        <p:spPr/>
        <p:txBody>
          <a:bodyPr/>
          <a:lstStyle/>
          <a:p>
            <a:r>
              <a:rPr lang="en-US" dirty="0"/>
              <a:t>Types of Registers</a:t>
            </a:r>
            <a:br>
              <a:rPr lang="en-US" dirty="0"/>
            </a:br>
            <a:r>
              <a:rPr lang="en-US" sz="3600" dirty="0">
                <a:solidFill>
                  <a:schemeClr val="tx1">
                    <a:lumMod val="90000"/>
                    <a:lumOff val="10000"/>
                  </a:schemeClr>
                </a:solidFill>
              </a:rPr>
              <a:t>General and SP</a:t>
            </a:r>
            <a:endParaRPr lang="en-US" dirty="0">
              <a:solidFill>
                <a:schemeClr val="tx1">
                  <a:lumMod val="90000"/>
                  <a:lumOff val="10000"/>
                </a:schemeClr>
              </a:solidFill>
            </a:endParaRPr>
          </a:p>
        </p:txBody>
      </p:sp>
      <p:sp>
        <p:nvSpPr>
          <p:cNvPr id="6" name="Content Placeholder 5">
            <a:extLst>
              <a:ext uri="{FF2B5EF4-FFF2-40B4-BE49-F238E27FC236}">
                <a16:creationId xmlns:a16="http://schemas.microsoft.com/office/drawing/2014/main" id="{E80CF833-61CD-EBCF-5C51-6EEC0DF3B1ED}"/>
              </a:ext>
            </a:extLst>
          </p:cNvPr>
          <p:cNvSpPr>
            <a:spLocks noGrp="1"/>
          </p:cNvSpPr>
          <p:nvPr>
            <p:ph sz="half" idx="1"/>
          </p:nvPr>
        </p:nvSpPr>
        <p:spPr>
          <a:xfrm>
            <a:off x="457200" y="1824037"/>
            <a:ext cx="5524500" cy="4443598"/>
          </a:xfrm>
        </p:spPr>
        <p:txBody>
          <a:bodyPr/>
          <a:lstStyle/>
          <a:p>
            <a:r>
              <a:rPr lang="en-US" b="1" dirty="0"/>
              <a:t>General Purpose Registers</a:t>
            </a:r>
          </a:p>
          <a:p>
            <a:pPr lvl="1"/>
            <a:r>
              <a:rPr lang="en-US" dirty="0"/>
              <a:t>R0 to R12</a:t>
            </a:r>
          </a:p>
          <a:p>
            <a:pPr lvl="1"/>
            <a:r>
              <a:rPr lang="en-US" dirty="0"/>
              <a:t>Contain either data or addresses</a:t>
            </a:r>
          </a:p>
          <a:p>
            <a:r>
              <a:rPr lang="en-US" b="1" dirty="0"/>
              <a:t>Stack Pointer (SP)</a:t>
            </a:r>
          </a:p>
          <a:p>
            <a:pPr lvl="1"/>
            <a:r>
              <a:rPr lang="en-US" dirty="0"/>
              <a:t>R13</a:t>
            </a:r>
          </a:p>
          <a:p>
            <a:pPr lvl="1"/>
            <a:r>
              <a:rPr lang="en-US" dirty="0"/>
              <a:t>Points to the top element of the stack</a:t>
            </a:r>
          </a:p>
        </p:txBody>
      </p:sp>
      <p:graphicFrame>
        <p:nvGraphicFramePr>
          <p:cNvPr id="4" name="Content Placeholder 11">
            <a:extLst>
              <a:ext uri="{FF2B5EF4-FFF2-40B4-BE49-F238E27FC236}">
                <a16:creationId xmlns:a16="http://schemas.microsoft.com/office/drawing/2014/main" id="{693F4B8A-0EDA-FE73-4FF3-2CFD86306BC7}"/>
              </a:ext>
            </a:extLst>
          </p:cNvPr>
          <p:cNvGraphicFramePr>
            <a:graphicFrameLocks noGrp="1"/>
          </p:cNvGraphicFramePr>
          <p:nvPr>
            <p:ph sz="half" idx="13"/>
            <p:extLst>
              <p:ext uri="{D42A27DB-BD31-4B8C-83A1-F6EECF244321}">
                <p14:modId xmlns:p14="http://schemas.microsoft.com/office/powerpoint/2010/main" val="1093090895"/>
              </p:ext>
            </p:extLst>
          </p:nvPr>
        </p:nvGraphicFramePr>
        <p:xfrm>
          <a:off x="6202363" y="1824038"/>
          <a:ext cx="5524500" cy="3235960"/>
        </p:xfrm>
        <a:graphic>
          <a:graphicData uri="http://schemas.openxmlformats.org/drawingml/2006/table">
            <a:tbl>
              <a:tblPr firstRow="1" bandRow="1">
                <a:tableStyleId>{5940675A-B579-460E-94D1-54222C63F5DA}</a:tableStyleId>
              </a:tblPr>
              <a:tblGrid>
                <a:gridCol w="1290119">
                  <a:extLst>
                    <a:ext uri="{9D8B030D-6E8A-4147-A177-3AD203B41FA5}">
                      <a16:colId xmlns:a16="http://schemas.microsoft.com/office/drawing/2014/main" val="3843225806"/>
                    </a:ext>
                  </a:extLst>
                </a:gridCol>
                <a:gridCol w="4234381">
                  <a:extLst>
                    <a:ext uri="{9D8B030D-6E8A-4147-A177-3AD203B41FA5}">
                      <a16:colId xmlns:a16="http://schemas.microsoft.com/office/drawing/2014/main" val="55086496"/>
                    </a:ext>
                  </a:extLst>
                </a:gridCol>
              </a:tblGrid>
              <a:tr h="370840">
                <a:tc rowSpan="6">
                  <a:txBody>
                    <a:bodyPr/>
                    <a:lstStyle/>
                    <a:p>
                      <a:pPr algn="ctr"/>
                      <a:r>
                        <a:rPr lang="en-US" dirty="0"/>
                        <a:t>General Purpose Registers</a:t>
                      </a:r>
                    </a:p>
                  </a:txBody>
                  <a:tcPr anchor="ctr"/>
                </a:tc>
                <a:tc>
                  <a:txBody>
                    <a:bodyPr/>
                    <a:lstStyle/>
                    <a:p>
                      <a:pPr algn="ctr"/>
                      <a:r>
                        <a:rPr lang="en-US" dirty="0"/>
                        <a:t>R0</a:t>
                      </a:r>
                    </a:p>
                  </a:txBody>
                  <a:tcPr anchor="ctr"/>
                </a:tc>
                <a:extLst>
                  <a:ext uri="{0D108BD9-81ED-4DB2-BD59-A6C34878D82A}">
                    <a16:rowId xmlns:a16="http://schemas.microsoft.com/office/drawing/2014/main" val="138812363"/>
                  </a:ext>
                </a:extLst>
              </a:tr>
              <a:tr h="370840">
                <a:tc vMerge="1">
                  <a:txBody>
                    <a:bodyPr/>
                    <a:lstStyle/>
                    <a:p>
                      <a:pPr algn="r"/>
                      <a:endParaRPr lang="en-US" dirty="0"/>
                    </a:p>
                  </a:txBody>
                  <a:tcPr/>
                </a:tc>
                <a:tc>
                  <a:txBody>
                    <a:bodyPr/>
                    <a:lstStyle/>
                    <a:p>
                      <a:pPr algn="ctr"/>
                      <a:r>
                        <a:rPr lang="en-US" dirty="0"/>
                        <a:t>R1</a:t>
                      </a:r>
                    </a:p>
                  </a:txBody>
                  <a:tcPr anchor="ctr"/>
                </a:tc>
                <a:extLst>
                  <a:ext uri="{0D108BD9-81ED-4DB2-BD59-A6C34878D82A}">
                    <a16:rowId xmlns:a16="http://schemas.microsoft.com/office/drawing/2014/main" val="656864767"/>
                  </a:ext>
                </a:extLst>
              </a:tr>
              <a:tr h="370840">
                <a:tc vMerge="1">
                  <a:txBody>
                    <a:bodyPr/>
                    <a:lstStyle/>
                    <a:p>
                      <a:pPr algn="r"/>
                      <a:endParaRPr lang="en-US" dirty="0"/>
                    </a:p>
                  </a:txBody>
                  <a:tcPr/>
                </a:tc>
                <a:tc>
                  <a:txBody>
                    <a:bodyPr/>
                    <a:lstStyle/>
                    <a:p>
                      <a:pPr algn="ctr"/>
                      <a:r>
                        <a:rPr lang="en-US" dirty="0"/>
                        <a:t>R2</a:t>
                      </a:r>
                    </a:p>
                  </a:txBody>
                  <a:tcPr anchor="ctr"/>
                </a:tc>
                <a:extLst>
                  <a:ext uri="{0D108BD9-81ED-4DB2-BD59-A6C34878D82A}">
                    <a16:rowId xmlns:a16="http://schemas.microsoft.com/office/drawing/2014/main" val="152816089"/>
                  </a:ext>
                </a:extLst>
              </a:tr>
              <a:tr h="370840">
                <a:tc vMerge="1">
                  <a:txBody>
                    <a:bodyPr/>
                    <a:lstStyle/>
                    <a:p>
                      <a:pPr algn="r"/>
                      <a:endParaRPr lang="en-US" dirty="0"/>
                    </a:p>
                  </a:txBody>
                  <a:tcPr/>
                </a:tc>
                <a:tc>
                  <a:txBody>
                    <a:bodyPr/>
                    <a:lstStyle/>
                    <a:p>
                      <a:pPr algn="ctr"/>
                      <a:r>
                        <a:rPr lang="en-US" dirty="0"/>
                        <a:t>R3</a:t>
                      </a:r>
                    </a:p>
                  </a:txBody>
                  <a:tcPr anchor="ctr"/>
                </a:tc>
                <a:extLst>
                  <a:ext uri="{0D108BD9-81ED-4DB2-BD59-A6C34878D82A}">
                    <a16:rowId xmlns:a16="http://schemas.microsoft.com/office/drawing/2014/main" val="4036811492"/>
                  </a:ext>
                </a:extLst>
              </a:tr>
              <a:tr h="370840">
                <a:tc vMerge="1">
                  <a:txBody>
                    <a:bodyPr/>
                    <a:lstStyle/>
                    <a:p>
                      <a:pPr algn="r"/>
                      <a:endParaRPr lang="en-US" dirty="0"/>
                    </a:p>
                  </a:txBody>
                  <a:tcPr/>
                </a:tc>
                <a:tc>
                  <a:txBody>
                    <a:bodyPr/>
                    <a:lstStyle/>
                    <a:p>
                      <a:pPr algn="ctr"/>
                      <a:r>
                        <a:rPr lang="en-US" dirty="0"/>
                        <a:t>R4</a:t>
                      </a:r>
                    </a:p>
                  </a:txBody>
                  <a:tcPr anchor="ctr"/>
                </a:tc>
                <a:extLst>
                  <a:ext uri="{0D108BD9-81ED-4DB2-BD59-A6C34878D82A}">
                    <a16:rowId xmlns:a16="http://schemas.microsoft.com/office/drawing/2014/main" val="417296634"/>
                  </a:ext>
                </a:extLst>
              </a:tr>
              <a:tr h="370840">
                <a:tc vMerge="1">
                  <a:txBody>
                    <a:bodyPr/>
                    <a:lstStyle/>
                    <a:p>
                      <a:pPr algn="r"/>
                      <a:endParaRPr lang="en-US" dirty="0"/>
                    </a:p>
                  </a:txBody>
                  <a:tcPr/>
                </a:tc>
                <a:tc>
                  <a:txBody>
                    <a:bodyPr/>
                    <a:lstStyle/>
                    <a:p>
                      <a:pPr algn="ctr"/>
                      <a:r>
                        <a:rPr lang="en-US" dirty="0"/>
                        <a:t>…</a:t>
                      </a:r>
                    </a:p>
                  </a:txBody>
                  <a:tcPr anchor="ctr"/>
                </a:tc>
                <a:extLst>
                  <a:ext uri="{0D108BD9-81ED-4DB2-BD59-A6C34878D82A}">
                    <a16:rowId xmlns:a16="http://schemas.microsoft.com/office/drawing/2014/main" val="3457153654"/>
                  </a:ext>
                </a:extLst>
              </a:tr>
              <a:tr h="370840">
                <a:tc>
                  <a:txBody>
                    <a:bodyPr/>
                    <a:lstStyle/>
                    <a:p>
                      <a:pPr algn="ctr"/>
                      <a:r>
                        <a:rPr lang="en-US" dirty="0"/>
                        <a:t>Stack</a:t>
                      </a:r>
                    </a:p>
                  </a:txBody>
                  <a:tcPr anchor="ctr"/>
                </a:tc>
                <a:tc>
                  <a:txBody>
                    <a:bodyPr/>
                    <a:lstStyle/>
                    <a:p>
                      <a:pPr algn="ctr"/>
                      <a:r>
                        <a:rPr lang="en-US" dirty="0"/>
                        <a:t>SP</a:t>
                      </a:r>
                    </a:p>
                  </a:txBody>
                  <a:tcPr anchor="ctr"/>
                </a:tc>
                <a:extLst>
                  <a:ext uri="{0D108BD9-81ED-4DB2-BD59-A6C34878D82A}">
                    <a16:rowId xmlns:a16="http://schemas.microsoft.com/office/drawing/2014/main" val="2125647701"/>
                  </a:ext>
                </a:extLst>
              </a:tr>
              <a:tr h="370840">
                <a:tc>
                  <a:txBody>
                    <a:bodyPr/>
                    <a:lstStyle/>
                    <a:p>
                      <a:pPr algn="ctr"/>
                      <a:r>
                        <a:rPr lang="en-US" dirty="0"/>
                        <a:t>Program Counter</a:t>
                      </a:r>
                    </a:p>
                  </a:txBody>
                  <a:tcPr anchor="ctr"/>
                </a:tc>
                <a:tc>
                  <a:txBody>
                    <a:bodyPr/>
                    <a:lstStyle/>
                    <a:p>
                      <a:pPr algn="ctr"/>
                      <a:r>
                        <a:rPr lang="en-US" dirty="0"/>
                        <a:t>PC</a:t>
                      </a:r>
                    </a:p>
                  </a:txBody>
                  <a:tcPr anchor="ctr"/>
                </a:tc>
                <a:extLst>
                  <a:ext uri="{0D108BD9-81ED-4DB2-BD59-A6C34878D82A}">
                    <a16:rowId xmlns:a16="http://schemas.microsoft.com/office/drawing/2014/main" val="218022115"/>
                  </a:ext>
                </a:extLst>
              </a:tr>
            </a:tbl>
          </a:graphicData>
        </a:graphic>
      </p:graphicFrame>
    </p:spTree>
    <p:extLst>
      <p:ext uri="{BB962C8B-B14F-4D97-AF65-F5344CB8AC3E}">
        <p14:creationId xmlns:p14="http://schemas.microsoft.com/office/powerpoint/2010/main" val="7425570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7A83C-7453-F978-4D6C-DDA8DB05450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BC01B65-6C3F-66D8-8E93-390436CA9995}"/>
              </a:ext>
            </a:extLst>
          </p:cNvPr>
          <p:cNvSpPr>
            <a:spLocks noGrp="1"/>
          </p:cNvSpPr>
          <p:nvPr>
            <p:ph type="title"/>
          </p:nvPr>
        </p:nvSpPr>
        <p:spPr/>
        <p:txBody>
          <a:bodyPr/>
          <a:lstStyle/>
          <a:p>
            <a:r>
              <a:rPr lang="en-US" dirty="0"/>
              <a:t>Types of Registers</a:t>
            </a:r>
            <a:br>
              <a:rPr lang="en-US" dirty="0"/>
            </a:br>
            <a:r>
              <a:rPr lang="en-US" sz="3600" dirty="0">
                <a:solidFill>
                  <a:schemeClr val="tx1">
                    <a:lumMod val="90000"/>
                    <a:lumOff val="10000"/>
                  </a:schemeClr>
                </a:solidFill>
              </a:rPr>
              <a:t>PC</a:t>
            </a:r>
            <a:endParaRPr lang="en-US" dirty="0"/>
          </a:p>
        </p:txBody>
      </p:sp>
      <p:sp>
        <p:nvSpPr>
          <p:cNvPr id="6" name="Content Placeholder 5">
            <a:extLst>
              <a:ext uri="{FF2B5EF4-FFF2-40B4-BE49-F238E27FC236}">
                <a16:creationId xmlns:a16="http://schemas.microsoft.com/office/drawing/2014/main" id="{3E0B2070-9444-6A2A-96C6-6C292F83430F}"/>
              </a:ext>
            </a:extLst>
          </p:cNvPr>
          <p:cNvSpPr>
            <a:spLocks noGrp="1"/>
          </p:cNvSpPr>
          <p:nvPr>
            <p:ph sz="half" idx="1"/>
          </p:nvPr>
        </p:nvSpPr>
        <p:spPr>
          <a:xfrm>
            <a:off x="457200" y="1824037"/>
            <a:ext cx="5524500" cy="4443598"/>
          </a:xfrm>
        </p:spPr>
        <p:txBody>
          <a:bodyPr/>
          <a:lstStyle/>
          <a:p>
            <a:r>
              <a:rPr lang="en-US" sz="2400" b="1" dirty="0"/>
              <a:t>Program Counter (PC)</a:t>
            </a:r>
          </a:p>
          <a:p>
            <a:pPr lvl="1"/>
            <a:r>
              <a:rPr lang="en-US" sz="2400" dirty="0"/>
              <a:t>Points to the next instruction to be fetched</a:t>
            </a:r>
          </a:p>
          <a:p>
            <a:pPr lvl="1"/>
            <a:r>
              <a:rPr lang="en-US" sz="2400" dirty="0"/>
              <a:t>The CPU fetches the instruction and then increments PC</a:t>
            </a:r>
          </a:p>
        </p:txBody>
      </p:sp>
      <p:graphicFrame>
        <p:nvGraphicFramePr>
          <p:cNvPr id="4" name="Content Placeholder 11">
            <a:extLst>
              <a:ext uri="{FF2B5EF4-FFF2-40B4-BE49-F238E27FC236}">
                <a16:creationId xmlns:a16="http://schemas.microsoft.com/office/drawing/2014/main" id="{3E09CDCA-68A9-8864-AB7D-5A3A01E76807}"/>
              </a:ext>
            </a:extLst>
          </p:cNvPr>
          <p:cNvGraphicFramePr>
            <a:graphicFrameLocks noGrp="1"/>
          </p:cNvGraphicFramePr>
          <p:nvPr>
            <p:ph sz="half" idx="13"/>
            <p:extLst>
              <p:ext uri="{D42A27DB-BD31-4B8C-83A1-F6EECF244321}">
                <p14:modId xmlns:p14="http://schemas.microsoft.com/office/powerpoint/2010/main" val="1093090895"/>
              </p:ext>
            </p:extLst>
          </p:nvPr>
        </p:nvGraphicFramePr>
        <p:xfrm>
          <a:off x="6202363" y="1824038"/>
          <a:ext cx="5524500" cy="3235960"/>
        </p:xfrm>
        <a:graphic>
          <a:graphicData uri="http://schemas.openxmlformats.org/drawingml/2006/table">
            <a:tbl>
              <a:tblPr firstRow="1" bandRow="1">
                <a:tableStyleId>{5940675A-B579-460E-94D1-54222C63F5DA}</a:tableStyleId>
              </a:tblPr>
              <a:tblGrid>
                <a:gridCol w="1290119">
                  <a:extLst>
                    <a:ext uri="{9D8B030D-6E8A-4147-A177-3AD203B41FA5}">
                      <a16:colId xmlns:a16="http://schemas.microsoft.com/office/drawing/2014/main" val="3843225806"/>
                    </a:ext>
                  </a:extLst>
                </a:gridCol>
                <a:gridCol w="4234381">
                  <a:extLst>
                    <a:ext uri="{9D8B030D-6E8A-4147-A177-3AD203B41FA5}">
                      <a16:colId xmlns:a16="http://schemas.microsoft.com/office/drawing/2014/main" val="55086496"/>
                    </a:ext>
                  </a:extLst>
                </a:gridCol>
              </a:tblGrid>
              <a:tr h="370840">
                <a:tc rowSpan="6">
                  <a:txBody>
                    <a:bodyPr/>
                    <a:lstStyle/>
                    <a:p>
                      <a:pPr algn="ctr"/>
                      <a:r>
                        <a:rPr lang="en-US" dirty="0"/>
                        <a:t>General Purpose Registers</a:t>
                      </a:r>
                    </a:p>
                  </a:txBody>
                  <a:tcPr anchor="ctr"/>
                </a:tc>
                <a:tc>
                  <a:txBody>
                    <a:bodyPr/>
                    <a:lstStyle/>
                    <a:p>
                      <a:pPr algn="ctr"/>
                      <a:r>
                        <a:rPr lang="en-US" dirty="0"/>
                        <a:t>R0</a:t>
                      </a:r>
                    </a:p>
                  </a:txBody>
                  <a:tcPr anchor="ctr"/>
                </a:tc>
                <a:extLst>
                  <a:ext uri="{0D108BD9-81ED-4DB2-BD59-A6C34878D82A}">
                    <a16:rowId xmlns:a16="http://schemas.microsoft.com/office/drawing/2014/main" val="138812363"/>
                  </a:ext>
                </a:extLst>
              </a:tr>
              <a:tr h="370840">
                <a:tc vMerge="1">
                  <a:txBody>
                    <a:bodyPr/>
                    <a:lstStyle/>
                    <a:p>
                      <a:pPr algn="r"/>
                      <a:endParaRPr lang="en-US" dirty="0"/>
                    </a:p>
                  </a:txBody>
                  <a:tcPr/>
                </a:tc>
                <a:tc>
                  <a:txBody>
                    <a:bodyPr/>
                    <a:lstStyle/>
                    <a:p>
                      <a:pPr algn="ctr"/>
                      <a:r>
                        <a:rPr lang="en-US" dirty="0"/>
                        <a:t>R1</a:t>
                      </a:r>
                    </a:p>
                  </a:txBody>
                  <a:tcPr anchor="ctr"/>
                </a:tc>
                <a:extLst>
                  <a:ext uri="{0D108BD9-81ED-4DB2-BD59-A6C34878D82A}">
                    <a16:rowId xmlns:a16="http://schemas.microsoft.com/office/drawing/2014/main" val="656864767"/>
                  </a:ext>
                </a:extLst>
              </a:tr>
              <a:tr h="370840">
                <a:tc vMerge="1">
                  <a:txBody>
                    <a:bodyPr/>
                    <a:lstStyle/>
                    <a:p>
                      <a:pPr algn="r"/>
                      <a:endParaRPr lang="en-US" dirty="0"/>
                    </a:p>
                  </a:txBody>
                  <a:tcPr/>
                </a:tc>
                <a:tc>
                  <a:txBody>
                    <a:bodyPr/>
                    <a:lstStyle/>
                    <a:p>
                      <a:pPr algn="ctr"/>
                      <a:r>
                        <a:rPr lang="en-US" dirty="0"/>
                        <a:t>R2</a:t>
                      </a:r>
                    </a:p>
                  </a:txBody>
                  <a:tcPr anchor="ctr"/>
                </a:tc>
                <a:extLst>
                  <a:ext uri="{0D108BD9-81ED-4DB2-BD59-A6C34878D82A}">
                    <a16:rowId xmlns:a16="http://schemas.microsoft.com/office/drawing/2014/main" val="152816089"/>
                  </a:ext>
                </a:extLst>
              </a:tr>
              <a:tr h="370840">
                <a:tc vMerge="1">
                  <a:txBody>
                    <a:bodyPr/>
                    <a:lstStyle/>
                    <a:p>
                      <a:pPr algn="r"/>
                      <a:endParaRPr lang="en-US" dirty="0"/>
                    </a:p>
                  </a:txBody>
                  <a:tcPr/>
                </a:tc>
                <a:tc>
                  <a:txBody>
                    <a:bodyPr/>
                    <a:lstStyle/>
                    <a:p>
                      <a:pPr algn="ctr"/>
                      <a:r>
                        <a:rPr lang="en-US" dirty="0"/>
                        <a:t>R3</a:t>
                      </a:r>
                    </a:p>
                  </a:txBody>
                  <a:tcPr anchor="ctr"/>
                </a:tc>
                <a:extLst>
                  <a:ext uri="{0D108BD9-81ED-4DB2-BD59-A6C34878D82A}">
                    <a16:rowId xmlns:a16="http://schemas.microsoft.com/office/drawing/2014/main" val="4036811492"/>
                  </a:ext>
                </a:extLst>
              </a:tr>
              <a:tr h="370840">
                <a:tc vMerge="1">
                  <a:txBody>
                    <a:bodyPr/>
                    <a:lstStyle/>
                    <a:p>
                      <a:pPr algn="r"/>
                      <a:endParaRPr lang="en-US" dirty="0"/>
                    </a:p>
                  </a:txBody>
                  <a:tcPr/>
                </a:tc>
                <a:tc>
                  <a:txBody>
                    <a:bodyPr/>
                    <a:lstStyle/>
                    <a:p>
                      <a:pPr algn="ctr"/>
                      <a:r>
                        <a:rPr lang="en-US" dirty="0"/>
                        <a:t>R4</a:t>
                      </a:r>
                    </a:p>
                  </a:txBody>
                  <a:tcPr anchor="ctr"/>
                </a:tc>
                <a:extLst>
                  <a:ext uri="{0D108BD9-81ED-4DB2-BD59-A6C34878D82A}">
                    <a16:rowId xmlns:a16="http://schemas.microsoft.com/office/drawing/2014/main" val="417296634"/>
                  </a:ext>
                </a:extLst>
              </a:tr>
              <a:tr h="370840">
                <a:tc vMerge="1">
                  <a:txBody>
                    <a:bodyPr/>
                    <a:lstStyle/>
                    <a:p>
                      <a:pPr algn="r"/>
                      <a:endParaRPr lang="en-US" dirty="0"/>
                    </a:p>
                  </a:txBody>
                  <a:tcPr/>
                </a:tc>
                <a:tc>
                  <a:txBody>
                    <a:bodyPr/>
                    <a:lstStyle/>
                    <a:p>
                      <a:pPr algn="ctr"/>
                      <a:r>
                        <a:rPr lang="en-US" dirty="0"/>
                        <a:t>…</a:t>
                      </a:r>
                    </a:p>
                  </a:txBody>
                  <a:tcPr anchor="ctr"/>
                </a:tc>
                <a:extLst>
                  <a:ext uri="{0D108BD9-81ED-4DB2-BD59-A6C34878D82A}">
                    <a16:rowId xmlns:a16="http://schemas.microsoft.com/office/drawing/2014/main" val="3457153654"/>
                  </a:ext>
                </a:extLst>
              </a:tr>
              <a:tr h="370840">
                <a:tc>
                  <a:txBody>
                    <a:bodyPr/>
                    <a:lstStyle/>
                    <a:p>
                      <a:pPr algn="ctr"/>
                      <a:r>
                        <a:rPr lang="en-US" dirty="0"/>
                        <a:t>Stack</a:t>
                      </a:r>
                    </a:p>
                  </a:txBody>
                  <a:tcPr anchor="ctr"/>
                </a:tc>
                <a:tc>
                  <a:txBody>
                    <a:bodyPr/>
                    <a:lstStyle/>
                    <a:p>
                      <a:pPr algn="ctr"/>
                      <a:r>
                        <a:rPr lang="en-US" dirty="0"/>
                        <a:t>SP</a:t>
                      </a:r>
                    </a:p>
                  </a:txBody>
                  <a:tcPr anchor="ctr"/>
                </a:tc>
                <a:extLst>
                  <a:ext uri="{0D108BD9-81ED-4DB2-BD59-A6C34878D82A}">
                    <a16:rowId xmlns:a16="http://schemas.microsoft.com/office/drawing/2014/main" val="2125647701"/>
                  </a:ext>
                </a:extLst>
              </a:tr>
              <a:tr h="370840">
                <a:tc>
                  <a:txBody>
                    <a:bodyPr/>
                    <a:lstStyle/>
                    <a:p>
                      <a:pPr algn="ctr"/>
                      <a:r>
                        <a:rPr lang="en-US" dirty="0"/>
                        <a:t>Program Counter</a:t>
                      </a:r>
                    </a:p>
                  </a:txBody>
                  <a:tcPr anchor="ctr"/>
                </a:tc>
                <a:tc>
                  <a:txBody>
                    <a:bodyPr/>
                    <a:lstStyle/>
                    <a:p>
                      <a:pPr algn="ctr"/>
                      <a:r>
                        <a:rPr lang="en-US" dirty="0"/>
                        <a:t>PC</a:t>
                      </a:r>
                    </a:p>
                  </a:txBody>
                  <a:tcPr anchor="ctr"/>
                </a:tc>
                <a:extLst>
                  <a:ext uri="{0D108BD9-81ED-4DB2-BD59-A6C34878D82A}">
                    <a16:rowId xmlns:a16="http://schemas.microsoft.com/office/drawing/2014/main" val="218022115"/>
                  </a:ext>
                </a:extLst>
              </a:tr>
            </a:tbl>
          </a:graphicData>
        </a:graphic>
      </p:graphicFrame>
    </p:spTree>
    <p:extLst>
      <p:ext uri="{BB962C8B-B14F-4D97-AF65-F5344CB8AC3E}">
        <p14:creationId xmlns:p14="http://schemas.microsoft.com/office/powerpoint/2010/main" val="15132453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B164F-17CD-6B8A-9035-98F470F890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775468-DBF9-FFEA-55D1-797C9A51287C}"/>
              </a:ext>
            </a:extLst>
          </p:cNvPr>
          <p:cNvSpPr>
            <a:spLocks noGrp="1"/>
          </p:cNvSpPr>
          <p:nvPr>
            <p:ph type="title"/>
          </p:nvPr>
        </p:nvSpPr>
        <p:spPr/>
        <p:txBody>
          <a:bodyPr/>
          <a:lstStyle/>
          <a:p>
            <a:r>
              <a:rPr lang="en-US" noProof="0" dirty="0"/>
              <a:t>Register Operations</a:t>
            </a:r>
          </a:p>
        </p:txBody>
      </p:sp>
      <p:pic>
        <p:nvPicPr>
          <p:cNvPr id="8" name="Content Placeholder 7">
            <a:extLst>
              <a:ext uri="{FF2B5EF4-FFF2-40B4-BE49-F238E27FC236}">
                <a16:creationId xmlns:a16="http://schemas.microsoft.com/office/drawing/2014/main" id="{1E8991BF-6FF8-3253-E7D1-A188CB0790AE}"/>
              </a:ext>
              <a:ext uri="{C183D7F6-B498-43B3-948B-1728B52AA6E4}">
                <adec:decorative xmlns:adec="http://schemas.microsoft.com/office/drawing/2017/decorative" val="1"/>
              </a:ext>
            </a:extLst>
          </p:cNvPr>
          <p:cNvPicPr>
            <a:picLocks noGrp="1" noChangeAspect="1"/>
          </p:cNvPicPr>
          <p:nvPr>
            <p:ph sz="half" idx="1"/>
          </p:nvPr>
        </p:nvPicPr>
        <p:blipFill>
          <a:blip r:embed="rId2"/>
          <a:stretch>
            <a:fillRect/>
          </a:stretch>
        </p:blipFill>
        <p:spPr>
          <a:xfrm>
            <a:off x="707630" y="1824037"/>
            <a:ext cx="4188930" cy="2626665"/>
          </a:xfrm>
          <a:prstGeom prst="rect">
            <a:avLst/>
          </a:prstGeom>
        </p:spPr>
      </p:pic>
      <p:sp>
        <p:nvSpPr>
          <p:cNvPr id="6" name="Content Placeholder 5">
            <a:extLst>
              <a:ext uri="{FF2B5EF4-FFF2-40B4-BE49-F238E27FC236}">
                <a16:creationId xmlns:a16="http://schemas.microsoft.com/office/drawing/2014/main" id="{52F78166-0541-150C-BB9C-2B66CB133CA9}"/>
              </a:ext>
            </a:extLst>
          </p:cNvPr>
          <p:cNvSpPr>
            <a:spLocks noGrp="1"/>
          </p:cNvSpPr>
          <p:nvPr>
            <p:ph sz="half" idx="13"/>
          </p:nvPr>
        </p:nvSpPr>
        <p:spPr>
          <a:xfrm>
            <a:off x="5299788" y="1824037"/>
            <a:ext cx="6427178" cy="4443598"/>
          </a:xfrm>
        </p:spPr>
        <p:txBody>
          <a:bodyPr/>
          <a:lstStyle/>
          <a:p>
            <a:r>
              <a:rPr lang="en-US" b="1" dirty="0"/>
              <a:t>Common operations</a:t>
            </a:r>
          </a:p>
          <a:p>
            <a:pPr lvl="1"/>
            <a:r>
              <a:rPr lang="en-US" dirty="0"/>
              <a:t>Load: move data into register</a:t>
            </a:r>
          </a:p>
          <a:p>
            <a:pPr lvl="1"/>
            <a:r>
              <a:rPr lang="en-US" dirty="0"/>
              <a:t>Store: move data to memory</a:t>
            </a:r>
          </a:p>
          <a:p>
            <a:pPr lvl="1"/>
            <a:r>
              <a:rPr lang="en-US" dirty="0"/>
              <a:t>Add/Subtract: arithmetic operations</a:t>
            </a:r>
          </a:p>
          <a:p>
            <a:r>
              <a:rPr lang="en-US" b="1" dirty="0"/>
              <a:t>Example (ARM Assembly)</a:t>
            </a:r>
          </a:p>
          <a:p>
            <a:pPr marL="0" indent="0" algn="ctr">
              <a:buNone/>
            </a:pPr>
            <a:r>
              <a:rPr lang="en-US" dirty="0"/>
              <a:t>ADD	R0, R1, R2</a:t>
            </a:r>
          </a:p>
          <a:p>
            <a:pPr marL="0" indent="0">
              <a:buNone/>
            </a:pPr>
            <a:endParaRPr lang="en-US" dirty="0"/>
          </a:p>
        </p:txBody>
      </p:sp>
    </p:spTree>
    <p:extLst>
      <p:ext uri="{BB962C8B-B14F-4D97-AF65-F5344CB8AC3E}">
        <p14:creationId xmlns:p14="http://schemas.microsoft.com/office/powerpoint/2010/main" val="2399332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69E1C-0F73-2E17-D395-5F90C12E42D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607511A-1442-F709-C718-30F2990C3501}"/>
              </a:ext>
            </a:extLst>
          </p:cNvPr>
          <p:cNvSpPr>
            <a:spLocks noGrp="1"/>
          </p:cNvSpPr>
          <p:nvPr>
            <p:ph type="title"/>
          </p:nvPr>
        </p:nvSpPr>
        <p:spPr/>
        <p:txBody>
          <a:bodyPr/>
          <a:lstStyle/>
          <a:p>
            <a:r>
              <a:rPr lang="en-US" dirty="0"/>
              <a:t>Instruction = Hardware Action</a:t>
            </a:r>
          </a:p>
        </p:txBody>
      </p:sp>
      <p:sp>
        <p:nvSpPr>
          <p:cNvPr id="6" name="Content Placeholder 5">
            <a:extLst>
              <a:ext uri="{FF2B5EF4-FFF2-40B4-BE49-F238E27FC236}">
                <a16:creationId xmlns:a16="http://schemas.microsoft.com/office/drawing/2014/main" id="{27F12D4A-2ECC-B33E-A08E-DFCB1D2DB2C2}"/>
              </a:ext>
            </a:extLst>
          </p:cNvPr>
          <p:cNvSpPr>
            <a:spLocks noGrp="1"/>
          </p:cNvSpPr>
          <p:nvPr>
            <p:ph sz="half" idx="1"/>
          </p:nvPr>
        </p:nvSpPr>
        <p:spPr>
          <a:xfrm>
            <a:off x="457200" y="1824037"/>
            <a:ext cx="5524500" cy="4443598"/>
          </a:xfrm>
        </p:spPr>
        <p:txBody>
          <a:bodyPr/>
          <a:lstStyle/>
          <a:p>
            <a:r>
              <a:rPr lang="en-US" sz="2400" b="1" dirty="0"/>
              <a:t>Each instruction triggers hardware-level operations</a:t>
            </a:r>
          </a:p>
          <a:p>
            <a:pPr lvl="1"/>
            <a:r>
              <a:rPr lang="en-US" sz="2400" dirty="0"/>
              <a:t>Data transfer between registers</a:t>
            </a:r>
          </a:p>
          <a:p>
            <a:pPr lvl="1"/>
            <a:r>
              <a:rPr lang="en-US" sz="2400" dirty="0"/>
              <a:t>ALU computation</a:t>
            </a:r>
          </a:p>
          <a:p>
            <a:pPr lvl="1"/>
            <a:r>
              <a:rPr lang="en-US" sz="2400" dirty="0"/>
              <a:t>Memory access</a:t>
            </a:r>
          </a:p>
          <a:p>
            <a:r>
              <a:rPr lang="en-US" sz="2400" b="1" dirty="0"/>
              <a:t>Example</a:t>
            </a:r>
          </a:p>
          <a:p>
            <a:pPr lvl="1"/>
            <a:r>
              <a:rPr lang="en-US" sz="2400" dirty="0"/>
              <a:t>ADD → ALU performs addition</a:t>
            </a:r>
          </a:p>
        </p:txBody>
      </p:sp>
      <p:sp>
        <p:nvSpPr>
          <p:cNvPr id="2" name="TextBox 1">
            <a:extLst>
              <a:ext uri="{FF2B5EF4-FFF2-40B4-BE49-F238E27FC236}">
                <a16:creationId xmlns:a16="http://schemas.microsoft.com/office/drawing/2014/main" id="{117AF770-82AC-1435-8871-073410FE2728}"/>
              </a:ext>
            </a:extLst>
          </p:cNvPr>
          <p:cNvSpPr txBox="1"/>
          <p:nvPr/>
        </p:nvSpPr>
        <p:spPr>
          <a:xfrm>
            <a:off x="4173458" y="6491472"/>
            <a:ext cx="8018542" cy="307777"/>
          </a:xfrm>
          <a:prstGeom prst="rect">
            <a:avLst/>
          </a:prstGeom>
          <a:noFill/>
        </p:spPr>
        <p:txBody>
          <a:bodyPr wrap="none" rtlCol="0">
            <a:spAutoFit/>
          </a:bodyPr>
          <a:lstStyle/>
          <a:p>
            <a:r>
              <a:rPr lang="en-US" sz="1400" dirty="0">
                <a:solidFill>
                  <a:schemeClr val="bg1"/>
                </a:solidFill>
              </a:rPr>
              <a:t>Image Source: </a:t>
            </a:r>
            <a:r>
              <a:rPr lang="en-US" sz="1400" dirty="0">
                <a:solidFill>
                  <a:schemeClr val="bg1"/>
                </a:solidFill>
                <a:hlinkClick r:id="rId2"/>
              </a:rPr>
              <a:t>https://erik-engheim.medium.com/what-the-heck-is-a-micro-operation-e991f76209e</a:t>
            </a:r>
            <a:endParaRPr lang="en-US" sz="1400" dirty="0">
              <a:solidFill>
                <a:schemeClr val="bg1"/>
              </a:solidFill>
            </a:endParaRPr>
          </a:p>
        </p:txBody>
      </p:sp>
      <p:pic>
        <p:nvPicPr>
          <p:cNvPr id="8" name="Content Placeholder 7" descr="Diagram illustrating a computer processor architecture showing components such as Memory, Decoder, Control Unit, Load Store Unit, Registers, and ALU connected by Data Bus (blue), Address Bus (green), Control Lines (red), and flows of Instructions and Micro-operations (yellow). The diagram highlights data flow and control signals between components, emphasizing how instructions are decoded and executed within the processor system.">
            <a:extLst>
              <a:ext uri="{FF2B5EF4-FFF2-40B4-BE49-F238E27FC236}">
                <a16:creationId xmlns:a16="http://schemas.microsoft.com/office/drawing/2014/main" id="{BE5425A4-D8DC-A101-7DC9-1F33C267419E}"/>
              </a:ext>
            </a:extLst>
          </p:cNvPr>
          <p:cNvPicPr>
            <a:picLocks noGrp="1" noChangeAspect="1"/>
          </p:cNvPicPr>
          <p:nvPr>
            <p:ph sz="half" idx="13"/>
          </p:nvPr>
        </p:nvPicPr>
        <p:blipFill>
          <a:blip r:embed="rId3">
            <a:extLst>
              <a:ext uri="{28A0092B-C50C-407E-A947-70E740481C1C}">
                <a14:useLocalDpi xmlns:a14="http://schemas.microsoft.com/office/drawing/2010/main" val="0"/>
              </a:ext>
            </a:extLst>
          </a:blip>
          <a:stretch>
            <a:fillRect/>
          </a:stretch>
        </p:blipFill>
        <p:spPr>
          <a:xfrm>
            <a:off x="6202363" y="1824037"/>
            <a:ext cx="5524500" cy="3683000"/>
          </a:xfrm>
          <a:prstGeom prst="rect">
            <a:avLst/>
          </a:prstGeom>
        </p:spPr>
      </p:pic>
    </p:spTree>
    <p:extLst>
      <p:ext uri="{BB962C8B-B14F-4D97-AF65-F5344CB8AC3E}">
        <p14:creationId xmlns:p14="http://schemas.microsoft.com/office/powerpoint/2010/main" val="4077624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76D88-08B1-FD00-34FB-7D033DEC56E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F3C2083-642C-05F3-011E-B1E402AEB345}"/>
              </a:ext>
            </a:extLst>
          </p:cNvPr>
          <p:cNvSpPr>
            <a:spLocks noGrp="1"/>
          </p:cNvSpPr>
          <p:nvPr>
            <p:ph type="title"/>
          </p:nvPr>
        </p:nvSpPr>
        <p:spPr/>
        <p:txBody>
          <a:bodyPr/>
          <a:lstStyle/>
          <a:p>
            <a:r>
              <a:rPr lang="en-US" dirty="0"/>
              <a:t>Micro-Operations</a:t>
            </a:r>
          </a:p>
        </p:txBody>
      </p:sp>
      <p:sp>
        <p:nvSpPr>
          <p:cNvPr id="6" name="Content Placeholder 5">
            <a:extLst>
              <a:ext uri="{FF2B5EF4-FFF2-40B4-BE49-F238E27FC236}">
                <a16:creationId xmlns:a16="http://schemas.microsoft.com/office/drawing/2014/main" id="{6A00CBDD-2948-25DD-EF19-865990EA257E}"/>
              </a:ext>
            </a:extLst>
          </p:cNvPr>
          <p:cNvSpPr>
            <a:spLocks noGrp="1"/>
          </p:cNvSpPr>
          <p:nvPr>
            <p:ph sz="half" idx="1"/>
          </p:nvPr>
        </p:nvSpPr>
        <p:spPr>
          <a:xfrm>
            <a:off x="457200" y="1824037"/>
            <a:ext cx="5524500" cy="4443598"/>
          </a:xfrm>
        </p:spPr>
        <p:txBody>
          <a:bodyPr/>
          <a:lstStyle/>
          <a:p>
            <a:r>
              <a:rPr lang="en-US" b="1" dirty="0"/>
              <a:t>Instructions break into smaller steps</a:t>
            </a:r>
          </a:p>
          <a:p>
            <a:r>
              <a:rPr lang="en-US" b="1" dirty="0"/>
              <a:t>Example (ADD):</a:t>
            </a:r>
          </a:p>
          <a:p>
            <a:pPr lvl="1"/>
            <a:r>
              <a:rPr lang="en-US" dirty="0"/>
              <a:t>Read R1</a:t>
            </a:r>
          </a:p>
          <a:p>
            <a:pPr lvl="1"/>
            <a:r>
              <a:rPr lang="en-US" dirty="0"/>
              <a:t>Read R2</a:t>
            </a:r>
          </a:p>
          <a:p>
            <a:pPr lvl="1"/>
            <a:r>
              <a:rPr lang="en-US" dirty="0"/>
              <a:t>ALU computes sum</a:t>
            </a:r>
          </a:p>
          <a:p>
            <a:pPr lvl="1"/>
            <a:r>
              <a:rPr lang="en-US" dirty="0"/>
              <a:t>Store result in R3</a:t>
            </a:r>
          </a:p>
        </p:txBody>
      </p:sp>
      <p:sp>
        <p:nvSpPr>
          <p:cNvPr id="2" name="TextBox 1">
            <a:extLst>
              <a:ext uri="{FF2B5EF4-FFF2-40B4-BE49-F238E27FC236}">
                <a16:creationId xmlns:a16="http://schemas.microsoft.com/office/drawing/2014/main" id="{95C9BE75-B458-ADE0-D069-CB3EDD7FF1AB}"/>
              </a:ext>
            </a:extLst>
          </p:cNvPr>
          <p:cNvSpPr txBox="1"/>
          <p:nvPr/>
        </p:nvSpPr>
        <p:spPr>
          <a:xfrm>
            <a:off x="4173458" y="6491472"/>
            <a:ext cx="8018542" cy="307777"/>
          </a:xfrm>
          <a:prstGeom prst="rect">
            <a:avLst/>
          </a:prstGeom>
          <a:noFill/>
        </p:spPr>
        <p:txBody>
          <a:bodyPr wrap="none" rtlCol="0">
            <a:spAutoFit/>
          </a:bodyPr>
          <a:lstStyle/>
          <a:p>
            <a:r>
              <a:rPr lang="en-US" sz="1400" dirty="0">
                <a:solidFill>
                  <a:schemeClr val="bg1"/>
                </a:solidFill>
              </a:rPr>
              <a:t>Image Source: </a:t>
            </a:r>
            <a:r>
              <a:rPr lang="en-US" sz="1400" dirty="0">
                <a:solidFill>
                  <a:schemeClr val="bg1"/>
                </a:solidFill>
                <a:hlinkClick r:id="rId2"/>
              </a:rPr>
              <a:t>https://erik-engheim.medium.com/what-the-heck-is-a-micro-operation-e991f76209e</a:t>
            </a:r>
            <a:endParaRPr lang="en-US" sz="1400" dirty="0">
              <a:solidFill>
                <a:schemeClr val="bg1"/>
              </a:solidFill>
            </a:endParaRPr>
          </a:p>
        </p:txBody>
      </p:sp>
      <p:pic>
        <p:nvPicPr>
          <p:cNvPr id="8" name="Content Placeholder 7" descr="Diagram illustrating a computer processor architecture showing components such as Memory, Decoder, Control Unit, Load Store Unit, Registers, and ALU connected by Data Bus (blue), Address Bus (green), Control Lines (red), and flows of Instructions and Micro-operations (yellow). The diagram highlights data flow and control signals between components, emphasizing how instructions are decoded and executed within the processor system.">
            <a:extLst>
              <a:ext uri="{FF2B5EF4-FFF2-40B4-BE49-F238E27FC236}">
                <a16:creationId xmlns:a16="http://schemas.microsoft.com/office/drawing/2014/main" id="{53E30F84-B196-B979-A1E0-B3C7195750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02363" y="1824037"/>
            <a:ext cx="5524500" cy="3683000"/>
          </a:xfrm>
          <a:prstGeom prst="rect">
            <a:avLst/>
          </a:prstGeom>
        </p:spPr>
      </p:pic>
    </p:spTree>
    <p:extLst>
      <p:ext uri="{BB962C8B-B14F-4D97-AF65-F5344CB8AC3E}">
        <p14:creationId xmlns:p14="http://schemas.microsoft.com/office/powerpoint/2010/main" val="8724503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094BA2-BDA1-1874-D77B-1DEE1603A76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19F3F46-834B-D5C3-571C-1C380F533F68}"/>
              </a:ext>
            </a:extLst>
          </p:cNvPr>
          <p:cNvSpPr>
            <a:spLocks noGrp="1"/>
          </p:cNvSpPr>
          <p:nvPr>
            <p:ph type="title"/>
          </p:nvPr>
        </p:nvSpPr>
        <p:spPr/>
        <p:txBody>
          <a:bodyPr/>
          <a:lstStyle/>
          <a:p>
            <a:r>
              <a:rPr lang="en-US" dirty="0"/>
              <a:t>Control Unit Role</a:t>
            </a:r>
          </a:p>
        </p:txBody>
      </p:sp>
      <p:sp>
        <p:nvSpPr>
          <p:cNvPr id="6" name="Content Placeholder 5">
            <a:extLst>
              <a:ext uri="{FF2B5EF4-FFF2-40B4-BE49-F238E27FC236}">
                <a16:creationId xmlns:a16="http://schemas.microsoft.com/office/drawing/2014/main" id="{9B4AF7AA-0956-CD4A-83BD-671D6E9E3F67}"/>
              </a:ext>
            </a:extLst>
          </p:cNvPr>
          <p:cNvSpPr>
            <a:spLocks noGrp="1"/>
          </p:cNvSpPr>
          <p:nvPr>
            <p:ph sz="half" idx="1"/>
          </p:nvPr>
        </p:nvSpPr>
        <p:spPr>
          <a:xfrm>
            <a:off x="457200" y="1824037"/>
            <a:ext cx="5524500" cy="4443598"/>
          </a:xfrm>
        </p:spPr>
        <p:txBody>
          <a:bodyPr/>
          <a:lstStyle/>
          <a:p>
            <a:r>
              <a:rPr lang="en-US" dirty="0"/>
              <a:t>Directs all operations</a:t>
            </a:r>
          </a:p>
          <a:p>
            <a:r>
              <a:rPr lang="en-US" dirty="0"/>
              <a:t>Generates control signals</a:t>
            </a:r>
          </a:p>
          <a:p>
            <a:r>
              <a:rPr lang="en-US" dirty="0"/>
              <a:t>Ensures correct sequence of execution</a:t>
            </a:r>
          </a:p>
        </p:txBody>
      </p:sp>
      <p:sp>
        <p:nvSpPr>
          <p:cNvPr id="2" name="TextBox 1">
            <a:extLst>
              <a:ext uri="{FF2B5EF4-FFF2-40B4-BE49-F238E27FC236}">
                <a16:creationId xmlns:a16="http://schemas.microsoft.com/office/drawing/2014/main" id="{A094E5AD-D605-4558-7409-5DFDFE2013FC}"/>
              </a:ext>
            </a:extLst>
          </p:cNvPr>
          <p:cNvSpPr txBox="1"/>
          <p:nvPr/>
        </p:nvSpPr>
        <p:spPr>
          <a:xfrm>
            <a:off x="4173458" y="6491472"/>
            <a:ext cx="8018542" cy="307777"/>
          </a:xfrm>
          <a:prstGeom prst="rect">
            <a:avLst/>
          </a:prstGeom>
          <a:noFill/>
        </p:spPr>
        <p:txBody>
          <a:bodyPr wrap="none" rtlCol="0">
            <a:spAutoFit/>
          </a:bodyPr>
          <a:lstStyle/>
          <a:p>
            <a:r>
              <a:rPr lang="en-US" sz="1400" dirty="0">
                <a:solidFill>
                  <a:schemeClr val="bg1"/>
                </a:solidFill>
              </a:rPr>
              <a:t>Image Source: </a:t>
            </a:r>
            <a:r>
              <a:rPr lang="en-US" sz="1400" dirty="0">
                <a:solidFill>
                  <a:schemeClr val="bg1"/>
                </a:solidFill>
                <a:hlinkClick r:id="rId2"/>
              </a:rPr>
              <a:t>https://erik-engheim.medium.com/what-the-heck-is-a-micro-operation-e991f76209e</a:t>
            </a:r>
            <a:endParaRPr lang="en-US" sz="1400" dirty="0">
              <a:solidFill>
                <a:schemeClr val="bg1"/>
              </a:solidFill>
            </a:endParaRPr>
          </a:p>
        </p:txBody>
      </p:sp>
      <p:pic>
        <p:nvPicPr>
          <p:cNvPr id="8" name="Content Placeholder 7" descr="Diagram illustrating a computer processor architecture showing components such as Memory, Decoder, Control Unit, Load Store Unit, Registers, and ALU connected by Data Bus (blue), Address Bus (green), Control Lines (red), and flows of Instructions and Micro-operations (yellow). The diagram highlights data flow and control signals between components, emphasizing how instructions are decoded and executed within the processor system.">
            <a:extLst>
              <a:ext uri="{FF2B5EF4-FFF2-40B4-BE49-F238E27FC236}">
                <a16:creationId xmlns:a16="http://schemas.microsoft.com/office/drawing/2014/main" id="{3E8754A1-025C-D306-F550-96A225756C9A}"/>
              </a:ext>
            </a:extLst>
          </p:cNvPr>
          <p:cNvPicPr>
            <a:picLocks noGrp="1" noChangeAspect="1"/>
          </p:cNvPicPr>
          <p:nvPr>
            <p:ph sz="half" idx="13"/>
          </p:nvPr>
        </p:nvPicPr>
        <p:blipFill>
          <a:blip r:embed="rId3">
            <a:extLst>
              <a:ext uri="{28A0092B-C50C-407E-A947-70E740481C1C}">
                <a14:useLocalDpi xmlns:a14="http://schemas.microsoft.com/office/drawing/2010/main" val="0"/>
              </a:ext>
            </a:extLst>
          </a:blip>
          <a:stretch>
            <a:fillRect/>
          </a:stretch>
        </p:blipFill>
        <p:spPr>
          <a:xfrm>
            <a:off x="6202363" y="1824037"/>
            <a:ext cx="5524500" cy="3683000"/>
          </a:xfrm>
          <a:prstGeom prst="rect">
            <a:avLst/>
          </a:prstGeom>
        </p:spPr>
      </p:pic>
    </p:spTree>
    <p:extLst>
      <p:ext uri="{BB962C8B-B14F-4D97-AF65-F5344CB8AC3E}">
        <p14:creationId xmlns:p14="http://schemas.microsoft.com/office/powerpoint/2010/main" val="17869085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D13E8-D908-3EB2-6A31-259C069ECAD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1686BF4-4BFF-EA81-8042-9822215919D9}"/>
              </a:ext>
            </a:extLst>
          </p:cNvPr>
          <p:cNvSpPr>
            <a:spLocks noGrp="1"/>
          </p:cNvSpPr>
          <p:nvPr>
            <p:ph type="title"/>
          </p:nvPr>
        </p:nvSpPr>
        <p:spPr/>
        <p:txBody>
          <a:bodyPr/>
          <a:lstStyle/>
          <a:p>
            <a:r>
              <a:rPr lang="en-US" dirty="0"/>
              <a:t>Putting It All Together</a:t>
            </a:r>
          </a:p>
        </p:txBody>
      </p:sp>
      <p:sp>
        <p:nvSpPr>
          <p:cNvPr id="6" name="Content Placeholder 5">
            <a:extLst>
              <a:ext uri="{FF2B5EF4-FFF2-40B4-BE49-F238E27FC236}">
                <a16:creationId xmlns:a16="http://schemas.microsoft.com/office/drawing/2014/main" id="{46AC6E88-03E0-2604-079E-F3DFF1B465CA}"/>
              </a:ext>
            </a:extLst>
          </p:cNvPr>
          <p:cNvSpPr>
            <a:spLocks noGrp="1"/>
          </p:cNvSpPr>
          <p:nvPr>
            <p:ph sz="half" idx="1"/>
          </p:nvPr>
        </p:nvSpPr>
        <p:spPr>
          <a:xfrm>
            <a:off x="457200" y="1824037"/>
            <a:ext cx="5524500" cy="4443598"/>
          </a:xfrm>
        </p:spPr>
        <p:txBody>
          <a:bodyPr/>
          <a:lstStyle/>
          <a:p>
            <a:r>
              <a:rPr lang="en-US" b="1" dirty="0"/>
              <a:t>Program Execution:</a:t>
            </a:r>
          </a:p>
          <a:p>
            <a:pPr lvl="1"/>
            <a:r>
              <a:rPr lang="en-US" dirty="0"/>
              <a:t>Instructions → Micro-operations → Hardware actions</a:t>
            </a:r>
          </a:p>
          <a:p>
            <a:r>
              <a:rPr lang="en-US" b="1" dirty="0"/>
              <a:t>Registers store intermediate data</a:t>
            </a:r>
          </a:p>
          <a:p>
            <a:r>
              <a:rPr lang="en-US" b="1" dirty="0"/>
              <a:t>Control unit manages flow</a:t>
            </a:r>
          </a:p>
        </p:txBody>
      </p:sp>
      <p:sp>
        <p:nvSpPr>
          <p:cNvPr id="2" name="TextBox 1">
            <a:extLst>
              <a:ext uri="{FF2B5EF4-FFF2-40B4-BE49-F238E27FC236}">
                <a16:creationId xmlns:a16="http://schemas.microsoft.com/office/drawing/2014/main" id="{3857176C-08BC-765F-CA22-8C53E52CAE82}"/>
              </a:ext>
            </a:extLst>
          </p:cNvPr>
          <p:cNvSpPr txBox="1"/>
          <p:nvPr/>
        </p:nvSpPr>
        <p:spPr>
          <a:xfrm>
            <a:off x="4173458" y="6491472"/>
            <a:ext cx="8018542" cy="307777"/>
          </a:xfrm>
          <a:prstGeom prst="rect">
            <a:avLst/>
          </a:prstGeom>
          <a:noFill/>
        </p:spPr>
        <p:txBody>
          <a:bodyPr wrap="none" rtlCol="0">
            <a:spAutoFit/>
          </a:bodyPr>
          <a:lstStyle/>
          <a:p>
            <a:r>
              <a:rPr lang="en-US" sz="1400" dirty="0">
                <a:solidFill>
                  <a:schemeClr val="bg1"/>
                </a:solidFill>
              </a:rPr>
              <a:t>Image Source: </a:t>
            </a:r>
            <a:r>
              <a:rPr lang="en-US" sz="1400" dirty="0">
                <a:solidFill>
                  <a:schemeClr val="bg1"/>
                </a:solidFill>
                <a:hlinkClick r:id="rId2"/>
              </a:rPr>
              <a:t>https://erik-engheim.medium.com/what-the-heck-is-a-micro-operation-e991f76209e</a:t>
            </a:r>
            <a:endParaRPr lang="en-US" sz="1400" dirty="0">
              <a:solidFill>
                <a:schemeClr val="bg1"/>
              </a:solidFill>
            </a:endParaRPr>
          </a:p>
        </p:txBody>
      </p:sp>
      <p:pic>
        <p:nvPicPr>
          <p:cNvPr id="8" name="Content Placeholder 7" descr="Diagram illustrating a computer processor architecture showing components such as Memory, Decoder, Control Unit, Load Store Unit, Registers, and ALU connected by Data Bus (blue), Address Bus (green), Control Lines (red), and flows of Instructions and Micro-operations (yellow). The diagram highlights data flow and control signals between components, emphasizing how instructions are decoded and executed within the processor system.">
            <a:extLst>
              <a:ext uri="{FF2B5EF4-FFF2-40B4-BE49-F238E27FC236}">
                <a16:creationId xmlns:a16="http://schemas.microsoft.com/office/drawing/2014/main" id="{EE604E06-3BFF-0F11-9FA0-1E3E2BA42C3A}"/>
              </a:ext>
            </a:extLst>
          </p:cNvPr>
          <p:cNvPicPr>
            <a:picLocks noGrp="1" noChangeAspect="1"/>
          </p:cNvPicPr>
          <p:nvPr>
            <p:ph sz="half" idx="13"/>
          </p:nvPr>
        </p:nvPicPr>
        <p:blipFill>
          <a:blip r:embed="rId3">
            <a:extLst>
              <a:ext uri="{28A0092B-C50C-407E-A947-70E740481C1C}">
                <a14:useLocalDpi xmlns:a14="http://schemas.microsoft.com/office/drawing/2010/main" val="0"/>
              </a:ext>
            </a:extLst>
          </a:blip>
          <a:stretch>
            <a:fillRect/>
          </a:stretch>
        </p:blipFill>
        <p:spPr>
          <a:xfrm>
            <a:off x="6202363" y="1824037"/>
            <a:ext cx="5524500" cy="3683000"/>
          </a:xfrm>
          <a:prstGeom prst="rect">
            <a:avLst/>
          </a:prstGeom>
        </p:spPr>
      </p:pic>
    </p:spTree>
    <p:extLst>
      <p:ext uri="{BB962C8B-B14F-4D97-AF65-F5344CB8AC3E}">
        <p14:creationId xmlns:p14="http://schemas.microsoft.com/office/powerpoint/2010/main" val="16624733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5C29AEC-D0B7-00E6-0086-60B418F387FB}"/>
              </a:ext>
            </a:extLst>
          </p:cNvPr>
          <p:cNvSpPr>
            <a:spLocks noGrp="1"/>
          </p:cNvSpPr>
          <p:nvPr>
            <p:ph type="title"/>
          </p:nvPr>
        </p:nvSpPr>
        <p:spPr/>
        <p:txBody>
          <a:bodyPr/>
          <a:lstStyle/>
          <a:p>
            <a:r>
              <a:rPr lang="en-US" dirty="0"/>
              <a:t>Summary</a:t>
            </a:r>
          </a:p>
        </p:txBody>
      </p:sp>
      <p:sp>
        <p:nvSpPr>
          <p:cNvPr id="6" name="Content Placeholder 5">
            <a:extLst>
              <a:ext uri="{FF2B5EF4-FFF2-40B4-BE49-F238E27FC236}">
                <a16:creationId xmlns:a16="http://schemas.microsoft.com/office/drawing/2014/main" id="{4C94090A-020D-87F7-E8EE-5FBC855C75D3}"/>
              </a:ext>
            </a:extLst>
          </p:cNvPr>
          <p:cNvSpPr>
            <a:spLocks noGrp="1"/>
          </p:cNvSpPr>
          <p:nvPr>
            <p:ph sz="half" idx="1"/>
          </p:nvPr>
        </p:nvSpPr>
        <p:spPr/>
        <p:txBody>
          <a:bodyPr/>
          <a:lstStyle/>
          <a:p>
            <a:r>
              <a:rPr lang="en-US" dirty="0"/>
              <a:t>Programs execute step-by-step</a:t>
            </a:r>
          </a:p>
          <a:p>
            <a:r>
              <a:rPr lang="en-US" dirty="0"/>
              <a:t>Instruction flow diagrams visualize execution</a:t>
            </a:r>
          </a:p>
          <a:p>
            <a:r>
              <a:rPr lang="en-US" dirty="0"/>
              <a:t>Registers are essential for fast computation</a:t>
            </a:r>
          </a:p>
          <a:p>
            <a:r>
              <a:rPr lang="en-US" dirty="0"/>
              <a:t>Every instruction maps to hardware activity</a:t>
            </a:r>
          </a:p>
        </p:txBody>
      </p:sp>
    </p:spTree>
    <p:extLst>
      <p:ext uri="{BB962C8B-B14F-4D97-AF65-F5344CB8AC3E}">
        <p14:creationId xmlns:p14="http://schemas.microsoft.com/office/powerpoint/2010/main" val="26431111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9EC9F-ADF7-B6FB-2D52-7AFF8104DA7C}"/>
              </a:ext>
            </a:extLst>
          </p:cNvPr>
          <p:cNvSpPr>
            <a:spLocks noGrp="1"/>
          </p:cNvSpPr>
          <p:nvPr>
            <p:ph type="title"/>
          </p:nvPr>
        </p:nvSpPr>
        <p:spPr/>
        <p:txBody>
          <a:bodyPr/>
          <a:lstStyle/>
          <a:p>
            <a:r>
              <a:rPr lang="en-US" dirty="0"/>
              <a:t>Discussion/Questions</a:t>
            </a:r>
          </a:p>
        </p:txBody>
      </p:sp>
      <p:sp>
        <p:nvSpPr>
          <p:cNvPr id="3" name="Content Placeholder 2">
            <a:extLst>
              <a:ext uri="{FF2B5EF4-FFF2-40B4-BE49-F238E27FC236}">
                <a16:creationId xmlns:a16="http://schemas.microsoft.com/office/drawing/2014/main" id="{6F3C9FD2-0D01-440C-9449-71BC615951BF}"/>
              </a:ext>
            </a:extLst>
          </p:cNvPr>
          <p:cNvSpPr>
            <a:spLocks noGrp="1"/>
          </p:cNvSpPr>
          <p:nvPr>
            <p:ph sz="half" idx="1"/>
          </p:nvPr>
        </p:nvSpPr>
        <p:spPr/>
        <p:txBody>
          <a:bodyPr/>
          <a:lstStyle/>
          <a:p>
            <a:r>
              <a:rPr lang="en-US" dirty="0"/>
              <a:t>What happens if registers are limited?</a:t>
            </a:r>
          </a:p>
          <a:p>
            <a:r>
              <a:rPr lang="en-US" dirty="0"/>
              <a:t>How does branching affect flow?</a:t>
            </a:r>
          </a:p>
          <a:p>
            <a:r>
              <a:rPr lang="en-US" dirty="0"/>
              <a:t>Can instructions execute in parallel?</a:t>
            </a:r>
          </a:p>
        </p:txBody>
      </p:sp>
    </p:spTree>
    <p:extLst>
      <p:ext uri="{BB962C8B-B14F-4D97-AF65-F5344CB8AC3E}">
        <p14:creationId xmlns:p14="http://schemas.microsoft.com/office/powerpoint/2010/main" val="816359012"/>
      </p:ext>
    </p:extLst>
  </p:cSld>
  <p:clrMapOvr>
    <a:masterClrMapping/>
  </p:clrMapOvr>
</p:sld>
</file>

<file path=ppt/theme/theme1.xml><?xml version="1.0" encoding="utf-8"?>
<a:theme xmlns:a="http://schemas.openxmlformats.org/drawingml/2006/main" name="Office Theme">
  <a:themeElements>
    <a:clrScheme name="CSUF">
      <a:dk1>
        <a:srgbClr val="00244E"/>
      </a:dk1>
      <a:lt1>
        <a:srgbClr val="FFFFFF"/>
      </a:lt1>
      <a:dk2>
        <a:srgbClr val="222222"/>
      </a:dk2>
      <a:lt2>
        <a:srgbClr val="EBEBEB"/>
      </a:lt2>
      <a:accent1>
        <a:srgbClr val="00244E"/>
      </a:accent1>
      <a:accent2>
        <a:srgbClr val="2973B6"/>
      </a:accent2>
      <a:accent3>
        <a:srgbClr val="8ACCE4"/>
      </a:accent3>
      <a:accent4>
        <a:srgbClr val="FF7900"/>
      </a:accent4>
      <a:accent5>
        <a:srgbClr val="EDA941"/>
      </a:accent5>
      <a:accent6>
        <a:srgbClr val="F3CD47"/>
      </a:accent6>
      <a:hlink>
        <a:srgbClr val="99B3B9"/>
      </a:hlink>
      <a:folHlink>
        <a:srgbClr val="DF6436"/>
      </a:folHlink>
    </a:clrScheme>
    <a:fontScheme name="CSUF-Theme-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D5FE1AB7-F0CD-4A8B-BFA9-0AD7945DB4A0}" vid="{BBCA1856-BC87-4357-9E72-ED06542CDF0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CSUF-PPT-6-A</Template>
  <TotalTime>830</TotalTime>
  <Words>511</Words>
  <Application>Microsoft Office PowerPoint</Application>
  <PresentationFormat>Widescreen</PresentationFormat>
  <Paragraphs>126</Paragraphs>
  <Slides>16</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Wingdings</vt:lpstr>
      <vt:lpstr>Office Theme</vt:lpstr>
      <vt:lpstr>Module 3</vt:lpstr>
      <vt:lpstr>Learning Objectives</vt:lpstr>
      <vt:lpstr>What Is a Program?</vt:lpstr>
      <vt:lpstr>Basic Execution Cycle</vt:lpstr>
      <vt:lpstr>Step-by-Step Execution Example</vt:lpstr>
      <vt:lpstr>Instruction Flow Diagram</vt:lpstr>
      <vt:lpstr>What are Registers?</vt:lpstr>
      <vt:lpstr>Types of Registers General and SP</vt:lpstr>
      <vt:lpstr>Types of Registers PC</vt:lpstr>
      <vt:lpstr>Register Operations</vt:lpstr>
      <vt:lpstr>Instruction = Hardware Action</vt:lpstr>
      <vt:lpstr>Micro-Operations</vt:lpstr>
      <vt:lpstr>Control Unit Role</vt:lpstr>
      <vt:lpstr>Putting It All Together</vt:lpstr>
      <vt:lpstr>Summary</vt:lpstr>
      <vt:lpstr>Discussion/Questions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3 - Step-by-Step Execution of Simple Programs - Both</dc:title>
  <dc:creator>Faller, John (Kenneth)</dc:creator>
  <cp:lastModifiedBy>Faller, John (Kenneth)</cp:lastModifiedBy>
  <cp:revision>237</cp:revision>
  <cp:lastPrinted>2023-01-31T22:42:47Z</cp:lastPrinted>
  <dcterms:created xsi:type="dcterms:W3CDTF">2024-12-31T21:42:59Z</dcterms:created>
  <dcterms:modified xsi:type="dcterms:W3CDTF">2026-04-03T18:52:57Z</dcterms:modified>
</cp:coreProperties>
</file>