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8" r:id="rId2"/>
    <p:sldId id="273" r:id="rId3"/>
    <p:sldId id="274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1" r:id="rId16"/>
    <p:sldId id="292" r:id="rId17"/>
    <p:sldId id="293" r:id="rId18"/>
    <p:sldId id="294" r:id="rId19"/>
    <p:sldId id="295" r:id="rId20"/>
    <p:sldId id="290" r:id="rId21"/>
  </p:sldIdLst>
  <p:sldSz cx="12192000" cy="6858000"/>
  <p:notesSz cx="9220200" cy="6934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28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7F03D8-8537-49CC-86B9-011BA016481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8B5FB65-B133-42A6-AB0E-2D9DD9C27017}">
      <dgm:prSet/>
      <dgm:spPr/>
      <dgm:t>
        <a:bodyPr/>
        <a:lstStyle/>
        <a:p>
          <a:r>
            <a:rPr lang="en-US" noProof="0" dirty="0"/>
            <a:t>Identify key </a:t>
          </a:r>
          <a:r>
            <a:rPr lang="en-US" noProof="0" dirty="0" err="1"/>
            <a:t>datapath</a:t>
          </a:r>
          <a:r>
            <a:rPr lang="en-US" noProof="0" dirty="0"/>
            <a:t> components (ALU, registers, PC)</a:t>
          </a:r>
        </a:p>
      </dgm:t>
    </dgm:pt>
    <dgm:pt modelId="{6E1E6591-14D2-49DB-8809-5D5DF52D2C78}" type="parTrans" cxnId="{A650E25D-1AB6-4DF2-9640-0EFC9BF843D3}">
      <dgm:prSet/>
      <dgm:spPr/>
      <dgm:t>
        <a:bodyPr/>
        <a:lstStyle/>
        <a:p>
          <a:endParaRPr lang="en-US"/>
        </a:p>
      </dgm:t>
    </dgm:pt>
    <dgm:pt modelId="{D4860610-4756-4FC8-A162-33B526508692}" type="sibTrans" cxnId="{A650E25D-1AB6-4DF2-9640-0EFC9BF843D3}">
      <dgm:prSet/>
      <dgm:spPr/>
      <dgm:t>
        <a:bodyPr/>
        <a:lstStyle/>
        <a:p>
          <a:endParaRPr lang="en-US"/>
        </a:p>
      </dgm:t>
    </dgm:pt>
    <dgm:pt modelId="{15ED16A6-66E5-4214-A0EB-FFEF1AC3743B}">
      <dgm:prSet/>
      <dgm:spPr/>
      <dgm:t>
        <a:bodyPr/>
        <a:lstStyle/>
        <a:p>
          <a:r>
            <a:rPr lang="en-US" noProof="0" dirty="0"/>
            <a:t>Understand common instruction formats</a:t>
          </a:r>
        </a:p>
      </dgm:t>
    </dgm:pt>
    <dgm:pt modelId="{156289A4-80DD-4A48-81C0-7070EC3E49A3}" type="parTrans" cxnId="{CA89F74B-BD5D-4A8E-B434-B38DDEE1AA96}">
      <dgm:prSet/>
      <dgm:spPr/>
      <dgm:t>
        <a:bodyPr/>
        <a:lstStyle/>
        <a:p>
          <a:endParaRPr lang="en-US"/>
        </a:p>
      </dgm:t>
    </dgm:pt>
    <dgm:pt modelId="{35B7173E-D141-4BB4-8D12-E3E53789A073}" type="sibTrans" cxnId="{CA89F74B-BD5D-4A8E-B434-B38DDEE1AA96}">
      <dgm:prSet/>
      <dgm:spPr/>
      <dgm:t>
        <a:bodyPr/>
        <a:lstStyle/>
        <a:p>
          <a:endParaRPr lang="en-US"/>
        </a:p>
      </dgm:t>
    </dgm:pt>
    <dgm:pt modelId="{CC4A095E-89F6-496B-98E2-F59ECA4D8F63}">
      <dgm:prSet/>
      <dgm:spPr/>
      <dgm:t>
        <a:bodyPr/>
        <a:lstStyle/>
        <a:p>
          <a:r>
            <a:rPr lang="en-US" noProof="0" dirty="0"/>
            <a:t>Explain how components integrate into a processor</a:t>
          </a:r>
        </a:p>
      </dgm:t>
    </dgm:pt>
    <dgm:pt modelId="{B5C1852E-0A6A-4AC1-8340-644065393F6E}" type="parTrans" cxnId="{55C1420E-4AEF-42A2-BFAB-CA224F754917}">
      <dgm:prSet/>
      <dgm:spPr/>
      <dgm:t>
        <a:bodyPr/>
        <a:lstStyle/>
        <a:p>
          <a:endParaRPr lang="en-US"/>
        </a:p>
      </dgm:t>
    </dgm:pt>
    <dgm:pt modelId="{E16B1B57-62C3-4EB0-8773-21008B865520}" type="sibTrans" cxnId="{55C1420E-4AEF-42A2-BFAB-CA224F754917}">
      <dgm:prSet/>
      <dgm:spPr/>
      <dgm:t>
        <a:bodyPr/>
        <a:lstStyle/>
        <a:p>
          <a:endParaRPr lang="en-US"/>
        </a:p>
      </dgm:t>
    </dgm:pt>
    <dgm:pt modelId="{C63E3413-0401-477E-B47F-6D685E69B6D5}" type="pres">
      <dgm:prSet presAssocID="{A27F03D8-8537-49CC-86B9-011BA0164810}" presName="root" presStyleCnt="0">
        <dgm:presLayoutVars>
          <dgm:dir/>
          <dgm:resizeHandles val="exact"/>
        </dgm:presLayoutVars>
      </dgm:prSet>
      <dgm:spPr/>
    </dgm:pt>
    <dgm:pt modelId="{F802850B-C6B6-4BBF-A636-BF95DFE1583C}" type="pres">
      <dgm:prSet presAssocID="{88B5FB65-B133-42A6-AB0E-2D9DD9C27017}" presName="compNode" presStyleCnt="0"/>
      <dgm:spPr/>
    </dgm:pt>
    <dgm:pt modelId="{BFDE6CC4-3972-47DC-8353-26E1EDB00BDA}" type="pres">
      <dgm:prSet presAssocID="{88B5FB65-B133-42A6-AB0E-2D9DD9C27017}" presName="bgRect" presStyleLbl="bgShp" presStyleIdx="0" presStyleCnt="3"/>
      <dgm:spPr/>
    </dgm:pt>
    <dgm:pt modelId="{6F7B18EA-C278-4DB1-8D06-A5E3A4197B14}" type="pres">
      <dgm:prSet presAssocID="{88B5FB65-B133-42A6-AB0E-2D9DD9C270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BA49545-A808-4827-8A9C-63185BC6E2F9}" type="pres">
      <dgm:prSet presAssocID="{88B5FB65-B133-42A6-AB0E-2D9DD9C27017}" presName="spaceRect" presStyleCnt="0"/>
      <dgm:spPr/>
    </dgm:pt>
    <dgm:pt modelId="{6AED2701-288F-4314-88F6-528E3B6F4246}" type="pres">
      <dgm:prSet presAssocID="{88B5FB65-B133-42A6-AB0E-2D9DD9C27017}" presName="parTx" presStyleLbl="revTx" presStyleIdx="0" presStyleCnt="3">
        <dgm:presLayoutVars>
          <dgm:chMax val="0"/>
          <dgm:chPref val="0"/>
        </dgm:presLayoutVars>
      </dgm:prSet>
      <dgm:spPr/>
    </dgm:pt>
    <dgm:pt modelId="{BB9B6F9B-0654-421E-B382-95AD37CDBE4E}" type="pres">
      <dgm:prSet presAssocID="{D4860610-4756-4FC8-A162-33B526508692}" presName="sibTrans" presStyleCnt="0"/>
      <dgm:spPr/>
    </dgm:pt>
    <dgm:pt modelId="{CC867BA5-7127-4FC8-9556-2A910A5F9185}" type="pres">
      <dgm:prSet presAssocID="{15ED16A6-66E5-4214-A0EB-FFEF1AC3743B}" presName="compNode" presStyleCnt="0"/>
      <dgm:spPr/>
    </dgm:pt>
    <dgm:pt modelId="{B1430FFB-C262-49A2-8814-40C3BD78AE4D}" type="pres">
      <dgm:prSet presAssocID="{15ED16A6-66E5-4214-A0EB-FFEF1AC3743B}" presName="bgRect" presStyleLbl="bgShp" presStyleIdx="1" presStyleCnt="3"/>
      <dgm:spPr/>
    </dgm:pt>
    <dgm:pt modelId="{8E04A251-C1DD-44E8-8E96-618BA2466A42}" type="pres">
      <dgm:prSet presAssocID="{15ED16A6-66E5-4214-A0EB-FFEF1AC3743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A147F6FD-BA1D-49B2-A60C-D01AEF816F24}" type="pres">
      <dgm:prSet presAssocID="{15ED16A6-66E5-4214-A0EB-FFEF1AC3743B}" presName="spaceRect" presStyleCnt="0"/>
      <dgm:spPr/>
    </dgm:pt>
    <dgm:pt modelId="{C4E5475B-0704-4C38-ADFE-DFF7FABD8B9F}" type="pres">
      <dgm:prSet presAssocID="{15ED16A6-66E5-4214-A0EB-FFEF1AC3743B}" presName="parTx" presStyleLbl="revTx" presStyleIdx="1" presStyleCnt="3">
        <dgm:presLayoutVars>
          <dgm:chMax val="0"/>
          <dgm:chPref val="0"/>
        </dgm:presLayoutVars>
      </dgm:prSet>
      <dgm:spPr/>
    </dgm:pt>
    <dgm:pt modelId="{F9FB68B0-5C8C-46CE-B1AD-C825776536D3}" type="pres">
      <dgm:prSet presAssocID="{35B7173E-D141-4BB4-8D12-E3E53789A073}" presName="sibTrans" presStyleCnt="0"/>
      <dgm:spPr/>
    </dgm:pt>
    <dgm:pt modelId="{572564F9-77BC-40F3-8776-995554714378}" type="pres">
      <dgm:prSet presAssocID="{CC4A095E-89F6-496B-98E2-F59ECA4D8F63}" presName="compNode" presStyleCnt="0"/>
      <dgm:spPr/>
    </dgm:pt>
    <dgm:pt modelId="{CB27B456-4E3B-4383-9B99-542BA6A8D73A}" type="pres">
      <dgm:prSet presAssocID="{CC4A095E-89F6-496B-98E2-F59ECA4D8F63}" presName="bgRect" presStyleLbl="bgShp" presStyleIdx="2" presStyleCnt="3"/>
      <dgm:spPr/>
    </dgm:pt>
    <dgm:pt modelId="{546B180E-53ED-4F2D-941E-2BE88B68FE7C}" type="pres">
      <dgm:prSet presAssocID="{CC4A095E-89F6-496B-98E2-F59ECA4D8F6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E1D42E9-5D26-43E8-A34C-2C679E9BD39B}" type="pres">
      <dgm:prSet presAssocID="{CC4A095E-89F6-496B-98E2-F59ECA4D8F63}" presName="spaceRect" presStyleCnt="0"/>
      <dgm:spPr/>
    </dgm:pt>
    <dgm:pt modelId="{7BC130CE-9BB4-4FCA-B1A4-15ED1F89ACF6}" type="pres">
      <dgm:prSet presAssocID="{CC4A095E-89F6-496B-98E2-F59ECA4D8F6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437C60B-EBFC-4584-BCE0-2917D8284505}" type="presOf" srcId="{15ED16A6-66E5-4214-A0EB-FFEF1AC3743B}" destId="{C4E5475B-0704-4C38-ADFE-DFF7FABD8B9F}" srcOrd="0" destOrd="0" presId="urn:microsoft.com/office/officeart/2018/2/layout/IconVerticalSolidList"/>
    <dgm:cxn modelId="{55C1420E-4AEF-42A2-BFAB-CA224F754917}" srcId="{A27F03D8-8537-49CC-86B9-011BA0164810}" destId="{CC4A095E-89F6-496B-98E2-F59ECA4D8F63}" srcOrd="2" destOrd="0" parTransId="{B5C1852E-0A6A-4AC1-8340-644065393F6E}" sibTransId="{E16B1B57-62C3-4EB0-8773-21008B865520}"/>
    <dgm:cxn modelId="{0D0CB80F-B8EB-47F0-8551-F512BD8D8BDC}" type="presOf" srcId="{88B5FB65-B133-42A6-AB0E-2D9DD9C27017}" destId="{6AED2701-288F-4314-88F6-528E3B6F4246}" srcOrd="0" destOrd="0" presId="urn:microsoft.com/office/officeart/2018/2/layout/IconVerticalSolidList"/>
    <dgm:cxn modelId="{A650E25D-1AB6-4DF2-9640-0EFC9BF843D3}" srcId="{A27F03D8-8537-49CC-86B9-011BA0164810}" destId="{88B5FB65-B133-42A6-AB0E-2D9DD9C27017}" srcOrd="0" destOrd="0" parTransId="{6E1E6591-14D2-49DB-8809-5D5DF52D2C78}" sibTransId="{D4860610-4756-4FC8-A162-33B526508692}"/>
    <dgm:cxn modelId="{E2C17963-FA33-48BD-9197-CA48B61A16B0}" type="presOf" srcId="{CC4A095E-89F6-496B-98E2-F59ECA4D8F63}" destId="{7BC130CE-9BB4-4FCA-B1A4-15ED1F89ACF6}" srcOrd="0" destOrd="0" presId="urn:microsoft.com/office/officeart/2018/2/layout/IconVerticalSolidList"/>
    <dgm:cxn modelId="{CA89F74B-BD5D-4A8E-B434-B38DDEE1AA96}" srcId="{A27F03D8-8537-49CC-86B9-011BA0164810}" destId="{15ED16A6-66E5-4214-A0EB-FFEF1AC3743B}" srcOrd="1" destOrd="0" parTransId="{156289A4-80DD-4A48-81C0-7070EC3E49A3}" sibTransId="{35B7173E-D141-4BB4-8D12-E3E53789A073}"/>
    <dgm:cxn modelId="{BDB9484D-DA9D-4F59-B25F-71FCE69A68D5}" type="presOf" srcId="{A27F03D8-8537-49CC-86B9-011BA0164810}" destId="{C63E3413-0401-477E-B47F-6D685E69B6D5}" srcOrd="0" destOrd="0" presId="urn:microsoft.com/office/officeart/2018/2/layout/IconVerticalSolidList"/>
    <dgm:cxn modelId="{9E0DBCC6-FAB2-4CC1-8800-E056B0305F5D}" type="presParOf" srcId="{C63E3413-0401-477E-B47F-6D685E69B6D5}" destId="{F802850B-C6B6-4BBF-A636-BF95DFE1583C}" srcOrd="0" destOrd="0" presId="urn:microsoft.com/office/officeart/2018/2/layout/IconVerticalSolidList"/>
    <dgm:cxn modelId="{3DC4C144-0111-434A-9111-79CE0B83F184}" type="presParOf" srcId="{F802850B-C6B6-4BBF-A636-BF95DFE1583C}" destId="{BFDE6CC4-3972-47DC-8353-26E1EDB00BDA}" srcOrd="0" destOrd="0" presId="urn:microsoft.com/office/officeart/2018/2/layout/IconVerticalSolidList"/>
    <dgm:cxn modelId="{A4E98BB5-7F75-46C5-9559-DA19A3D90E40}" type="presParOf" srcId="{F802850B-C6B6-4BBF-A636-BF95DFE1583C}" destId="{6F7B18EA-C278-4DB1-8D06-A5E3A4197B14}" srcOrd="1" destOrd="0" presId="urn:microsoft.com/office/officeart/2018/2/layout/IconVerticalSolidList"/>
    <dgm:cxn modelId="{1A2FF390-150A-4DBB-94A5-0FDE17EBC36F}" type="presParOf" srcId="{F802850B-C6B6-4BBF-A636-BF95DFE1583C}" destId="{2BA49545-A808-4827-8A9C-63185BC6E2F9}" srcOrd="2" destOrd="0" presId="urn:microsoft.com/office/officeart/2018/2/layout/IconVerticalSolidList"/>
    <dgm:cxn modelId="{C84BF82F-FE4D-4AA2-8939-D313FF8CD67A}" type="presParOf" srcId="{F802850B-C6B6-4BBF-A636-BF95DFE1583C}" destId="{6AED2701-288F-4314-88F6-528E3B6F4246}" srcOrd="3" destOrd="0" presId="urn:microsoft.com/office/officeart/2018/2/layout/IconVerticalSolidList"/>
    <dgm:cxn modelId="{04312784-F1EF-4ED6-8CD0-434FDE63580D}" type="presParOf" srcId="{C63E3413-0401-477E-B47F-6D685E69B6D5}" destId="{BB9B6F9B-0654-421E-B382-95AD37CDBE4E}" srcOrd="1" destOrd="0" presId="urn:microsoft.com/office/officeart/2018/2/layout/IconVerticalSolidList"/>
    <dgm:cxn modelId="{EBD4C8AE-991F-4FD2-9888-EE87FC1DFB16}" type="presParOf" srcId="{C63E3413-0401-477E-B47F-6D685E69B6D5}" destId="{CC867BA5-7127-4FC8-9556-2A910A5F9185}" srcOrd="2" destOrd="0" presId="urn:microsoft.com/office/officeart/2018/2/layout/IconVerticalSolidList"/>
    <dgm:cxn modelId="{B376A1F3-0F66-4821-B0DA-563CE3FDFC14}" type="presParOf" srcId="{CC867BA5-7127-4FC8-9556-2A910A5F9185}" destId="{B1430FFB-C262-49A2-8814-40C3BD78AE4D}" srcOrd="0" destOrd="0" presId="urn:microsoft.com/office/officeart/2018/2/layout/IconVerticalSolidList"/>
    <dgm:cxn modelId="{E7788E68-024F-4FA9-A59A-20940E32122E}" type="presParOf" srcId="{CC867BA5-7127-4FC8-9556-2A910A5F9185}" destId="{8E04A251-C1DD-44E8-8E96-618BA2466A42}" srcOrd="1" destOrd="0" presId="urn:microsoft.com/office/officeart/2018/2/layout/IconVerticalSolidList"/>
    <dgm:cxn modelId="{EF089DEC-0C4E-4C33-8C7C-EC21F56F79E0}" type="presParOf" srcId="{CC867BA5-7127-4FC8-9556-2A910A5F9185}" destId="{A147F6FD-BA1D-49B2-A60C-D01AEF816F24}" srcOrd="2" destOrd="0" presId="urn:microsoft.com/office/officeart/2018/2/layout/IconVerticalSolidList"/>
    <dgm:cxn modelId="{89F748ED-3AF5-4A06-A945-8BE1ED7D045B}" type="presParOf" srcId="{CC867BA5-7127-4FC8-9556-2A910A5F9185}" destId="{C4E5475B-0704-4C38-ADFE-DFF7FABD8B9F}" srcOrd="3" destOrd="0" presId="urn:microsoft.com/office/officeart/2018/2/layout/IconVerticalSolidList"/>
    <dgm:cxn modelId="{467B78A9-B8B7-4217-9549-7615F1DFAC11}" type="presParOf" srcId="{C63E3413-0401-477E-B47F-6D685E69B6D5}" destId="{F9FB68B0-5C8C-46CE-B1AD-C825776536D3}" srcOrd="3" destOrd="0" presId="urn:microsoft.com/office/officeart/2018/2/layout/IconVerticalSolidList"/>
    <dgm:cxn modelId="{8445D753-60F8-4AF1-9CA7-E5C52AFB627E}" type="presParOf" srcId="{C63E3413-0401-477E-B47F-6D685E69B6D5}" destId="{572564F9-77BC-40F3-8776-995554714378}" srcOrd="4" destOrd="0" presId="urn:microsoft.com/office/officeart/2018/2/layout/IconVerticalSolidList"/>
    <dgm:cxn modelId="{8E57CF8D-8FEB-41CE-95D4-E91A7D399717}" type="presParOf" srcId="{572564F9-77BC-40F3-8776-995554714378}" destId="{CB27B456-4E3B-4383-9B99-542BA6A8D73A}" srcOrd="0" destOrd="0" presId="urn:microsoft.com/office/officeart/2018/2/layout/IconVerticalSolidList"/>
    <dgm:cxn modelId="{5BF2E1C4-7D09-46DC-8A3C-CFD8D568218C}" type="presParOf" srcId="{572564F9-77BC-40F3-8776-995554714378}" destId="{546B180E-53ED-4F2D-941E-2BE88B68FE7C}" srcOrd="1" destOrd="0" presId="urn:microsoft.com/office/officeart/2018/2/layout/IconVerticalSolidList"/>
    <dgm:cxn modelId="{323A9DE0-018A-42CB-88AE-55B8B0F590A7}" type="presParOf" srcId="{572564F9-77BC-40F3-8776-995554714378}" destId="{9E1D42E9-5D26-43E8-A34C-2C679E9BD39B}" srcOrd="2" destOrd="0" presId="urn:microsoft.com/office/officeart/2018/2/layout/IconVerticalSolidList"/>
    <dgm:cxn modelId="{39E9FC8E-18E7-44C2-BED3-583E40577D02}" type="presParOf" srcId="{572564F9-77BC-40F3-8776-995554714378}" destId="{7BC130CE-9BB4-4FCA-B1A4-15ED1F89ACF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E9D752-6A29-486B-9495-34B89E4790F3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1440D7-CBAE-4154-9213-7083CDDF4DE0}">
      <dgm:prSet phldrT="[Text]" phldr="0"/>
      <dgm:spPr/>
      <dgm:t>
        <a:bodyPr/>
        <a:lstStyle/>
        <a:p>
          <a:r>
            <a:rPr lang="en-US" dirty="0"/>
            <a:t>Register File</a:t>
          </a:r>
        </a:p>
        <a:p>
          <a:r>
            <a:rPr lang="en-US" dirty="0"/>
            <a:t>(R1, R2, R3)</a:t>
          </a:r>
        </a:p>
      </dgm:t>
    </dgm:pt>
    <dgm:pt modelId="{96B1DD16-8F78-42CB-9604-12C7AA450C2E}" type="parTrans" cxnId="{1BC85099-A252-49A7-A741-9C400379C598}">
      <dgm:prSet/>
      <dgm:spPr/>
      <dgm:t>
        <a:bodyPr/>
        <a:lstStyle/>
        <a:p>
          <a:endParaRPr lang="en-US"/>
        </a:p>
      </dgm:t>
    </dgm:pt>
    <dgm:pt modelId="{CF6AB2C3-56AD-45DE-8C18-66276455CFAB}" type="sibTrans" cxnId="{1BC85099-A252-49A7-A741-9C400379C598}">
      <dgm:prSet/>
      <dgm:spPr/>
      <dgm:t>
        <a:bodyPr/>
        <a:lstStyle/>
        <a:p>
          <a:endParaRPr lang="en-US"/>
        </a:p>
      </dgm:t>
    </dgm:pt>
    <dgm:pt modelId="{F8E4CCA7-D416-4893-8B72-C489DAE4B171}">
      <dgm:prSet phldrT="[Text]" phldr="0"/>
      <dgm:spPr/>
      <dgm:t>
        <a:bodyPr/>
        <a:lstStyle/>
        <a:p>
          <a:r>
            <a:rPr lang="en-US" dirty="0"/>
            <a:t>ALU</a:t>
          </a:r>
        </a:p>
      </dgm:t>
    </dgm:pt>
    <dgm:pt modelId="{5F78B61E-E667-4836-A0CD-187A7AF5DC9D}" type="parTrans" cxnId="{7888381C-CC9D-41E7-A112-E8AE3FAF1FFC}">
      <dgm:prSet/>
      <dgm:spPr/>
      <dgm:t>
        <a:bodyPr/>
        <a:lstStyle/>
        <a:p>
          <a:endParaRPr lang="en-US"/>
        </a:p>
      </dgm:t>
    </dgm:pt>
    <dgm:pt modelId="{6084E648-80D5-4A93-BAAE-C339C1944129}" type="sibTrans" cxnId="{7888381C-CC9D-41E7-A112-E8AE3FAF1FFC}">
      <dgm:prSet/>
      <dgm:spPr/>
      <dgm:t>
        <a:bodyPr/>
        <a:lstStyle/>
        <a:p>
          <a:endParaRPr lang="en-US"/>
        </a:p>
      </dgm:t>
    </dgm:pt>
    <dgm:pt modelId="{D0DC0523-DD94-459D-89A2-4F6DA8A336DC}">
      <dgm:prSet phldrT="[Text]"/>
      <dgm:spPr/>
      <dgm:t>
        <a:bodyPr/>
        <a:lstStyle/>
        <a:p>
          <a:r>
            <a:rPr lang="en-US" dirty="0"/>
            <a:t>Register File</a:t>
          </a:r>
        </a:p>
      </dgm:t>
    </dgm:pt>
    <dgm:pt modelId="{460A2C2D-C716-45AF-B958-0F62765AADD8}" type="parTrans" cxnId="{F3B74472-20B3-425B-9AF3-9290F0065488}">
      <dgm:prSet/>
      <dgm:spPr/>
      <dgm:t>
        <a:bodyPr/>
        <a:lstStyle/>
        <a:p>
          <a:endParaRPr lang="en-US"/>
        </a:p>
      </dgm:t>
    </dgm:pt>
    <dgm:pt modelId="{B499ADE9-D34F-416C-947E-209CC18D0C35}" type="sibTrans" cxnId="{F3B74472-20B3-425B-9AF3-9290F0065488}">
      <dgm:prSet/>
      <dgm:spPr/>
      <dgm:t>
        <a:bodyPr/>
        <a:lstStyle/>
        <a:p>
          <a:endParaRPr lang="en-US"/>
        </a:p>
      </dgm:t>
    </dgm:pt>
    <dgm:pt modelId="{20773F55-A57E-436B-AE1A-1719C6E97C20}" type="pres">
      <dgm:prSet presAssocID="{43E9D752-6A29-486B-9495-34B89E4790F3}" presName="linearFlow" presStyleCnt="0">
        <dgm:presLayoutVars>
          <dgm:resizeHandles val="exact"/>
        </dgm:presLayoutVars>
      </dgm:prSet>
      <dgm:spPr/>
    </dgm:pt>
    <dgm:pt modelId="{0797F6B2-044E-4D2F-92AC-2BC2D85985FD}" type="pres">
      <dgm:prSet presAssocID="{F61440D7-CBAE-4154-9213-7083CDDF4DE0}" presName="node" presStyleLbl="node1" presStyleIdx="0" presStyleCnt="3">
        <dgm:presLayoutVars>
          <dgm:bulletEnabled val="1"/>
        </dgm:presLayoutVars>
      </dgm:prSet>
      <dgm:spPr/>
    </dgm:pt>
    <dgm:pt modelId="{BF8C2419-5A87-40C7-8C3B-EBCFF264A7E4}" type="pres">
      <dgm:prSet presAssocID="{CF6AB2C3-56AD-45DE-8C18-66276455CFAB}" presName="sibTrans" presStyleLbl="sibTrans2D1" presStyleIdx="0" presStyleCnt="2"/>
      <dgm:spPr/>
    </dgm:pt>
    <dgm:pt modelId="{A58907B2-61B6-4DB6-8C18-3A840D4C2564}" type="pres">
      <dgm:prSet presAssocID="{CF6AB2C3-56AD-45DE-8C18-66276455CFAB}" presName="connectorText" presStyleLbl="sibTrans2D1" presStyleIdx="0" presStyleCnt="2"/>
      <dgm:spPr/>
    </dgm:pt>
    <dgm:pt modelId="{6A990A10-2314-4867-B647-A9F0F0359FDC}" type="pres">
      <dgm:prSet presAssocID="{F8E4CCA7-D416-4893-8B72-C489DAE4B171}" presName="node" presStyleLbl="node1" presStyleIdx="1" presStyleCnt="3">
        <dgm:presLayoutVars>
          <dgm:bulletEnabled val="1"/>
        </dgm:presLayoutVars>
      </dgm:prSet>
      <dgm:spPr/>
    </dgm:pt>
    <dgm:pt modelId="{1EE5872F-CF40-4085-B17A-FF28589F15CA}" type="pres">
      <dgm:prSet presAssocID="{6084E648-80D5-4A93-BAAE-C339C1944129}" presName="sibTrans" presStyleLbl="sibTrans2D1" presStyleIdx="1" presStyleCnt="2"/>
      <dgm:spPr/>
    </dgm:pt>
    <dgm:pt modelId="{222DA94D-E5B9-4FCB-B93F-1725525F2B58}" type="pres">
      <dgm:prSet presAssocID="{6084E648-80D5-4A93-BAAE-C339C1944129}" presName="connectorText" presStyleLbl="sibTrans2D1" presStyleIdx="1" presStyleCnt="2"/>
      <dgm:spPr/>
    </dgm:pt>
    <dgm:pt modelId="{6203E67D-9857-42F6-8CFD-E9B0836781EC}" type="pres">
      <dgm:prSet presAssocID="{D0DC0523-DD94-459D-89A2-4F6DA8A336DC}" presName="node" presStyleLbl="node1" presStyleIdx="2" presStyleCnt="3">
        <dgm:presLayoutVars>
          <dgm:bulletEnabled val="1"/>
        </dgm:presLayoutVars>
      </dgm:prSet>
      <dgm:spPr/>
    </dgm:pt>
  </dgm:ptLst>
  <dgm:cxnLst>
    <dgm:cxn modelId="{14FB4300-5647-46BB-BEAC-E27FADC6811B}" type="presOf" srcId="{F8E4CCA7-D416-4893-8B72-C489DAE4B171}" destId="{6A990A10-2314-4867-B647-A9F0F0359FDC}" srcOrd="0" destOrd="0" presId="urn:microsoft.com/office/officeart/2005/8/layout/process2"/>
    <dgm:cxn modelId="{7888381C-CC9D-41E7-A112-E8AE3FAF1FFC}" srcId="{43E9D752-6A29-486B-9495-34B89E4790F3}" destId="{F8E4CCA7-D416-4893-8B72-C489DAE4B171}" srcOrd="1" destOrd="0" parTransId="{5F78B61E-E667-4836-A0CD-187A7AF5DC9D}" sibTransId="{6084E648-80D5-4A93-BAAE-C339C1944129}"/>
    <dgm:cxn modelId="{E1431140-46F9-47EB-9AD2-09A0111DE3C9}" type="presOf" srcId="{43E9D752-6A29-486B-9495-34B89E4790F3}" destId="{20773F55-A57E-436B-AE1A-1719C6E97C20}" srcOrd="0" destOrd="0" presId="urn:microsoft.com/office/officeart/2005/8/layout/process2"/>
    <dgm:cxn modelId="{F3B74472-20B3-425B-9AF3-9290F0065488}" srcId="{43E9D752-6A29-486B-9495-34B89E4790F3}" destId="{D0DC0523-DD94-459D-89A2-4F6DA8A336DC}" srcOrd="2" destOrd="0" parTransId="{460A2C2D-C716-45AF-B958-0F62765AADD8}" sibTransId="{B499ADE9-D34F-416C-947E-209CC18D0C35}"/>
    <dgm:cxn modelId="{E5AB4376-2061-4A1C-8E05-14840402273B}" type="presOf" srcId="{CF6AB2C3-56AD-45DE-8C18-66276455CFAB}" destId="{BF8C2419-5A87-40C7-8C3B-EBCFF264A7E4}" srcOrd="0" destOrd="0" presId="urn:microsoft.com/office/officeart/2005/8/layout/process2"/>
    <dgm:cxn modelId="{0130878C-8864-4852-B241-CC961379FBFB}" type="presOf" srcId="{D0DC0523-DD94-459D-89A2-4F6DA8A336DC}" destId="{6203E67D-9857-42F6-8CFD-E9B0836781EC}" srcOrd="0" destOrd="0" presId="urn:microsoft.com/office/officeart/2005/8/layout/process2"/>
    <dgm:cxn modelId="{1BC85099-A252-49A7-A741-9C400379C598}" srcId="{43E9D752-6A29-486B-9495-34B89E4790F3}" destId="{F61440D7-CBAE-4154-9213-7083CDDF4DE0}" srcOrd="0" destOrd="0" parTransId="{96B1DD16-8F78-42CB-9604-12C7AA450C2E}" sibTransId="{CF6AB2C3-56AD-45DE-8C18-66276455CFAB}"/>
    <dgm:cxn modelId="{298FA2A2-D36A-4731-AD5A-01E6A36A5526}" type="presOf" srcId="{CF6AB2C3-56AD-45DE-8C18-66276455CFAB}" destId="{A58907B2-61B6-4DB6-8C18-3A840D4C2564}" srcOrd="1" destOrd="0" presId="urn:microsoft.com/office/officeart/2005/8/layout/process2"/>
    <dgm:cxn modelId="{899F70AE-4A5E-43BB-B07A-3913EC68BE52}" type="presOf" srcId="{F61440D7-CBAE-4154-9213-7083CDDF4DE0}" destId="{0797F6B2-044E-4D2F-92AC-2BC2D85985FD}" srcOrd="0" destOrd="0" presId="urn:microsoft.com/office/officeart/2005/8/layout/process2"/>
    <dgm:cxn modelId="{C15CC9C7-5103-4564-A1B5-7901C4319A47}" type="presOf" srcId="{6084E648-80D5-4A93-BAAE-C339C1944129}" destId="{222DA94D-E5B9-4FCB-B93F-1725525F2B58}" srcOrd="1" destOrd="0" presId="urn:microsoft.com/office/officeart/2005/8/layout/process2"/>
    <dgm:cxn modelId="{424506EF-C04A-453D-9390-155F25BE4208}" type="presOf" srcId="{6084E648-80D5-4A93-BAAE-C339C1944129}" destId="{1EE5872F-CF40-4085-B17A-FF28589F15CA}" srcOrd="0" destOrd="0" presId="urn:microsoft.com/office/officeart/2005/8/layout/process2"/>
    <dgm:cxn modelId="{67168811-446F-4939-9378-F86E129F648E}" type="presParOf" srcId="{20773F55-A57E-436B-AE1A-1719C6E97C20}" destId="{0797F6B2-044E-4D2F-92AC-2BC2D85985FD}" srcOrd="0" destOrd="0" presId="urn:microsoft.com/office/officeart/2005/8/layout/process2"/>
    <dgm:cxn modelId="{ED772410-EC8B-413F-8D1D-176262D8CBD6}" type="presParOf" srcId="{20773F55-A57E-436B-AE1A-1719C6E97C20}" destId="{BF8C2419-5A87-40C7-8C3B-EBCFF264A7E4}" srcOrd="1" destOrd="0" presId="urn:microsoft.com/office/officeart/2005/8/layout/process2"/>
    <dgm:cxn modelId="{CFD04D31-58A3-4C32-842D-0A2BADF9AB64}" type="presParOf" srcId="{BF8C2419-5A87-40C7-8C3B-EBCFF264A7E4}" destId="{A58907B2-61B6-4DB6-8C18-3A840D4C2564}" srcOrd="0" destOrd="0" presId="urn:microsoft.com/office/officeart/2005/8/layout/process2"/>
    <dgm:cxn modelId="{D626792A-5F26-4446-937F-8980A0F1F5BF}" type="presParOf" srcId="{20773F55-A57E-436B-AE1A-1719C6E97C20}" destId="{6A990A10-2314-4867-B647-A9F0F0359FDC}" srcOrd="2" destOrd="0" presId="urn:microsoft.com/office/officeart/2005/8/layout/process2"/>
    <dgm:cxn modelId="{07195A3C-2682-4269-8754-6DDEED0E9896}" type="presParOf" srcId="{20773F55-A57E-436B-AE1A-1719C6E97C20}" destId="{1EE5872F-CF40-4085-B17A-FF28589F15CA}" srcOrd="3" destOrd="0" presId="urn:microsoft.com/office/officeart/2005/8/layout/process2"/>
    <dgm:cxn modelId="{AF5D5FBB-8171-45B1-849D-342B32708E0F}" type="presParOf" srcId="{1EE5872F-CF40-4085-B17A-FF28589F15CA}" destId="{222DA94D-E5B9-4FCB-B93F-1725525F2B58}" srcOrd="0" destOrd="0" presId="urn:microsoft.com/office/officeart/2005/8/layout/process2"/>
    <dgm:cxn modelId="{AD056DBA-E5AB-4B6F-A59D-4A4883B4067E}" type="presParOf" srcId="{20773F55-A57E-436B-AE1A-1719C6E97C20}" destId="{6203E67D-9857-42F6-8CFD-E9B0836781EC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E9D752-6A29-486B-9495-34B89E4790F3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1440D7-CBAE-4154-9213-7083CDDF4DE0}">
      <dgm:prSet phldrT="[Text]" phldr="0"/>
      <dgm:spPr/>
      <dgm:t>
        <a:bodyPr/>
        <a:lstStyle/>
        <a:p>
          <a:r>
            <a:rPr lang="en-US" dirty="0"/>
            <a:t>Register File</a:t>
          </a:r>
        </a:p>
        <a:p>
          <a:r>
            <a:rPr lang="en-US" dirty="0"/>
            <a:t>(R1, R2, R3)</a:t>
          </a:r>
        </a:p>
      </dgm:t>
    </dgm:pt>
    <dgm:pt modelId="{96B1DD16-8F78-42CB-9604-12C7AA450C2E}" type="parTrans" cxnId="{1BC85099-A252-49A7-A741-9C400379C598}">
      <dgm:prSet/>
      <dgm:spPr/>
      <dgm:t>
        <a:bodyPr/>
        <a:lstStyle/>
        <a:p>
          <a:endParaRPr lang="en-US"/>
        </a:p>
      </dgm:t>
    </dgm:pt>
    <dgm:pt modelId="{CF6AB2C3-56AD-45DE-8C18-66276455CFAB}" type="sibTrans" cxnId="{1BC85099-A252-49A7-A741-9C400379C598}">
      <dgm:prSet/>
      <dgm:spPr/>
      <dgm:t>
        <a:bodyPr/>
        <a:lstStyle/>
        <a:p>
          <a:endParaRPr lang="en-US"/>
        </a:p>
      </dgm:t>
    </dgm:pt>
    <dgm:pt modelId="{F8E4CCA7-D416-4893-8B72-C489DAE4B171}">
      <dgm:prSet phldrT="[Text]" phldr="0"/>
      <dgm:spPr/>
      <dgm:t>
        <a:bodyPr/>
        <a:lstStyle/>
        <a:p>
          <a:r>
            <a:rPr lang="en-US" dirty="0"/>
            <a:t>ALU</a:t>
          </a:r>
        </a:p>
      </dgm:t>
    </dgm:pt>
    <dgm:pt modelId="{5F78B61E-E667-4836-A0CD-187A7AF5DC9D}" type="parTrans" cxnId="{7888381C-CC9D-41E7-A112-E8AE3FAF1FFC}">
      <dgm:prSet/>
      <dgm:spPr/>
      <dgm:t>
        <a:bodyPr/>
        <a:lstStyle/>
        <a:p>
          <a:endParaRPr lang="en-US"/>
        </a:p>
      </dgm:t>
    </dgm:pt>
    <dgm:pt modelId="{6084E648-80D5-4A93-BAAE-C339C1944129}" type="sibTrans" cxnId="{7888381C-CC9D-41E7-A112-E8AE3FAF1FFC}">
      <dgm:prSet/>
      <dgm:spPr/>
      <dgm:t>
        <a:bodyPr/>
        <a:lstStyle/>
        <a:p>
          <a:endParaRPr lang="en-US"/>
        </a:p>
      </dgm:t>
    </dgm:pt>
    <dgm:pt modelId="{D0DC0523-DD94-459D-89A2-4F6DA8A336DC}">
      <dgm:prSet phldrT="[Text]"/>
      <dgm:spPr/>
      <dgm:t>
        <a:bodyPr/>
        <a:lstStyle/>
        <a:p>
          <a:r>
            <a:rPr lang="en-US" dirty="0"/>
            <a:t>Register File</a:t>
          </a:r>
        </a:p>
      </dgm:t>
    </dgm:pt>
    <dgm:pt modelId="{460A2C2D-C716-45AF-B958-0F62765AADD8}" type="parTrans" cxnId="{F3B74472-20B3-425B-9AF3-9290F0065488}">
      <dgm:prSet/>
      <dgm:spPr/>
      <dgm:t>
        <a:bodyPr/>
        <a:lstStyle/>
        <a:p>
          <a:endParaRPr lang="en-US"/>
        </a:p>
      </dgm:t>
    </dgm:pt>
    <dgm:pt modelId="{B499ADE9-D34F-416C-947E-209CC18D0C35}" type="sibTrans" cxnId="{F3B74472-20B3-425B-9AF3-9290F0065488}">
      <dgm:prSet/>
      <dgm:spPr/>
      <dgm:t>
        <a:bodyPr/>
        <a:lstStyle/>
        <a:p>
          <a:endParaRPr lang="en-US"/>
        </a:p>
      </dgm:t>
    </dgm:pt>
    <dgm:pt modelId="{20773F55-A57E-436B-AE1A-1719C6E97C20}" type="pres">
      <dgm:prSet presAssocID="{43E9D752-6A29-486B-9495-34B89E4790F3}" presName="linearFlow" presStyleCnt="0">
        <dgm:presLayoutVars>
          <dgm:resizeHandles val="exact"/>
        </dgm:presLayoutVars>
      </dgm:prSet>
      <dgm:spPr/>
    </dgm:pt>
    <dgm:pt modelId="{0797F6B2-044E-4D2F-92AC-2BC2D85985FD}" type="pres">
      <dgm:prSet presAssocID="{F61440D7-CBAE-4154-9213-7083CDDF4DE0}" presName="node" presStyleLbl="node1" presStyleIdx="0" presStyleCnt="3">
        <dgm:presLayoutVars>
          <dgm:bulletEnabled val="1"/>
        </dgm:presLayoutVars>
      </dgm:prSet>
      <dgm:spPr/>
    </dgm:pt>
    <dgm:pt modelId="{BF8C2419-5A87-40C7-8C3B-EBCFF264A7E4}" type="pres">
      <dgm:prSet presAssocID="{CF6AB2C3-56AD-45DE-8C18-66276455CFAB}" presName="sibTrans" presStyleLbl="sibTrans2D1" presStyleIdx="0" presStyleCnt="2"/>
      <dgm:spPr/>
    </dgm:pt>
    <dgm:pt modelId="{A58907B2-61B6-4DB6-8C18-3A840D4C2564}" type="pres">
      <dgm:prSet presAssocID="{CF6AB2C3-56AD-45DE-8C18-66276455CFAB}" presName="connectorText" presStyleLbl="sibTrans2D1" presStyleIdx="0" presStyleCnt="2"/>
      <dgm:spPr/>
    </dgm:pt>
    <dgm:pt modelId="{6A990A10-2314-4867-B647-A9F0F0359FDC}" type="pres">
      <dgm:prSet presAssocID="{F8E4CCA7-D416-4893-8B72-C489DAE4B171}" presName="node" presStyleLbl="node1" presStyleIdx="1" presStyleCnt="3">
        <dgm:presLayoutVars>
          <dgm:bulletEnabled val="1"/>
        </dgm:presLayoutVars>
      </dgm:prSet>
      <dgm:spPr/>
    </dgm:pt>
    <dgm:pt modelId="{1EE5872F-CF40-4085-B17A-FF28589F15CA}" type="pres">
      <dgm:prSet presAssocID="{6084E648-80D5-4A93-BAAE-C339C1944129}" presName="sibTrans" presStyleLbl="sibTrans2D1" presStyleIdx="1" presStyleCnt="2"/>
      <dgm:spPr/>
    </dgm:pt>
    <dgm:pt modelId="{222DA94D-E5B9-4FCB-B93F-1725525F2B58}" type="pres">
      <dgm:prSet presAssocID="{6084E648-80D5-4A93-BAAE-C339C1944129}" presName="connectorText" presStyleLbl="sibTrans2D1" presStyleIdx="1" presStyleCnt="2"/>
      <dgm:spPr/>
    </dgm:pt>
    <dgm:pt modelId="{6203E67D-9857-42F6-8CFD-E9B0836781EC}" type="pres">
      <dgm:prSet presAssocID="{D0DC0523-DD94-459D-89A2-4F6DA8A336DC}" presName="node" presStyleLbl="node1" presStyleIdx="2" presStyleCnt="3">
        <dgm:presLayoutVars>
          <dgm:bulletEnabled val="1"/>
        </dgm:presLayoutVars>
      </dgm:prSet>
      <dgm:spPr/>
    </dgm:pt>
  </dgm:ptLst>
  <dgm:cxnLst>
    <dgm:cxn modelId="{14FB4300-5647-46BB-BEAC-E27FADC6811B}" type="presOf" srcId="{F8E4CCA7-D416-4893-8B72-C489DAE4B171}" destId="{6A990A10-2314-4867-B647-A9F0F0359FDC}" srcOrd="0" destOrd="0" presId="urn:microsoft.com/office/officeart/2005/8/layout/process2"/>
    <dgm:cxn modelId="{7888381C-CC9D-41E7-A112-E8AE3FAF1FFC}" srcId="{43E9D752-6A29-486B-9495-34B89E4790F3}" destId="{F8E4CCA7-D416-4893-8B72-C489DAE4B171}" srcOrd="1" destOrd="0" parTransId="{5F78B61E-E667-4836-A0CD-187A7AF5DC9D}" sibTransId="{6084E648-80D5-4A93-BAAE-C339C1944129}"/>
    <dgm:cxn modelId="{E1431140-46F9-47EB-9AD2-09A0111DE3C9}" type="presOf" srcId="{43E9D752-6A29-486B-9495-34B89E4790F3}" destId="{20773F55-A57E-436B-AE1A-1719C6E97C20}" srcOrd="0" destOrd="0" presId="urn:microsoft.com/office/officeart/2005/8/layout/process2"/>
    <dgm:cxn modelId="{F3B74472-20B3-425B-9AF3-9290F0065488}" srcId="{43E9D752-6A29-486B-9495-34B89E4790F3}" destId="{D0DC0523-DD94-459D-89A2-4F6DA8A336DC}" srcOrd="2" destOrd="0" parTransId="{460A2C2D-C716-45AF-B958-0F62765AADD8}" sibTransId="{B499ADE9-D34F-416C-947E-209CC18D0C35}"/>
    <dgm:cxn modelId="{E5AB4376-2061-4A1C-8E05-14840402273B}" type="presOf" srcId="{CF6AB2C3-56AD-45DE-8C18-66276455CFAB}" destId="{BF8C2419-5A87-40C7-8C3B-EBCFF264A7E4}" srcOrd="0" destOrd="0" presId="urn:microsoft.com/office/officeart/2005/8/layout/process2"/>
    <dgm:cxn modelId="{0130878C-8864-4852-B241-CC961379FBFB}" type="presOf" srcId="{D0DC0523-DD94-459D-89A2-4F6DA8A336DC}" destId="{6203E67D-9857-42F6-8CFD-E9B0836781EC}" srcOrd="0" destOrd="0" presId="urn:microsoft.com/office/officeart/2005/8/layout/process2"/>
    <dgm:cxn modelId="{1BC85099-A252-49A7-A741-9C400379C598}" srcId="{43E9D752-6A29-486B-9495-34B89E4790F3}" destId="{F61440D7-CBAE-4154-9213-7083CDDF4DE0}" srcOrd="0" destOrd="0" parTransId="{96B1DD16-8F78-42CB-9604-12C7AA450C2E}" sibTransId="{CF6AB2C3-56AD-45DE-8C18-66276455CFAB}"/>
    <dgm:cxn modelId="{298FA2A2-D36A-4731-AD5A-01E6A36A5526}" type="presOf" srcId="{CF6AB2C3-56AD-45DE-8C18-66276455CFAB}" destId="{A58907B2-61B6-4DB6-8C18-3A840D4C2564}" srcOrd="1" destOrd="0" presId="urn:microsoft.com/office/officeart/2005/8/layout/process2"/>
    <dgm:cxn modelId="{899F70AE-4A5E-43BB-B07A-3913EC68BE52}" type="presOf" srcId="{F61440D7-CBAE-4154-9213-7083CDDF4DE0}" destId="{0797F6B2-044E-4D2F-92AC-2BC2D85985FD}" srcOrd="0" destOrd="0" presId="urn:microsoft.com/office/officeart/2005/8/layout/process2"/>
    <dgm:cxn modelId="{C15CC9C7-5103-4564-A1B5-7901C4319A47}" type="presOf" srcId="{6084E648-80D5-4A93-BAAE-C339C1944129}" destId="{222DA94D-E5B9-4FCB-B93F-1725525F2B58}" srcOrd="1" destOrd="0" presId="urn:microsoft.com/office/officeart/2005/8/layout/process2"/>
    <dgm:cxn modelId="{424506EF-C04A-453D-9390-155F25BE4208}" type="presOf" srcId="{6084E648-80D5-4A93-BAAE-C339C1944129}" destId="{1EE5872F-CF40-4085-B17A-FF28589F15CA}" srcOrd="0" destOrd="0" presId="urn:microsoft.com/office/officeart/2005/8/layout/process2"/>
    <dgm:cxn modelId="{67168811-446F-4939-9378-F86E129F648E}" type="presParOf" srcId="{20773F55-A57E-436B-AE1A-1719C6E97C20}" destId="{0797F6B2-044E-4D2F-92AC-2BC2D85985FD}" srcOrd="0" destOrd="0" presId="urn:microsoft.com/office/officeart/2005/8/layout/process2"/>
    <dgm:cxn modelId="{ED772410-EC8B-413F-8D1D-176262D8CBD6}" type="presParOf" srcId="{20773F55-A57E-436B-AE1A-1719C6E97C20}" destId="{BF8C2419-5A87-40C7-8C3B-EBCFF264A7E4}" srcOrd="1" destOrd="0" presId="urn:microsoft.com/office/officeart/2005/8/layout/process2"/>
    <dgm:cxn modelId="{CFD04D31-58A3-4C32-842D-0A2BADF9AB64}" type="presParOf" srcId="{BF8C2419-5A87-40C7-8C3B-EBCFF264A7E4}" destId="{A58907B2-61B6-4DB6-8C18-3A840D4C2564}" srcOrd="0" destOrd="0" presId="urn:microsoft.com/office/officeart/2005/8/layout/process2"/>
    <dgm:cxn modelId="{D626792A-5F26-4446-937F-8980A0F1F5BF}" type="presParOf" srcId="{20773F55-A57E-436B-AE1A-1719C6E97C20}" destId="{6A990A10-2314-4867-B647-A9F0F0359FDC}" srcOrd="2" destOrd="0" presId="urn:microsoft.com/office/officeart/2005/8/layout/process2"/>
    <dgm:cxn modelId="{07195A3C-2682-4269-8754-6DDEED0E9896}" type="presParOf" srcId="{20773F55-A57E-436B-AE1A-1719C6E97C20}" destId="{1EE5872F-CF40-4085-B17A-FF28589F15CA}" srcOrd="3" destOrd="0" presId="urn:microsoft.com/office/officeart/2005/8/layout/process2"/>
    <dgm:cxn modelId="{AF5D5FBB-8171-45B1-849D-342B32708E0F}" type="presParOf" srcId="{1EE5872F-CF40-4085-B17A-FF28589F15CA}" destId="{222DA94D-E5B9-4FCB-B93F-1725525F2B58}" srcOrd="0" destOrd="0" presId="urn:microsoft.com/office/officeart/2005/8/layout/process2"/>
    <dgm:cxn modelId="{AD056DBA-E5AB-4B6F-A59D-4A4883B4067E}" type="presParOf" srcId="{20773F55-A57E-436B-AE1A-1719C6E97C20}" destId="{6203E67D-9857-42F6-8CFD-E9B0836781EC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3E9D752-6A29-486B-9495-34B89E4790F3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1440D7-CBAE-4154-9213-7083CDDF4DE0}">
      <dgm:prSet phldrT="[Text]" phldr="0"/>
      <dgm:spPr/>
      <dgm:t>
        <a:bodyPr/>
        <a:lstStyle/>
        <a:p>
          <a:r>
            <a:rPr lang="en-US" dirty="0"/>
            <a:t>Register File</a:t>
          </a:r>
        </a:p>
        <a:p>
          <a:r>
            <a:rPr lang="en-US" dirty="0"/>
            <a:t>(R1, R2, R3)</a:t>
          </a:r>
        </a:p>
      </dgm:t>
    </dgm:pt>
    <dgm:pt modelId="{96B1DD16-8F78-42CB-9604-12C7AA450C2E}" type="parTrans" cxnId="{1BC85099-A252-49A7-A741-9C400379C598}">
      <dgm:prSet/>
      <dgm:spPr/>
      <dgm:t>
        <a:bodyPr/>
        <a:lstStyle/>
        <a:p>
          <a:endParaRPr lang="en-US"/>
        </a:p>
      </dgm:t>
    </dgm:pt>
    <dgm:pt modelId="{CF6AB2C3-56AD-45DE-8C18-66276455CFAB}" type="sibTrans" cxnId="{1BC85099-A252-49A7-A741-9C400379C598}">
      <dgm:prSet/>
      <dgm:spPr/>
      <dgm:t>
        <a:bodyPr/>
        <a:lstStyle/>
        <a:p>
          <a:endParaRPr lang="en-US"/>
        </a:p>
      </dgm:t>
    </dgm:pt>
    <dgm:pt modelId="{F8E4CCA7-D416-4893-8B72-C489DAE4B171}">
      <dgm:prSet phldrT="[Text]" phldr="0"/>
      <dgm:spPr/>
      <dgm:t>
        <a:bodyPr/>
        <a:lstStyle/>
        <a:p>
          <a:r>
            <a:rPr lang="en-US" dirty="0"/>
            <a:t>ALU</a:t>
          </a:r>
        </a:p>
      </dgm:t>
    </dgm:pt>
    <dgm:pt modelId="{5F78B61E-E667-4836-A0CD-187A7AF5DC9D}" type="parTrans" cxnId="{7888381C-CC9D-41E7-A112-E8AE3FAF1FFC}">
      <dgm:prSet/>
      <dgm:spPr/>
      <dgm:t>
        <a:bodyPr/>
        <a:lstStyle/>
        <a:p>
          <a:endParaRPr lang="en-US"/>
        </a:p>
      </dgm:t>
    </dgm:pt>
    <dgm:pt modelId="{6084E648-80D5-4A93-BAAE-C339C1944129}" type="sibTrans" cxnId="{7888381C-CC9D-41E7-A112-E8AE3FAF1FFC}">
      <dgm:prSet/>
      <dgm:spPr/>
      <dgm:t>
        <a:bodyPr/>
        <a:lstStyle/>
        <a:p>
          <a:endParaRPr lang="en-US"/>
        </a:p>
      </dgm:t>
    </dgm:pt>
    <dgm:pt modelId="{D0DC0523-DD94-459D-89A2-4F6DA8A336DC}">
      <dgm:prSet phldrT="[Text]"/>
      <dgm:spPr/>
      <dgm:t>
        <a:bodyPr/>
        <a:lstStyle/>
        <a:p>
          <a:r>
            <a:rPr lang="en-US" dirty="0"/>
            <a:t>Register File</a:t>
          </a:r>
        </a:p>
      </dgm:t>
    </dgm:pt>
    <dgm:pt modelId="{460A2C2D-C716-45AF-B958-0F62765AADD8}" type="parTrans" cxnId="{F3B74472-20B3-425B-9AF3-9290F0065488}">
      <dgm:prSet/>
      <dgm:spPr/>
      <dgm:t>
        <a:bodyPr/>
        <a:lstStyle/>
        <a:p>
          <a:endParaRPr lang="en-US"/>
        </a:p>
      </dgm:t>
    </dgm:pt>
    <dgm:pt modelId="{B499ADE9-D34F-416C-947E-209CC18D0C35}" type="sibTrans" cxnId="{F3B74472-20B3-425B-9AF3-9290F0065488}">
      <dgm:prSet/>
      <dgm:spPr/>
      <dgm:t>
        <a:bodyPr/>
        <a:lstStyle/>
        <a:p>
          <a:endParaRPr lang="en-US"/>
        </a:p>
      </dgm:t>
    </dgm:pt>
    <dgm:pt modelId="{20773F55-A57E-436B-AE1A-1719C6E97C20}" type="pres">
      <dgm:prSet presAssocID="{43E9D752-6A29-486B-9495-34B89E4790F3}" presName="linearFlow" presStyleCnt="0">
        <dgm:presLayoutVars>
          <dgm:resizeHandles val="exact"/>
        </dgm:presLayoutVars>
      </dgm:prSet>
      <dgm:spPr/>
    </dgm:pt>
    <dgm:pt modelId="{0797F6B2-044E-4D2F-92AC-2BC2D85985FD}" type="pres">
      <dgm:prSet presAssocID="{F61440D7-CBAE-4154-9213-7083CDDF4DE0}" presName="node" presStyleLbl="node1" presStyleIdx="0" presStyleCnt="3">
        <dgm:presLayoutVars>
          <dgm:bulletEnabled val="1"/>
        </dgm:presLayoutVars>
      </dgm:prSet>
      <dgm:spPr/>
    </dgm:pt>
    <dgm:pt modelId="{BF8C2419-5A87-40C7-8C3B-EBCFF264A7E4}" type="pres">
      <dgm:prSet presAssocID="{CF6AB2C3-56AD-45DE-8C18-66276455CFAB}" presName="sibTrans" presStyleLbl="sibTrans2D1" presStyleIdx="0" presStyleCnt="2"/>
      <dgm:spPr/>
    </dgm:pt>
    <dgm:pt modelId="{A58907B2-61B6-4DB6-8C18-3A840D4C2564}" type="pres">
      <dgm:prSet presAssocID="{CF6AB2C3-56AD-45DE-8C18-66276455CFAB}" presName="connectorText" presStyleLbl="sibTrans2D1" presStyleIdx="0" presStyleCnt="2"/>
      <dgm:spPr/>
    </dgm:pt>
    <dgm:pt modelId="{6A990A10-2314-4867-B647-A9F0F0359FDC}" type="pres">
      <dgm:prSet presAssocID="{F8E4CCA7-D416-4893-8B72-C489DAE4B171}" presName="node" presStyleLbl="node1" presStyleIdx="1" presStyleCnt="3">
        <dgm:presLayoutVars>
          <dgm:bulletEnabled val="1"/>
        </dgm:presLayoutVars>
      </dgm:prSet>
      <dgm:spPr/>
    </dgm:pt>
    <dgm:pt modelId="{1EE5872F-CF40-4085-B17A-FF28589F15CA}" type="pres">
      <dgm:prSet presAssocID="{6084E648-80D5-4A93-BAAE-C339C1944129}" presName="sibTrans" presStyleLbl="sibTrans2D1" presStyleIdx="1" presStyleCnt="2"/>
      <dgm:spPr/>
    </dgm:pt>
    <dgm:pt modelId="{222DA94D-E5B9-4FCB-B93F-1725525F2B58}" type="pres">
      <dgm:prSet presAssocID="{6084E648-80D5-4A93-BAAE-C339C1944129}" presName="connectorText" presStyleLbl="sibTrans2D1" presStyleIdx="1" presStyleCnt="2"/>
      <dgm:spPr/>
    </dgm:pt>
    <dgm:pt modelId="{6203E67D-9857-42F6-8CFD-E9B0836781EC}" type="pres">
      <dgm:prSet presAssocID="{D0DC0523-DD94-459D-89A2-4F6DA8A336DC}" presName="node" presStyleLbl="node1" presStyleIdx="2" presStyleCnt="3">
        <dgm:presLayoutVars>
          <dgm:bulletEnabled val="1"/>
        </dgm:presLayoutVars>
      </dgm:prSet>
      <dgm:spPr/>
    </dgm:pt>
  </dgm:ptLst>
  <dgm:cxnLst>
    <dgm:cxn modelId="{14FB4300-5647-46BB-BEAC-E27FADC6811B}" type="presOf" srcId="{F8E4CCA7-D416-4893-8B72-C489DAE4B171}" destId="{6A990A10-2314-4867-B647-A9F0F0359FDC}" srcOrd="0" destOrd="0" presId="urn:microsoft.com/office/officeart/2005/8/layout/process2"/>
    <dgm:cxn modelId="{7888381C-CC9D-41E7-A112-E8AE3FAF1FFC}" srcId="{43E9D752-6A29-486B-9495-34B89E4790F3}" destId="{F8E4CCA7-D416-4893-8B72-C489DAE4B171}" srcOrd="1" destOrd="0" parTransId="{5F78B61E-E667-4836-A0CD-187A7AF5DC9D}" sibTransId="{6084E648-80D5-4A93-BAAE-C339C1944129}"/>
    <dgm:cxn modelId="{E1431140-46F9-47EB-9AD2-09A0111DE3C9}" type="presOf" srcId="{43E9D752-6A29-486B-9495-34B89E4790F3}" destId="{20773F55-A57E-436B-AE1A-1719C6E97C20}" srcOrd="0" destOrd="0" presId="urn:microsoft.com/office/officeart/2005/8/layout/process2"/>
    <dgm:cxn modelId="{F3B74472-20B3-425B-9AF3-9290F0065488}" srcId="{43E9D752-6A29-486B-9495-34B89E4790F3}" destId="{D0DC0523-DD94-459D-89A2-4F6DA8A336DC}" srcOrd="2" destOrd="0" parTransId="{460A2C2D-C716-45AF-B958-0F62765AADD8}" sibTransId="{B499ADE9-D34F-416C-947E-209CC18D0C35}"/>
    <dgm:cxn modelId="{E5AB4376-2061-4A1C-8E05-14840402273B}" type="presOf" srcId="{CF6AB2C3-56AD-45DE-8C18-66276455CFAB}" destId="{BF8C2419-5A87-40C7-8C3B-EBCFF264A7E4}" srcOrd="0" destOrd="0" presId="urn:microsoft.com/office/officeart/2005/8/layout/process2"/>
    <dgm:cxn modelId="{0130878C-8864-4852-B241-CC961379FBFB}" type="presOf" srcId="{D0DC0523-DD94-459D-89A2-4F6DA8A336DC}" destId="{6203E67D-9857-42F6-8CFD-E9B0836781EC}" srcOrd="0" destOrd="0" presId="urn:microsoft.com/office/officeart/2005/8/layout/process2"/>
    <dgm:cxn modelId="{1BC85099-A252-49A7-A741-9C400379C598}" srcId="{43E9D752-6A29-486B-9495-34B89E4790F3}" destId="{F61440D7-CBAE-4154-9213-7083CDDF4DE0}" srcOrd="0" destOrd="0" parTransId="{96B1DD16-8F78-42CB-9604-12C7AA450C2E}" sibTransId="{CF6AB2C3-56AD-45DE-8C18-66276455CFAB}"/>
    <dgm:cxn modelId="{298FA2A2-D36A-4731-AD5A-01E6A36A5526}" type="presOf" srcId="{CF6AB2C3-56AD-45DE-8C18-66276455CFAB}" destId="{A58907B2-61B6-4DB6-8C18-3A840D4C2564}" srcOrd="1" destOrd="0" presId="urn:microsoft.com/office/officeart/2005/8/layout/process2"/>
    <dgm:cxn modelId="{899F70AE-4A5E-43BB-B07A-3913EC68BE52}" type="presOf" srcId="{F61440D7-CBAE-4154-9213-7083CDDF4DE0}" destId="{0797F6B2-044E-4D2F-92AC-2BC2D85985FD}" srcOrd="0" destOrd="0" presId="urn:microsoft.com/office/officeart/2005/8/layout/process2"/>
    <dgm:cxn modelId="{C15CC9C7-5103-4564-A1B5-7901C4319A47}" type="presOf" srcId="{6084E648-80D5-4A93-BAAE-C339C1944129}" destId="{222DA94D-E5B9-4FCB-B93F-1725525F2B58}" srcOrd="1" destOrd="0" presId="urn:microsoft.com/office/officeart/2005/8/layout/process2"/>
    <dgm:cxn modelId="{424506EF-C04A-453D-9390-155F25BE4208}" type="presOf" srcId="{6084E648-80D5-4A93-BAAE-C339C1944129}" destId="{1EE5872F-CF40-4085-B17A-FF28589F15CA}" srcOrd="0" destOrd="0" presId="urn:microsoft.com/office/officeart/2005/8/layout/process2"/>
    <dgm:cxn modelId="{67168811-446F-4939-9378-F86E129F648E}" type="presParOf" srcId="{20773F55-A57E-436B-AE1A-1719C6E97C20}" destId="{0797F6B2-044E-4D2F-92AC-2BC2D85985FD}" srcOrd="0" destOrd="0" presId="urn:microsoft.com/office/officeart/2005/8/layout/process2"/>
    <dgm:cxn modelId="{ED772410-EC8B-413F-8D1D-176262D8CBD6}" type="presParOf" srcId="{20773F55-A57E-436B-AE1A-1719C6E97C20}" destId="{BF8C2419-5A87-40C7-8C3B-EBCFF264A7E4}" srcOrd="1" destOrd="0" presId="urn:microsoft.com/office/officeart/2005/8/layout/process2"/>
    <dgm:cxn modelId="{CFD04D31-58A3-4C32-842D-0A2BADF9AB64}" type="presParOf" srcId="{BF8C2419-5A87-40C7-8C3B-EBCFF264A7E4}" destId="{A58907B2-61B6-4DB6-8C18-3A840D4C2564}" srcOrd="0" destOrd="0" presId="urn:microsoft.com/office/officeart/2005/8/layout/process2"/>
    <dgm:cxn modelId="{D626792A-5F26-4446-937F-8980A0F1F5BF}" type="presParOf" srcId="{20773F55-A57E-436B-AE1A-1719C6E97C20}" destId="{6A990A10-2314-4867-B647-A9F0F0359FDC}" srcOrd="2" destOrd="0" presId="urn:microsoft.com/office/officeart/2005/8/layout/process2"/>
    <dgm:cxn modelId="{07195A3C-2682-4269-8754-6DDEED0E9896}" type="presParOf" srcId="{20773F55-A57E-436B-AE1A-1719C6E97C20}" destId="{1EE5872F-CF40-4085-B17A-FF28589F15CA}" srcOrd="3" destOrd="0" presId="urn:microsoft.com/office/officeart/2005/8/layout/process2"/>
    <dgm:cxn modelId="{AF5D5FBB-8171-45B1-849D-342B32708E0F}" type="presParOf" srcId="{1EE5872F-CF40-4085-B17A-FF28589F15CA}" destId="{222DA94D-E5B9-4FCB-B93F-1725525F2B58}" srcOrd="0" destOrd="0" presId="urn:microsoft.com/office/officeart/2005/8/layout/process2"/>
    <dgm:cxn modelId="{AD056DBA-E5AB-4B6F-A59D-4A4883B4067E}" type="presParOf" srcId="{20773F55-A57E-436B-AE1A-1719C6E97C20}" destId="{6203E67D-9857-42F6-8CFD-E9B0836781EC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3E9D752-6A29-486B-9495-34B89E4790F3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1440D7-CBAE-4154-9213-7083CDDF4DE0}">
      <dgm:prSet phldrT="[Text]" phldr="0"/>
      <dgm:spPr/>
      <dgm:t>
        <a:bodyPr/>
        <a:lstStyle/>
        <a:p>
          <a:r>
            <a:rPr lang="en-US" dirty="0"/>
            <a:t>Register File</a:t>
          </a:r>
        </a:p>
        <a:p>
          <a:r>
            <a:rPr lang="en-US" dirty="0"/>
            <a:t>(R1, R2, R3)</a:t>
          </a:r>
        </a:p>
      </dgm:t>
    </dgm:pt>
    <dgm:pt modelId="{96B1DD16-8F78-42CB-9604-12C7AA450C2E}" type="parTrans" cxnId="{1BC85099-A252-49A7-A741-9C400379C598}">
      <dgm:prSet/>
      <dgm:spPr/>
      <dgm:t>
        <a:bodyPr/>
        <a:lstStyle/>
        <a:p>
          <a:endParaRPr lang="en-US"/>
        </a:p>
      </dgm:t>
    </dgm:pt>
    <dgm:pt modelId="{CF6AB2C3-56AD-45DE-8C18-66276455CFAB}" type="sibTrans" cxnId="{1BC85099-A252-49A7-A741-9C400379C598}">
      <dgm:prSet/>
      <dgm:spPr/>
      <dgm:t>
        <a:bodyPr/>
        <a:lstStyle/>
        <a:p>
          <a:endParaRPr lang="en-US"/>
        </a:p>
      </dgm:t>
    </dgm:pt>
    <dgm:pt modelId="{F8E4CCA7-D416-4893-8B72-C489DAE4B171}">
      <dgm:prSet phldrT="[Text]" phldr="0"/>
      <dgm:spPr/>
      <dgm:t>
        <a:bodyPr/>
        <a:lstStyle/>
        <a:p>
          <a:r>
            <a:rPr lang="en-US" dirty="0"/>
            <a:t>ALU</a:t>
          </a:r>
        </a:p>
      </dgm:t>
    </dgm:pt>
    <dgm:pt modelId="{5F78B61E-E667-4836-A0CD-187A7AF5DC9D}" type="parTrans" cxnId="{7888381C-CC9D-41E7-A112-E8AE3FAF1FFC}">
      <dgm:prSet/>
      <dgm:spPr/>
      <dgm:t>
        <a:bodyPr/>
        <a:lstStyle/>
        <a:p>
          <a:endParaRPr lang="en-US"/>
        </a:p>
      </dgm:t>
    </dgm:pt>
    <dgm:pt modelId="{6084E648-80D5-4A93-BAAE-C339C1944129}" type="sibTrans" cxnId="{7888381C-CC9D-41E7-A112-E8AE3FAF1FFC}">
      <dgm:prSet/>
      <dgm:spPr/>
      <dgm:t>
        <a:bodyPr/>
        <a:lstStyle/>
        <a:p>
          <a:endParaRPr lang="en-US"/>
        </a:p>
      </dgm:t>
    </dgm:pt>
    <dgm:pt modelId="{D0DC0523-DD94-459D-89A2-4F6DA8A336DC}">
      <dgm:prSet phldrT="[Text]"/>
      <dgm:spPr/>
      <dgm:t>
        <a:bodyPr/>
        <a:lstStyle/>
        <a:p>
          <a:r>
            <a:rPr lang="en-US" dirty="0"/>
            <a:t>Register File</a:t>
          </a:r>
        </a:p>
      </dgm:t>
    </dgm:pt>
    <dgm:pt modelId="{460A2C2D-C716-45AF-B958-0F62765AADD8}" type="parTrans" cxnId="{F3B74472-20B3-425B-9AF3-9290F0065488}">
      <dgm:prSet/>
      <dgm:spPr/>
      <dgm:t>
        <a:bodyPr/>
        <a:lstStyle/>
        <a:p>
          <a:endParaRPr lang="en-US"/>
        </a:p>
      </dgm:t>
    </dgm:pt>
    <dgm:pt modelId="{B499ADE9-D34F-416C-947E-209CC18D0C35}" type="sibTrans" cxnId="{F3B74472-20B3-425B-9AF3-9290F0065488}">
      <dgm:prSet/>
      <dgm:spPr/>
      <dgm:t>
        <a:bodyPr/>
        <a:lstStyle/>
        <a:p>
          <a:endParaRPr lang="en-US"/>
        </a:p>
      </dgm:t>
    </dgm:pt>
    <dgm:pt modelId="{20773F55-A57E-436B-AE1A-1719C6E97C20}" type="pres">
      <dgm:prSet presAssocID="{43E9D752-6A29-486B-9495-34B89E4790F3}" presName="linearFlow" presStyleCnt="0">
        <dgm:presLayoutVars>
          <dgm:resizeHandles val="exact"/>
        </dgm:presLayoutVars>
      </dgm:prSet>
      <dgm:spPr/>
    </dgm:pt>
    <dgm:pt modelId="{0797F6B2-044E-4D2F-92AC-2BC2D85985FD}" type="pres">
      <dgm:prSet presAssocID="{F61440D7-CBAE-4154-9213-7083CDDF4DE0}" presName="node" presStyleLbl="node1" presStyleIdx="0" presStyleCnt="3">
        <dgm:presLayoutVars>
          <dgm:bulletEnabled val="1"/>
        </dgm:presLayoutVars>
      </dgm:prSet>
      <dgm:spPr/>
    </dgm:pt>
    <dgm:pt modelId="{BF8C2419-5A87-40C7-8C3B-EBCFF264A7E4}" type="pres">
      <dgm:prSet presAssocID="{CF6AB2C3-56AD-45DE-8C18-66276455CFAB}" presName="sibTrans" presStyleLbl="sibTrans2D1" presStyleIdx="0" presStyleCnt="2"/>
      <dgm:spPr/>
    </dgm:pt>
    <dgm:pt modelId="{A58907B2-61B6-4DB6-8C18-3A840D4C2564}" type="pres">
      <dgm:prSet presAssocID="{CF6AB2C3-56AD-45DE-8C18-66276455CFAB}" presName="connectorText" presStyleLbl="sibTrans2D1" presStyleIdx="0" presStyleCnt="2"/>
      <dgm:spPr/>
    </dgm:pt>
    <dgm:pt modelId="{6A990A10-2314-4867-B647-A9F0F0359FDC}" type="pres">
      <dgm:prSet presAssocID="{F8E4CCA7-D416-4893-8B72-C489DAE4B171}" presName="node" presStyleLbl="node1" presStyleIdx="1" presStyleCnt="3">
        <dgm:presLayoutVars>
          <dgm:bulletEnabled val="1"/>
        </dgm:presLayoutVars>
      </dgm:prSet>
      <dgm:spPr/>
    </dgm:pt>
    <dgm:pt modelId="{1EE5872F-CF40-4085-B17A-FF28589F15CA}" type="pres">
      <dgm:prSet presAssocID="{6084E648-80D5-4A93-BAAE-C339C1944129}" presName="sibTrans" presStyleLbl="sibTrans2D1" presStyleIdx="1" presStyleCnt="2"/>
      <dgm:spPr/>
    </dgm:pt>
    <dgm:pt modelId="{222DA94D-E5B9-4FCB-B93F-1725525F2B58}" type="pres">
      <dgm:prSet presAssocID="{6084E648-80D5-4A93-BAAE-C339C1944129}" presName="connectorText" presStyleLbl="sibTrans2D1" presStyleIdx="1" presStyleCnt="2"/>
      <dgm:spPr/>
    </dgm:pt>
    <dgm:pt modelId="{6203E67D-9857-42F6-8CFD-E9B0836781EC}" type="pres">
      <dgm:prSet presAssocID="{D0DC0523-DD94-459D-89A2-4F6DA8A336DC}" presName="node" presStyleLbl="node1" presStyleIdx="2" presStyleCnt="3">
        <dgm:presLayoutVars>
          <dgm:bulletEnabled val="1"/>
        </dgm:presLayoutVars>
      </dgm:prSet>
      <dgm:spPr/>
    </dgm:pt>
  </dgm:ptLst>
  <dgm:cxnLst>
    <dgm:cxn modelId="{14FB4300-5647-46BB-BEAC-E27FADC6811B}" type="presOf" srcId="{F8E4CCA7-D416-4893-8B72-C489DAE4B171}" destId="{6A990A10-2314-4867-B647-A9F0F0359FDC}" srcOrd="0" destOrd="0" presId="urn:microsoft.com/office/officeart/2005/8/layout/process2"/>
    <dgm:cxn modelId="{7888381C-CC9D-41E7-A112-E8AE3FAF1FFC}" srcId="{43E9D752-6A29-486B-9495-34B89E4790F3}" destId="{F8E4CCA7-D416-4893-8B72-C489DAE4B171}" srcOrd="1" destOrd="0" parTransId="{5F78B61E-E667-4836-A0CD-187A7AF5DC9D}" sibTransId="{6084E648-80D5-4A93-BAAE-C339C1944129}"/>
    <dgm:cxn modelId="{E1431140-46F9-47EB-9AD2-09A0111DE3C9}" type="presOf" srcId="{43E9D752-6A29-486B-9495-34B89E4790F3}" destId="{20773F55-A57E-436B-AE1A-1719C6E97C20}" srcOrd="0" destOrd="0" presId="urn:microsoft.com/office/officeart/2005/8/layout/process2"/>
    <dgm:cxn modelId="{F3B74472-20B3-425B-9AF3-9290F0065488}" srcId="{43E9D752-6A29-486B-9495-34B89E4790F3}" destId="{D0DC0523-DD94-459D-89A2-4F6DA8A336DC}" srcOrd="2" destOrd="0" parTransId="{460A2C2D-C716-45AF-B958-0F62765AADD8}" sibTransId="{B499ADE9-D34F-416C-947E-209CC18D0C35}"/>
    <dgm:cxn modelId="{E5AB4376-2061-4A1C-8E05-14840402273B}" type="presOf" srcId="{CF6AB2C3-56AD-45DE-8C18-66276455CFAB}" destId="{BF8C2419-5A87-40C7-8C3B-EBCFF264A7E4}" srcOrd="0" destOrd="0" presId="urn:microsoft.com/office/officeart/2005/8/layout/process2"/>
    <dgm:cxn modelId="{0130878C-8864-4852-B241-CC961379FBFB}" type="presOf" srcId="{D0DC0523-DD94-459D-89A2-4F6DA8A336DC}" destId="{6203E67D-9857-42F6-8CFD-E9B0836781EC}" srcOrd="0" destOrd="0" presId="urn:microsoft.com/office/officeart/2005/8/layout/process2"/>
    <dgm:cxn modelId="{1BC85099-A252-49A7-A741-9C400379C598}" srcId="{43E9D752-6A29-486B-9495-34B89E4790F3}" destId="{F61440D7-CBAE-4154-9213-7083CDDF4DE0}" srcOrd="0" destOrd="0" parTransId="{96B1DD16-8F78-42CB-9604-12C7AA450C2E}" sibTransId="{CF6AB2C3-56AD-45DE-8C18-66276455CFAB}"/>
    <dgm:cxn modelId="{298FA2A2-D36A-4731-AD5A-01E6A36A5526}" type="presOf" srcId="{CF6AB2C3-56AD-45DE-8C18-66276455CFAB}" destId="{A58907B2-61B6-4DB6-8C18-3A840D4C2564}" srcOrd="1" destOrd="0" presId="urn:microsoft.com/office/officeart/2005/8/layout/process2"/>
    <dgm:cxn modelId="{899F70AE-4A5E-43BB-B07A-3913EC68BE52}" type="presOf" srcId="{F61440D7-CBAE-4154-9213-7083CDDF4DE0}" destId="{0797F6B2-044E-4D2F-92AC-2BC2D85985FD}" srcOrd="0" destOrd="0" presId="urn:microsoft.com/office/officeart/2005/8/layout/process2"/>
    <dgm:cxn modelId="{C15CC9C7-5103-4564-A1B5-7901C4319A47}" type="presOf" srcId="{6084E648-80D5-4A93-BAAE-C339C1944129}" destId="{222DA94D-E5B9-4FCB-B93F-1725525F2B58}" srcOrd="1" destOrd="0" presId="urn:microsoft.com/office/officeart/2005/8/layout/process2"/>
    <dgm:cxn modelId="{424506EF-C04A-453D-9390-155F25BE4208}" type="presOf" srcId="{6084E648-80D5-4A93-BAAE-C339C1944129}" destId="{1EE5872F-CF40-4085-B17A-FF28589F15CA}" srcOrd="0" destOrd="0" presId="urn:microsoft.com/office/officeart/2005/8/layout/process2"/>
    <dgm:cxn modelId="{67168811-446F-4939-9378-F86E129F648E}" type="presParOf" srcId="{20773F55-A57E-436B-AE1A-1719C6E97C20}" destId="{0797F6B2-044E-4D2F-92AC-2BC2D85985FD}" srcOrd="0" destOrd="0" presId="urn:microsoft.com/office/officeart/2005/8/layout/process2"/>
    <dgm:cxn modelId="{ED772410-EC8B-413F-8D1D-176262D8CBD6}" type="presParOf" srcId="{20773F55-A57E-436B-AE1A-1719C6E97C20}" destId="{BF8C2419-5A87-40C7-8C3B-EBCFF264A7E4}" srcOrd="1" destOrd="0" presId="urn:microsoft.com/office/officeart/2005/8/layout/process2"/>
    <dgm:cxn modelId="{CFD04D31-58A3-4C32-842D-0A2BADF9AB64}" type="presParOf" srcId="{BF8C2419-5A87-40C7-8C3B-EBCFF264A7E4}" destId="{A58907B2-61B6-4DB6-8C18-3A840D4C2564}" srcOrd="0" destOrd="0" presId="urn:microsoft.com/office/officeart/2005/8/layout/process2"/>
    <dgm:cxn modelId="{D626792A-5F26-4446-937F-8980A0F1F5BF}" type="presParOf" srcId="{20773F55-A57E-436B-AE1A-1719C6E97C20}" destId="{6A990A10-2314-4867-B647-A9F0F0359FDC}" srcOrd="2" destOrd="0" presId="urn:microsoft.com/office/officeart/2005/8/layout/process2"/>
    <dgm:cxn modelId="{07195A3C-2682-4269-8754-6DDEED0E9896}" type="presParOf" srcId="{20773F55-A57E-436B-AE1A-1719C6E97C20}" destId="{1EE5872F-CF40-4085-B17A-FF28589F15CA}" srcOrd="3" destOrd="0" presId="urn:microsoft.com/office/officeart/2005/8/layout/process2"/>
    <dgm:cxn modelId="{AF5D5FBB-8171-45B1-849D-342B32708E0F}" type="presParOf" srcId="{1EE5872F-CF40-4085-B17A-FF28589F15CA}" destId="{222DA94D-E5B9-4FCB-B93F-1725525F2B58}" srcOrd="0" destOrd="0" presId="urn:microsoft.com/office/officeart/2005/8/layout/process2"/>
    <dgm:cxn modelId="{AD056DBA-E5AB-4B6F-A59D-4A4883B4067E}" type="presParOf" srcId="{20773F55-A57E-436B-AE1A-1719C6E97C20}" destId="{6203E67D-9857-42F6-8CFD-E9B0836781EC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3E9D752-6A29-486B-9495-34B89E4790F3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1440D7-CBAE-4154-9213-7083CDDF4DE0}">
      <dgm:prSet phldrT="[Text]" phldr="0"/>
      <dgm:spPr/>
      <dgm:t>
        <a:bodyPr/>
        <a:lstStyle/>
        <a:p>
          <a:r>
            <a:rPr lang="en-US" dirty="0"/>
            <a:t>Register File</a:t>
          </a:r>
        </a:p>
        <a:p>
          <a:r>
            <a:rPr lang="en-US" dirty="0"/>
            <a:t>(R1, R2, R3)</a:t>
          </a:r>
        </a:p>
      </dgm:t>
    </dgm:pt>
    <dgm:pt modelId="{96B1DD16-8F78-42CB-9604-12C7AA450C2E}" type="parTrans" cxnId="{1BC85099-A252-49A7-A741-9C400379C598}">
      <dgm:prSet/>
      <dgm:spPr/>
      <dgm:t>
        <a:bodyPr/>
        <a:lstStyle/>
        <a:p>
          <a:endParaRPr lang="en-US"/>
        </a:p>
      </dgm:t>
    </dgm:pt>
    <dgm:pt modelId="{CF6AB2C3-56AD-45DE-8C18-66276455CFAB}" type="sibTrans" cxnId="{1BC85099-A252-49A7-A741-9C400379C598}">
      <dgm:prSet/>
      <dgm:spPr/>
      <dgm:t>
        <a:bodyPr/>
        <a:lstStyle/>
        <a:p>
          <a:endParaRPr lang="en-US"/>
        </a:p>
      </dgm:t>
    </dgm:pt>
    <dgm:pt modelId="{F8E4CCA7-D416-4893-8B72-C489DAE4B171}">
      <dgm:prSet phldrT="[Text]" phldr="0"/>
      <dgm:spPr/>
      <dgm:t>
        <a:bodyPr/>
        <a:lstStyle/>
        <a:p>
          <a:r>
            <a:rPr lang="en-US" dirty="0"/>
            <a:t>ALU</a:t>
          </a:r>
        </a:p>
      </dgm:t>
    </dgm:pt>
    <dgm:pt modelId="{5F78B61E-E667-4836-A0CD-187A7AF5DC9D}" type="parTrans" cxnId="{7888381C-CC9D-41E7-A112-E8AE3FAF1FFC}">
      <dgm:prSet/>
      <dgm:spPr/>
      <dgm:t>
        <a:bodyPr/>
        <a:lstStyle/>
        <a:p>
          <a:endParaRPr lang="en-US"/>
        </a:p>
      </dgm:t>
    </dgm:pt>
    <dgm:pt modelId="{6084E648-80D5-4A93-BAAE-C339C1944129}" type="sibTrans" cxnId="{7888381C-CC9D-41E7-A112-E8AE3FAF1FFC}">
      <dgm:prSet/>
      <dgm:spPr/>
      <dgm:t>
        <a:bodyPr/>
        <a:lstStyle/>
        <a:p>
          <a:endParaRPr lang="en-US"/>
        </a:p>
      </dgm:t>
    </dgm:pt>
    <dgm:pt modelId="{D0DC0523-DD94-459D-89A2-4F6DA8A336DC}">
      <dgm:prSet phldrT="[Text]"/>
      <dgm:spPr/>
      <dgm:t>
        <a:bodyPr/>
        <a:lstStyle/>
        <a:p>
          <a:r>
            <a:rPr lang="en-US" dirty="0"/>
            <a:t>Register File</a:t>
          </a:r>
        </a:p>
      </dgm:t>
    </dgm:pt>
    <dgm:pt modelId="{460A2C2D-C716-45AF-B958-0F62765AADD8}" type="parTrans" cxnId="{F3B74472-20B3-425B-9AF3-9290F0065488}">
      <dgm:prSet/>
      <dgm:spPr/>
      <dgm:t>
        <a:bodyPr/>
        <a:lstStyle/>
        <a:p>
          <a:endParaRPr lang="en-US"/>
        </a:p>
      </dgm:t>
    </dgm:pt>
    <dgm:pt modelId="{B499ADE9-D34F-416C-947E-209CC18D0C35}" type="sibTrans" cxnId="{F3B74472-20B3-425B-9AF3-9290F0065488}">
      <dgm:prSet/>
      <dgm:spPr/>
      <dgm:t>
        <a:bodyPr/>
        <a:lstStyle/>
        <a:p>
          <a:endParaRPr lang="en-US"/>
        </a:p>
      </dgm:t>
    </dgm:pt>
    <dgm:pt modelId="{20773F55-A57E-436B-AE1A-1719C6E97C20}" type="pres">
      <dgm:prSet presAssocID="{43E9D752-6A29-486B-9495-34B89E4790F3}" presName="linearFlow" presStyleCnt="0">
        <dgm:presLayoutVars>
          <dgm:resizeHandles val="exact"/>
        </dgm:presLayoutVars>
      </dgm:prSet>
      <dgm:spPr/>
    </dgm:pt>
    <dgm:pt modelId="{0797F6B2-044E-4D2F-92AC-2BC2D85985FD}" type="pres">
      <dgm:prSet presAssocID="{F61440D7-CBAE-4154-9213-7083CDDF4DE0}" presName="node" presStyleLbl="node1" presStyleIdx="0" presStyleCnt="3">
        <dgm:presLayoutVars>
          <dgm:bulletEnabled val="1"/>
        </dgm:presLayoutVars>
      </dgm:prSet>
      <dgm:spPr/>
    </dgm:pt>
    <dgm:pt modelId="{BF8C2419-5A87-40C7-8C3B-EBCFF264A7E4}" type="pres">
      <dgm:prSet presAssocID="{CF6AB2C3-56AD-45DE-8C18-66276455CFAB}" presName="sibTrans" presStyleLbl="sibTrans2D1" presStyleIdx="0" presStyleCnt="2"/>
      <dgm:spPr/>
    </dgm:pt>
    <dgm:pt modelId="{A58907B2-61B6-4DB6-8C18-3A840D4C2564}" type="pres">
      <dgm:prSet presAssocID="{CF6AB2C3-56AD-45DE-8C18-66276455CFAB}" presName="connectorText" presStyleLbl="sibTrans2D1" presStyleIdx="0" presStyleCnt="2"/>
      <dgm:spPr/>
    </dgm:pt>
    <dgm:pt modelId="{6A990A10-2314-4867-B647-A9F0F0359FDC}" type="pres">
      <dgm:prSet presAssocID="{F8E4CCA7-D416-4893-8B72-C489DAE4B171}" presName="node" presStyleLbl="node1" presStyleIdx="1" presStyleCnt="3">
        <dgm:presLayoutVars>
          <dgm:bulletEnabled val="1"/>
        </dgm:presLayoutVars>
      </dgm:prSet>
      <dgm:spPr/>
    </dgm:pt>
    <dgm:pt modelId="{1EE5872F-CF40-4085-B17A-FF28589F15CA}" type="pres">
      <dgm:prSet presAssocID="{6084E648-80D5-4A93-BAAE-C339C1944129}" presName="sibTrans" presStyleLbl="sibTrans2D1" presStyleIdx="1" presStyleCnt="2"/>
      <dgm:spPr/>
    </dgm:pt>
    <dgm:pt modelId="{222DA94D-E5B9-4FCB-B93F-1725525F2B58}" type="pres">
      <dgm:prSet presAssocID="{6084E648-80D5-4A93-BAAE-C339C1944129}" presName="connectorText" presStyleLbl="sibTrans2D1" presStyleIdx="1" presStyleCnt="2"/>
      <dgm:spPr/>
    </dgm:pt>
    <dgm:pt modelId="{6203E67D-9857-42F6-8CFD-E9B0836781EC}" type="pres">
      <dgm:prSet presAssocID="{D0DC0523-DD94-459D-89A2-4F6DA8A336DC}" presName="node" presStyleLbl="node1" presStyleIdx="2" presStyleCnt="3">
        <dgm:presLayoutVars>
          <dgm:bulletEnabled val="1"/>
        </dgm:presLayoutVars>
      </dgm:prSet>
      <dgm:spPr/>
    </dgm:pt>
  </dgm:ptLst>
  <dgm:cxnLst>
    <dgm:cxn modelId="{14FB4300-5647-46BB-BEAC-E27FADC6811B}" type="presOf" srcId="{F8E4CCA7-D416-4893-8B72-C489DAE4B171}" destId="{6A990A10-2314-4867-B647-A9F0F0359FDC}" srcOrd="0" destOrd="0" presId="urn:microsoft.com/office/officeart/2005/8/layout/process2"/>
    <dgm:cxn modelId="{7888381C-CC9D-41E7-A112-E8AE3FAF1FFC}" srcId="{43E9D752-6A29-486B-9495-34B89E4790F3}" destId="{F8E4CCA7-D416-4893-8B72-C489DAE4B171}" srcOrd="1" destOrd="0" parTransId="{5F78B61E-E667-4836-A0CD-187A7AF5DC9D}" sibTransId="{6084E648-80D5-4A93-BAAE-C339C1944129}"/>
    <dgm:cxn modelId="{E1431140-46F9-47EB-9AD2-09A0111DE3C9}" type="presOf" srcId="{43E9D752-6A29-486B-9495-34B89E4790F3}" destId="{20773F55-A57E-436B-AE1A-1719C6E97C20}" srcOrd="0" destOrd="0" presId="urn:microsoft.com/office/officeart/2005/8/layout/process2"/>
    <dgm:cxn modelId="{F3B74472-20B3-425B-9AF3-9290F0065488}" srcId="{43E9D752-6A29-486B-9495-34B89E4790F3}" destId="{D0DC0523-DD94-459D-89A2-4F6DA8A336DC}" srcOrd="2" destOrd="0" parTransId="{460A2C2D-C716-45AF-B958-0F62765AADD8}" sibTransId="{B499ADE9-D34F-416C-947E-209CC18D0C35}"/>
    <dgm:cxn modelId="{E5AB4376-2061-4A1C-8E05-14840402273B}" type="presOf" srcId="{CF6AB2C3-56AD-45DE-8C18-66276455CFAB}" destId="{BF8C2419-5A87-40C7-8C3B-EBCFF264A7E4}" srcOrd="0" destOrd="0" presId="urn:microsoft.com/office/officeart/2005/8/layout/process2"/>
    <dgm:cxn modelId="{0130878C-8864-4852-B241-CC961379FBFB}" type="presOf" srcId="{D0DC0523-DD94-459D-89A2-4F6DA8A336DC}" destId="{6203E67D-9857-42F6-8CFD-E9B0836781EC}" srcOrd="0" destOrd="0" presId="urn:microsoft.com/office/officeart/2005/8/layout/process2"/>
    <dgm:cxn modelId="{1BC85099-A252-49A7-A741-9C400379C598}" srcId="{43E9D752-6A29-486B-9495-34B89E4790F3}" destId="{F61440D7-CBAE-4154-9213-7083CDDF4DE0}" srcOrd="0" destOrd="0" parTransId="{96B1DD16-8F78-42CB-9604-12C7AA450C2E}" sibTransId="{CF6AB2C3-56AD-45DE-8C18-66276455CFAB}"/>
    <dgm:cxn modelId="{298FA2A2-D36A-4731-AD5A-01E6A36A5526}" type="presOf" srcId="{CF6AB2C3-56AD-45DE-8C18-66276455CFAB}" destId="{A58907B2-61B6-4DB6-8C18-3A840D4C2564}" srcOrd="1" destOrd="0" presId="urn:microsoft.com/office/officeart/2005/8/layout/process2"/>
    <dgm:cxn modelId="{899F70AE-4A5E-43BB-B07A-3913EC68BE52}" type="presOf" srcId="{F61440D7-CBAE-4154-9213-7083CDDF4DE0}" destId="{0797F6B2-044E-4D2F-92AC-2BC2D85985FD}" srcOrd="0" destOrd="0" presId="urn:microsoft.com/office/officeart/2005/8/layout/process2"/>
    <dgm:cxn modelId="{C15CC9C7-5103-4564-A1B5-7901C4319A47}" type="presOf" srcId="{6084E648-80D5-4A93-BAAE-C339C1944129}" destId="{222DA94D-E5B9-4FCB-B93F-1725525F2B58}" srcOrd="1" destOrd="0" presId="urn:microsoft.com/office/officeart/2005/8/layout/process2"/>
    <dgm:cxn modelId="{424506EF-C04A-453D-9390-155F25BE4208}" type="presOf" srcId="{6084E648-80D5-4A93-BAAE-C339C1944129}" destId="{1EE5872F-CF40-4085-B17A-FF28589F15CA}" srcOrd="0" destOrd="0" presId="urn:microsoft.com/office/officeart/2005/8/layout/process2"/>
    <dgm:cxn modelId="{67168811-446F-4939-9378-F86E129F648E}" type="presParOf" srcId="{20773F55-A57E-436B-AE1A-1719C6E97C20}" destId="{0797F6B2-044E-4D2F-92AC-2BC2D85985FD}" srcOrd="0" destOrd="0" presId="urn:microsoft.com/office/officeart/2005/8/layout/process2"/>
    <dgm:cxn modelId="{ED772410-EC8B-413F-8D1D-176262D8CBD6}" type="presParOf" srcId="{20773F55-A57E-436B-AE1A-1719C6E97C20}" destId="{BF8C2419-5A87-40C7-8C3B-EBCFF264A7E4}" srcOrd="1" destOrd="0" presId="urn:microsoft.com/office/officeart/2005/8/layout/process2"/>
    <dgm:cxn modelId="{CFD04D31-58A3-4C32-842D-0A2BADF9AB64}" type="presParOf" srcId="{BF8C2419-5A87-40C7-8C3B-EBCFF264A7E4}" destId="{A58907B2-61B6-4DB6-8C18-3A840D4C2564}" srcOrd="0" destOrd="0" presId="urn:microsoft.com/office/officeart/2005/8/layout/process2"/>
    <dgm:cxn modelId="{D626792A-5F26-4446-937F-8980A0F1F5BF}" type="presParOf" srcId="{20773F55-A57E-436B-AE1A-1719C6E97C20}" destId="{6A990A10-2314-4867-B647-A9F0F0359FDC}" srcOrd="2" destOrd="0" presId="urn:microsoft.com/office/officeart/2005/8/layout/process2"/>
    <dgm:cxn modelId="{07195A3C-2682-4269-8754-6DDEED0E9896}" type="presParOf" srcId="{20773F55-A57E-436B-AE1A-1719C6E97C20}" destId="{1EE5872F-CF40-4085-B17A-FF28589F15CA}" srcOrd="3" destOrd="0" presId="urn:microsoft.com/office/officeart/2005/8/layout/process2"/>
    <dgm:cxn modelId="{AF5D5FBB-8171-45B1-849D-342B32708E0F}" type="presParOf" srcId="{1EE5872F-CF40-4085-B17A-FF28589F15CA}" destId="{222DA94D-E5B9-4FCB-B93F-1725525F2B58}" srcOrd="0" destOrd="0" presId="urn:microsoft.com/office/officeart/2005/8/layout/process2"/>
    <dgm:cxn modelId="{AD056DBA-E5AB-4B6F-A59D-4A4883B4067E}" type="presParOf" srcId="{20773F55-A57E-436B-AE1A-1719C6E97C20}" destId="{6203E67D-9857-42F6-8CFD-E9B0836781EC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DE6CC4-3972-47DC-8353-26E1EDB00BDA}">
      <dsp:nvSpPr>
        <dsp:cNvPr id="0" name=""/>
        <dsp:cNvSpPr/>
      </dsp:nvSpPr>
      <dsp:spPr>
        <a:xfrm>
          <a:off x="0" y="542"/>
          <a:ext cx="11277600" cy="12692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7B18EA-C278-4DB1-8D06-A5E3A4197B14}">
      <dsp:nvSpPr>
        <dsp:cNvPr id="0" name=""/>
        <dsp:cNvSpPr/>
      </dsp:nvSpPr>
      <dsp:spPr>
        <a:xfrm>
          <a:off x="383960" y="286132"/>
          <a:ext cx="698109" cy="6981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D2701-288F-4314-88F6-528E3B6F4246}">
      <dsp:nvSpPr>
        <dsp:cNvPr id="0" name=""/>
        <dsp:cNvSpPr/>
      </dsp:nvSpPr>
      <dsp:spPr>
        <a:xfrm>
          <a:off x="1466029" y="542"/>
          <a:ext cx="9811570" cy="1269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333" tIns="134333" rIns="134333" bIns="13433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noProof="0" dirty="0"/>
            <a:t>Identify key </a:t>
          </a:r>
          <a:r>
            <a:rPr lang="en-US" sz="2500" kern="1200" noProof="0" dirty="0" err="1"/>
            <a:t>datapath</a:t>
          </a:r>
          <a:r>
            <a:rPr lang="en-US" sz="2500" kern="1200" noProof="0" dirty="0"/>
            <a:t> components (ALU, registers, PC)</a:t>
          </a:r>
        </a:p>
      </dsp:txBody>
      <dsp:txXfrm>
        <a:off x="1466029" y="542"/>
        <a:ext cx="9811570" cy="1269289"/>
      </dsp:txXfrm>
    </dsp:sp>
    <dsp:sp modelId="{B1430FFB-C262-49A2-8814-40C3BD78AE4D}">
      <dsp:nvSpPr>
        <dsp:cNvPr id="0" name=""/>
        <dsp:cNvSpPr/>
      </dsp:nvSpPr>
      <dsp:spPr>
        <a:xfrm>
          <a:off x="0" y="1587154"/>
          <a:ext cx="11277600" cy="12692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04A251-C1DD-44E8-8E96-618BA2466A42}">
      <dsp:nvSpPr>
        <dsp:cNvPr id="0" name=""/>
        <dsp:cNvSpPr/>
      </dsp:nvSpPr>
      <dsp:spPr>
        <a:xfrm>
          <a:off x="383960" y="1872744"/>
          <a:ext cx="698109" cy="6981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E5475B-0704-4C38-ADFE-DFF7FABD8B9F}">
      <dsp:nvSpPr>
        <dsp:cNvPr id="0" name=""/>
        <dsp:cNvSpPr/>
      </dsp:nvSpPr>
      <dsp:spPr>
        <a:xfrm>
          <a:off x="1466029" y="1587154"/>
          <a:ext cx="9811570" cy="1269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333" tIns="134333" rIns="134333" bIns="13433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noProof="0" dirty="0"/>
            <a:t>Understand common instruction formats</a:t>
          </a:r>
        </a:p>
      </dsp:txBody>
      <dsp:txXfrm>
        <a:off x="1466029" y="1587154"/>
        <a:ext cx="9811570" cy="1269289"/>
      </dsp:txXfrm>
    </dsp:sp>
    <dsp:sp modelId="{CB27B456-4E3B-4383-9B99-542BA6A8D73A}">
      <dsp:nvSpPr>
        <dsp:cNvPr id="0" name=""/>
        <dsp:cNvSpPr/>
      </dsp:nvSpPr>
      <dsp:spPr>
        <a:xfrm>
          <a:off x="0" y="3173766"/>
          <a:ext cx="11277600" cy="12692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6B180E-53ED-4F2D-941E-2BE88B68FE7C}">
      <dsp:nvSpPr>
        <dsp:cNvPr id="0" name=""/>
        <dsp:cNvSpPr/>
      </dsp:nvSpPr>
      <dsp:spPr>
        <a:xfrm>
          <a:off x="383960" y="3459356"/>
          <a:ext cx="698109" cy="6981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C130CE-9BB4-4FCA-B1A4-15ED1F89ACF6}">
      <dsp:nvSpPr>
        <dsp:cNvPr id="0" name=""/>
        <dsp:cNvSpPr/>
      </dsp:nvSpPr>
      <dsp:spPr>
        <a:xfrm>
          <a:off x="1466029" y="3173766"/>
          <a:ext cx="9811570" cy="1269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333" tIns="134333" rIns="134333" bIns="13433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noProof="0" dirty="0"/>
            <a:t>Explain how components integrate into a processor</a:t>
          </a:r>
        </a:p>
      </dsp:txBody>
      <dsp:txXfrm>
        <a:off x="1466029" y="3173766"/>
        <a:ext cx="9811570" cy="12692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97F6B2-044E-4D2F-92AC-2BC2D85985FD}">
      <dsp:nvSpPr>
        <dsp:cNvPr id="0" name=""/>
        <dsp:cNvSpPr/>
      </dsp:nvSpPr>
      <dsp:spPr>
        <a:xfrm>
          <a:off x="677111" y="0"/>
          <a:ext cx="1690050" cy="938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Register File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(R1, R2, R3)</a:t>
          </a:r>
        </a:p>
      </dsp:txBody>
      <dsp:txXfrm>
        <a:off x="704611" y="27500"/>
        <a:ext cx="1635050" cy="883917"/>
      </dsp:txXfrm>
    </dsp:sp>
    <dsp:sp modelId="{BF8C2419-5A87-40C7-8C3B-EBCFF264A7E4}">
      <dsp:nvSpPr>
        <dsp:cNvPr id="0" name=""/>
        <dsp:cNvSpPr/>
      </dsp:nvSpPr>
      <dsp:spPr>
        <a:xfrm rot="5400000">
          <a:off x="1346090" y="962389"/>
          <a:ext cx="352093" cy="4225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1395383" y="997598"/>
        <a:ext cx="253508" cy="246465"/>
      </dsp:txXfrm>
    </dsp:sp>
    <dsp:sp modelId="{6A990A10-2314-4867-B647-A9F0F0359FDC}">
      <dsp:nvSpPr>
        <dsp:cNvPr id="0" name=""/>
        <dsp:cNvSpPr/>
      </dsp:nvSpPr>
      <dsp:spPr>
        <a:xfrm>
          <a:off x="677111" y="1408375"/>
          <a:ext cx="1690050" cy="938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ALU</a:t>
          </a:r>
        </a:p>
      </dsp:txBody>
      <dsp:txXfrm>
        <a:off x="704611" y="1435875"/>
        <a:ext cx="1635050" cy="883917"/>
      </dsp:txXfrm>
    </dsp:sp>
    <dsp:sp modelId="{1EE5872F-CF40-4085-B17A-FF28589F15CA}">
      <dsp:nvSpPr>
        <dsp:cNvPr id="0" name=""/>
        <dsp:cNvSpPr/>
      </dsp:nvSpPr>
      <dsp:spPr>
        <a:xfrm rot="5400000">
          <a:off x="1346090" y="2370765"/>
          <a:ext cx="352093" cy="4225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1395383" y="2405974"/>
        <a:ext cx="253508" cy="246465"/>
      </dsp:txXfrm>
    </dsp:sp>
    <dsp:sp modelId="{6203E67D-9857-42F6-8CFD-E9B0836781EC}">
      <dsp:nvSpPr>
        <dsp:cNvPr id="0" name=""/>
        <dsp:cNvSpPr/>
      </dsp:nvSpPr>
      <dsp:spPr>
        <a:xfrm>
          <a:off x="677111" y="2816750"/>
          <a:ext cx="1690050" cy="938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Register File</a:t>
          </a:r>
        </a:p>
      </dsp:txBody>
      <dsp:txXfrm>
        <a:off x="704611" y="2844250"/>
        <a:ext cx="1635050" cy="8839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97F6B2-044E-4D2F-92AC-2BC2D85985FD}">
      <dsp:nvSpPr>
        <dsp:cNvPr id="0" name=""/>
        <dsp:cNvSpPr/>
      </dsp:nvSpPr>
      <dsp:spPr>
        <a:xfrm>
          <a:off x="677111" y="0"/>
          <a:ext cx="1690050" cy="938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Register File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(R1, R2, R3)</a:t>
          </a:r>
        </a:p>
      </dsp:txBody>
      <dsp:txXfrm>
        <a:off x="704611" y="27500"/>
        <a:ext cx="1635050" cy="883917"/>
      </dsp:txXfrm>
    </dsp:sp>
    <dsp:sp modelId="{BF8C2419-5A87-40C7-8C3B-EBCFF264A7E4}">
      <dsp:nvSpPr>
        <dsp:cNvPr id="0" name=""/>
        <dsp:cNvSpPr/>
      </dsp:nvSpPr>
      <dsp:spPr>
        <a:xfrm rot="5400000">
          <a:off x="1346090" y="962389"/>
          <a:ext cx="352093" cy="4225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1395383" y="997598"/>
        <a:ext cx="253508" cy="246465"/>
      </dsp:txXfrm>
    </dsp:sp>
    <dsp:sp modelId="{6A990A10-2314-4867-B647-A9F0F0359FDC}">
      <dsp:nvSpPr>
        <dsp:cNvPr id="0" name=""/>
        <dsp:cNvSpPr/>
      </dsp:nvSpPr>
      <dsp:spPr>
        <a:xfrm>
          <a:off x="677111" y="1408375"/>
          <a:ext cx="1690050" cy="938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ALU</a:t>
          </a:r>
        </a:p>
      </dsp:txBody>
      <dsp:txXfrm>
        <a:off x="704611" y="1435875"/>
        <a:ext cx="1635050" cy="883917"/>
      </dsp:txXfrm>
    </dsp:sp>
    <dsp:sp modelId="{1EE5872F-CF40-4085-B17A-FF28589F15CA}">
      <dsp:nvSpPr>
        <dsp:cNvPr id="0" name=""/>
        <dsp:cNvSpPr/>
      </dsp:nvSpPr>
      <dsp:spPr>
        <a:xfrm rot="5400000">
          <a:off x="1346090" y="2370765"/>
          <a:ext cx="352093" cy="4225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1395383" y="2405974"/>
        <a:ext cx="253508" cy="246465"/>
      </dsp:txXfrm>
    </dsp:sp>
    <dsp:sp modelId="{6203E67D-9857-42F6-8CFD-E9B0836781EC}">
      <dsp:nvSpPr>
        <dsp:cNvPr id="0" name=""/>
        <dsp:cNvSpPr/>
      </dsp:nvSpPr>
      <dsp:spPr>
        <a:xfrm>
          <a:off x="677111" y="2816750"/>
          <a:ext cx="1690050" cy="938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Register File</a:t>
          </a:r>
        </a:p>
      </dsp:txBody>
      <dsp:txXfrm>
        <a:off x="704611" y="2844250"/>
        <a:ext cx="1635050" cy="8839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97F6B2-044E-4D2F-92AC-2BC2D85985FD}">
      <dsp:nvSpPr>
        <dsp:cNvPr id="0" name=""/>
        <dsp:cNvSpPr/>
      </dsp:nvSpPr>
      <dsp:spPr>
        <a:xfrm>
          <a:off x="677111" y="0"/>
          <a:ext cx="1690050" cy="938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Register File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(R1, R2, R3)</a:t>
          </a:r>
        </a:p>
      </dsp:txBody>
      <dsp:txXfrm>
        <a:off x="704611" y="27500"/>
        <a:ext cx="1635050" cy="883917"/>
      </dsp:txXfrm>
    </dsp:sp>
    <dsp:sp modelId="{BF8C2419-5A87-40C7-8C3B-EBCFF264A7E4}">
      <dsp:nvSpPr>
        <dsp:cNvPr id="0" name=""/>
        <dsp:cNvSpPr/>
      </dsp:nvSpPr>
      <dsp:spPr>
        <a:xfrm rot="5400000">
          <a:off x="1346090" y="962389"/>
          <a:ext cx="352093" cy="4225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1395383" y="997598"/>
        <a:ext cx="253508" cy="246465"/>
      </dsp:txXfrm>
    </dsp:sp>
    <dsp:sp modelId="{6A990A10-2314-4867-B647-A9F0F0359FDC}">
      <dsp:nvSpPr>
        <dsp:cNvPr id="0" name=""/>
        <dsp:cNvSpPr/>
      </dsp:nvSpPr>
      <dsp:spPr>
        <a:xfrm>
          <a:off x="677111" y="1408375"/>
          <a:ext cx="1690050" cy="938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ALU</a:t>
          </a:r>
        </a:p>
      </dsp:txBody>
      <dsp:txXfrm>
        <a:off x="704611" y="1435875"/>
        <a:ext cx="1635050" cy="883917"/>
      </dsp:txXfrm>
    </dsp:sp>
    <dsp:sp modelId="{1EE5872F-CF40-4085-B17A-FF28589F15CA}">
      <dsp:nvSpPr>
        <dsp:cNvPr id="0" name=""/>
        <dsp:cNvSpPr/>
      </dsp:nvSpPr>
      <dsp:spPr>
        <a:xfrm rot="5400000">
          <a:off x="1346090" y="2370765"/>
          <a:ext cx="352093" cy="4225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1395383" y="2405974"/>
        <a:ext cx="253508" cy="246465"/>
      </dsp:txXfrm>
    </dsp:sp>
    <dsp:sp modelId="{6203E67D-9857-42F6-8CFD-E9B0836781EC}">
      <dsp:nvSpPr>
        <dsp:cNvPr id="0" name=""/>
        <dsp:cNvSpPr/>
      </dsp:nvSpPr>
      <dsp:spPr>
        <a:xfrm>
          <a:off x="677111" y="2816750"/>
          <a:ext cx="1690050" cy="938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Register File</a:t>
          </a:r>
        </a:p>
      </dsp:txBody>
      <dsp:txXfrm>
        <a:off x="704611" y="2844250"/>
        <a:ext cx="1635050" cy="8839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97F6B2-044E-4D2F-92AC-2BC2D85985FD}">
      <dsp:nvSpPr>
        <dsp:cNvPr id="0" name=""/>
        <dsp:cNvSpPr/>
      </dsp:nvSpPr>
      <dsp:spPr>
        <a:xfrm>
          <a:off x="677111" y="0"/>
          <a:ext cx="1690050" cy="938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Register File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(R1, R2, R3)</a:t>
          </a:r>
        </a:p>
      </dsp:txBody>
      <dsp:txXfrm>
        <a:off x="704611" y="27500"/>
        <a:ext cx="1635050" cy="883917"/>
      </dsp:txXfrm>
    </dsp:sp>
    <dsp:sp modelId="{BF8C2419-5A87-40C7-8C3B-EBCFF264A7E4}">
      <dsp:nvSpPr>
        <dsp:cNvPr id="0" name=""/>
        <dsp:cNvSpPr/>
      </dsp:nvSpPr>
      <dsp:spPr>
        <a:xfrm rot="5400000">
          <a:off x="1346090" y="962389"/>
          <a:ext cx="352093" cy="4225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1395383" y="997598"/>
        <a:ext cx="253508" cy="246465"/>
      </dsp:txXfrm>
    </dsp:sp>
    <dsp:sp modelId="{6A990A10-2314-4867-B647-A9F0F0359FDC}">
      <dsp:nvSpPr>
        <dsp:cNvPr id="0" name=""/>
        <dsp:cNvSpPr/>
      </dsp:nvSpPr>
      <dsp:spPr>
        <a:xfrm>
          <a:off x="677111" y="1408375"/>
          <a:ext cx="1690050" cy="938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ALU</a:t>
          </a:r>
        </a:p>
      </dsp:txBody>
      <dsp:txXfrm>
        <a:off x="704611" y="1435875"/>
        <a:ext cx="1635050" cy="883917"/>
      </dsp:txXfrm>
    </dsp:sp>
    <dsp:sp modelId="{1EE5872F-CF40-4085-B17A-FF28589F15CA}">
      <dsp:nvSpPr>
        <dsp:cNvPr id="0" name=""/>
        <dsp:cNvSpPr/>
      </dsp:nvSpPr>
      <dsp:spPr>
        <a:xfrm rot="5400000">
          <a:off x="1346090" y="2370765"/>
          <a:ext cx="352093" cy="4225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1395383" y="2405974"/>
        <a:ext cx="253508" cy="246465"/>
      </dsp:txXfrm>
    </dsp:sp>
    <dsp:sp modelId="{6203E67D-9857-42F6-8CFD-E9B0836781EC}">
      <dsp:nvSpPr>
        <dsp:cNvPr id="0" name=""/>
        <dsp:cNvSpPr/>
      </dsp:nvSpPr>
      <dsp:spPr>
        <a:xfrm>
          <a:off x="677111" y="2816750"/>
          <a:ext cx="1690050" cy="938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Register File</a:t>
          </a:r>
        </a:p>
      </dsp:txBody>
      <dsp:txXfrm>
        <a:off x="704611" y="2844250"/>
        <a:ext cx="1635050" cy="8839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97F6B2-044E-4D2F-92AC-2BC2D85985FD}">
      <dsp:nvSpPr>
        <dsp:cNvPr id="0" name=""/>
        <dsp:cNvSpPr/>
      </dsp:nvSpPr>
      <dsp:spPr>
        <a:xfrm>
          <a:off x="677111" y="0"/>
          <a:ext cx="1690050" cy="938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Register File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(R1, R2, R3)</a:t>
          </a:r>
        </a:p>
      </dsp:txBody>
      <dsp:txXfrm>
        <a:off x="704611" y="27500"/>
        <a:ext cx="1635050" cy="883917"/>
      </dsp:txXfrm>
    </dsp:sp>
    <dsp:sp modelId="{BF8C2419-5A87-40C7-8C3B-EBCFF264A7E4}">
      <dsp:nvSpPr>
        <dsp:cNvPr id="0" name=""/>
        <dsp:cNvSpPr/>
      </dsp:nvSpPr>
      <dsp:spPr>
        <a:xfrm rot="5400000">
          <a:off x="1346090" y="962389"/>
          <a:ext cx="352093" cy="4225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1395383" y="997598"/>
        <a:ext cx="253508" cy="246465"/>
      </dsp:txXfrm>
    </dsp:sp>
    <dsp:sp modelId="{6A990A10-2314-4867-B647-A9F0F0359FDC}">
      <dsp:nvSpPr>
        <dsp:cNvPr id="0" name=""/>
        <dsp:cNvSpPr/>
      </dsp:nvSpPr>
      <dsp:spPr>
        <a:xfrm>
          <a:off x="677111" y="1408375"/>
          <a:ext cx="1690050" cy="938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ALU</a:t>
          </a:r>
        </a:p>
      </dsp:txBody>
      <dsp:txXfrm>
        <a:off x="704611" y="1435875"/>
        <a:ext cx="1635050" cy="883917"/>
      </dsp:txXfrm>
    </dsp:sp>
    <dsp:sp modelId="{1EE5872F-CF40-4085-B17A-FF28589F15CA}">
      <dsp:nvSpPr>
        <dsp:cNvPr id="0" name=""/>
        <dsp:cNvSpPr/>
      </dsp:nvSpPr>
      <dsp:spPr>
        <a:xfrm rot="5400000">
          <a:off x="1346090" y="2370765"/>
          <a:ext cx="352093" cy="4225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1395383" y="2405974"/>
        <a:ext cx="253508" cy="246465"/>
      </dsp:txXfrm>
    </dsp:sp>
    <dsp:sp modelId="{6203E67D-9857-42F6-8CFD-E9B0836781EC}">
      <dsp:nvSpPr>
        <dsp:cNvPr id="0" name=""/>
        <dsp:cNvSpPr/>
      </dsp:nvSpPr>
      <dsp:spPr>
        <a:xfrm>
          <a:off x="677111" y="2816750"/>
          <a:ext cx="1690050" cy="938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Register File</a:t>
          </a:r>
        </a:p>
      </dsp:txBody>
      <dsp:txXfrm>
        <a:off x="704611" y="2844250"/>
        <a:ext cx="1635050" cy="8839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B4BBF73-BFE4-9675-AF97-BCBB5DD951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r>
              <a:rPr lang="en-US"/>
              <a:t>Cal State Fullerton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348BF-5159-860D-10C2-C403B13121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222646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235382CB-D6B4-48E5-AFFD-4242D787BD27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61FAE-A38B-F089-F551-02119E9436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r>
              <a:rPr lang="en-US"/>
              <a:t>PowerPoint 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757FF-1DEF-1FD8-299F-05A2B93DB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222646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66805305-0FA5-4D91-9E96-34E4B06C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951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r>
              <a:rPr lang="en-US"/>
              <a:t>Cal State Fullerton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22646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F76BFB3A-AF09-4935-935F-AADA8F949CAB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30475" y="866775"/>
            <a:ext cx="4159250" cy="2339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9" tIns="46154" rIns="92309" bIns="461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2020" y="3337083"/>
            <a:ext cx="7376160" cy="2730342"/>
          </a:xfrm>
          <a:prstGeom prst="rect">
            <a:avLst/>
          </a:prstGeom>
        </p:spPr>
        <p:txBody>
          <a:bodyPr vert="horz" lIns="92309" tIns="46154" rIns="92309" bIns="4615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r>
              <a:rPr lang="en-US"/>
              <a:t>PowerPoint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22646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6CEC07C6-E753-4FD7-8B29-F8EE9ACF2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30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90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EB7A-903A-4EEE-AA9F-5CF80DFB47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24966" y="1119619"/>
            <a:ext cx="9143446" cy="1644603"/>
          </a:xfrm>
        </p:spPr>
        <p:txBody>
          <a:bodyPr lIns="0" tIns="0" rIns="0" bIns="0" anchor="b">
            <a:normAutofit/>
          </a:bodyPr>
          <a:lstStyle>
            <a:lvl1pPr algn="ctr">
              <a:lnSpc>
                <a:spcPct val="100000"/>
              </a:lnSpc>
              <a:defRPr sz="38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661CA-9166-485C-902F-B2443990F4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24966" y="3177905"/>
            <a:ext cx="9143446" cy="1474521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08B901-9186-DB29-4FA5-21BBC02462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4966" y="5633952"/>
            <a:ext cx="9143446" cy="581025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 – Location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282A0C-AE70-F90A-1C3A-41019DB55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69538" y="720925"/>
            <a:ext cx="2654302" cy="29492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DBA3CA8-4426-4FAB-ACAE-BDC78CBA3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7050A0-2597-47B0-B2A9-222CDA3D1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C9133E-026C-4BC8-8628-6A86DFEF3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F6FFAC0-AF93-4170-85DE-24B48BA5BE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351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58E13B0-1471-FD09-C552-5AB1C9B71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FD9B1-DD15-4DA0-BD0F-5599945158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1143000"/>
          </a:xfrm>
        </p:spPr>
        <p:txBody>
          <a:bodyPr lIns="0" tIns="0" rIns="0" bIns="0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B9A15-1058-6D5F-9D91-7F183BF61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978BF5-E404-2C42-09EC-B1DE94DD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7B580FEA-8678-95DF-BFE1-2B22934502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06C505-229C-CADE-EACC-2CB72C7BBC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ED2DB9-4957-B15C-21F1-00435904AF9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824037"/>
            <a:ext cx="11277600" cy="4443598"/>
          </a:xfrm>
        </p:spPr>
        <p:txBody>
          <a:bodyPr/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800"/>
            </a:lvl3pPr>
            <a:lvl4pPr>
              <a:lnSpc>
                <a:spcPct val="100000"/>
              </a:lnSpc>
              <a:defRPr sz="2800"/>
            </a:lvl4pPr>
            <a:lvl5pPr>
              <a:lnSpc>
                <a:spcPct val="100000"/>
              </a:lnSpc>
              <a:defRPr sz="2800"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8846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2C01-955E-4B21-9482-B5AB906BB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69766" cy="1143000"/>
          </a:xfrm>
        </p:spPr>
        <p:txBody>
          <a:bodyPr/>
          <a:lstStyle>
            <a:lvl1pPr algn="l">
              <a:lnSpc>
                <a:spcPct val="100000"/>
              </a:lnSpc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74F1-5F38-4720-A95A-885766F6ACB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824037"/>
            <a:ext cx="5524500" cy="4443598"/>
          </a:xfrm>
        </p:spPr>
        <p:txBody>
          <a:bodyPr/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800"/>
            </a:lvl3pPr>
            <a:lvl4pPr>
              <a:lnSpc>
                <a:spcPct val="100000"/>
              </a:lnSpc>
              <a:defRPr sz="2800"/>
            </a:lvl4pPr>
            <a:lvl5pPr>
              <a:lnSpc>
                <a:spcPct val="100000"/>
              </a:lnSpc>
              <a:defRPr sz="2800"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DF4D07-F63D-B222-2C01-19C60131B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5E0011-B84D-B0D8-9A8B-AFB475AAC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21C53ED-50CD-EA79-C4ED-23BCDB7D9E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F36BE8-50A0-2BCE-4CE4-0FC35FB84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A1ED0F-70E3-B15F-6C79-F96782D35B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61778D8-6E8B-41F7-8E93-1934FCA5F23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2466" y="1824037"/>
            <a:ext cx="5524500" cy="4443598"/>
          </a:xfrm>
        </p:spPr>
        <p:txBody>
          <a:bodyPr/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800"/>
            </a:lvl3pPr>
            <a:lvl4pPr>
              <a:lnSpc>
                <a:spcPct val="100000"/>
              </a:lnSpc>
              <a:defRPr sz="2800"/>
            </a:lvl4pPr>
            <a:lvl5pPr>
              <a:lnSpc>
                <a:spcPct val="100000"/>
              </a:lnSpc>
              <a:defRPr sz="2800"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8281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2C01-955E-4B21-9482-B5AB906BB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524500" cy="1143000"/>
          </a:xfrm>
        </p:spPr>
        <p:txBody>
          <a:bodyPr/>
          <a:lstStyle>
            <a:lvl1pPr algn="l">
              <a:lnSpc>
                <a:spcPct val="100000"/>
              </a:lnSpc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74F1-5F38-4720-A95A-885766F6ACB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824037"/>
            <a:ext cx="5524500" cy="4443598"/>
          </a:xfrm>
        </p:spPr>
        <p:txBody>
          <a:bodyPr/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800"/>
            </a:lvl3pPr>
            <a:lvl4pPr>
              <a:lnSpc>
                <a:spcPct val="100000"/>
              </a:lnSpc>
              <a:defRPr sz="2800"/>
            </a:lvl4pPr>
            <a:lvl5pPr>
              <a:lnSpc>
                <a:spcPct val="100000"/>
              </a:lnSpc>
              <a:defRPr sz="2800"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DF4D07-F63D-B222-2C01-19C60131B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5E0011-B84D-B0D8-9A8B-AFB475AAC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21C53ED-50CD-EA79-C4ED-23BCDB7D9E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F36BE8-50A0-2BCE-4CE4-0FC35FB84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A1ED0F-70E3-B15F-6C79-F96782D35B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61778D8-6E8B-41F7-8E93-1934FCA5F23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2466" y="457200"/>
            <a:ext cx="5524500" cy="5810435"/>
          </a:xfrm>
        </p:spPr>
        <p:txBody>
          <a:bodyPr/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800"/>
            </a:lvl3pPr>
            <a:lvl4pPr>
              <a:lnSpc>
                <a:spcPct val="100000"/>
              </a:lnSpc>
              <a:defRPr sz="2800"/>
            </a:lvl4pPr>
            <a:lvl5pPr>
              <a:lnSpc>
                <a:spcPct val="100000"/>
              </a:lnSpc>
              <a:defRPr sz="2800"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224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2C01-955E-4B21-9482-B5AB906BB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69766" cy="1143000"/>
          </a:xfrm>
        </p:spPr>
        <p:txBody>
          <a:bodyPr/>
          <a:lstStyle>
            <a:lvl1pPr algn="l">
              <a:lnSpc>
                <a:spcPct val="100000"/>
              </a:lnSpc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74F1-5F38-4720-A95A-885766F6ACB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726380"/>
            <a:ext cx="11269765" cy="2152792"/>
          </a:xfrm>
        </p:spPr>
        <p:txBody>
          <a:bodyPr/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DF4D07-F63D-B222-2C01-19C60131B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5E0011-B84D-B0D8-9A8B-AFB475AAC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21C53ED-50CD-EA79-C4ED-23BCDB7D9E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F36BE8-50A0-2BCE-4CE4-0FC35FB84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A1ED0F-70E3-B15F-6C79-F96782D35B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61778D8-6E8B-41F7-8E93-1934FCA5F23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4019599"/>
            <a:ext cx="11269766" cy="2248036"/>
          </a:xfrm>
        </p:spPr>
        <p:txBody>
          <a:bodyPr/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22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19551-FA4B-49C5-A55E-E19426F293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200"/>
            <a:ext cx="11269766" cy="1143000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BB0EA-2287-408C-BD4B-0102249F225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1828800"/>
            <a:ext cx="5516666" cy="4572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FEB5A-2EB1-468C-846E-5F6289E42E0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5034" y="2514601"/>
            <a:ext cx="5516666" cy="350758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0F103-0F55-45E8-9258-C4127A04AEA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10302" y="1828801"/>
            <a:ext cx="5524498" cy="4572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798080-3E5E-4011-AB0E-15A5C81E1C06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18134" y="2514601"/>
            <a:ext cx="5516666" cy="350758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68275B-3C88-F0A2-56B6-003AE47F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C6A3A8-53D1-C2EF-3210-E4CA80422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ACD1B63-72FE-0C9E-9EF7-4AF3431D36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5A4B6FB-D719-D3C9-AC20-4FC1599E3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C62B28E-0BDF-8515-B2A7-7ECC201694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E3D3079-D851-B257-667E-B59FC70E3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614A242-1B0A-B2D4-8D8D-C71807DDA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B7BDC03-DA15-D89E-4C20-254951F70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740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9FC896-AEEF-411B-AA62-896E4A3C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457200"/>
            <a:ext cx="9359900" cy="1143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EEF78-3D71-42CA-8591-2FA2B59A1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6049" y="1828800"/>
            <a:ext cx="9359899" cy="37781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BD220-EB1E-4FF4-957C-FD4F4EE12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5034" y="6407625"/>
            <a:ext cx="2640116" cy="4503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43FBA-75B2-4185-8DE0-0B9F6F5B2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750" y="6407624"/>
            <a:ext cx="5524500" cy="4503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81788-3541-4E58-9D27-86F22D4DE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00800"/>
            <a:ext cx="2640116" cy="4503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280E9-2294-4CEC-A84B-061E0D2BD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9" r:id="rId4"/>
    <p:sldLayoutId id="2147483668" r:id="rId5"/>
    <p:sldLayoutId id="2147483653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631825" indent="-17462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10858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1546225" indent="-17462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002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752" userDrawn="1">
          <p15:clr>
            <a:srgbClr val="F26B43"/>
          </p15:clr>
        </p15:guide>
        <p15:guide id="5" pos="896" userDrawn="1">
          <p15:clr>
            <a:srgbClr val="F26B43"/>
          </p15:clr>
        </p15:guide>
        <p15:guide id="6" pos="1352" userDrawn="1">
          <p15:clr>
            <a:srgbClr val="F26B43"/>
          </p15:clr>
        </p15:guide>
        <p15:guide id="7" pos="1496" userDrawn="1">
          <p15:clr>
            <a:srgbClr val="F26B43"/>
          </p15:clr>
        </p15:guide>
        <p15:guide id="8" pos="1960" userDrawn="1">
          <p15:clr>
            <a:srgbClr val="F26B43"/>
          </p15:clr>
        </p15:guide>
        <p15:guide id="9" pos="2104" userDrawn="1">
          <p15:clr>
            <a:srgbClr val="F26B43"/>
          </p15:clr>
        </p15:guide>
        <p15:guide id="10" pos="2560" userDrawn="1">
          <p15:clr>
            <a:srgbClr val="F26B43"/>
          </p15:clr>
        </p15:guide>
        <p15:guide id="11" pos="2704" userDrawn="1">
          <p15:clr>
            <a:srgbClr val="F26B43"/>
          </p15:clr>
        </p15:guide>
        <p15:guide id="12" pos="3168" userDrawn="1">
          <p15:clr>
            <a:srgbClr val="F26B43"/>
          </p15:clr>
        </p15:guide>
        <p15:guide id="13" pos="3312" userDrawn="1">
          <p15:clr>
            <a:srgbClr val="F26B43"/>
          </p15:clr>
        </p15:guide>
        <p15:guide id="14" pos="3768" userDrawn="1">
          <p15:clr>
            <a:srgbClr val="F26B43"/>
          </p15:clr>
        </p15:guide>
        <p15:guide id="15" pos="3912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20" userDrawn="1">
          <p15:clr>
            <a:srgbClr val="F26B43"/>
          </p15:clr>
        </p15:guide>
        <p15:guide id="18" pos="4976" userDrawn="1">
          <p15:clr>
            <a:srgbClr val="F26B43"/>
          </p15:clr>
        </p15:guide>
        <p15:guide id="19" pos="5120" userDrawn="1">
          <p15:clr>
            <a:srgbClr val="F26B43"/>
          </p15:clr>
        </p15:guide>
        <p15:guide id="20" pos="5584" userDrawn="1">
          <p15:clr>
            <a:srgbClr val="F26B43"/>
          </p15:clr>
        </p15:guide>
        <p15:guide id="21" pos="5728" userDrawn="1">
          <p15:clr>
            <a:srgbClr val="F26B43"/>
          </p15:clr>
        </p15:guide>
        <p15:guide id="22" pos="6184" userDrawn="1">
          <p15:clr>
            <a:srgbClr val="F26B43"/>
          </p15:clr>
        </p15:guide>
        <p15:guide id="23" pos="6328" userDrawn="1">
          <p15:clr>
            <a:srgbClr val="F26B43"/>
          </p15:clr>
        </p15:guide>
        <p15:guide id="24" pos="6792" userDrawn="1">
          <p15:clr>
            <a:srgbClr val="F26B43"/>
          </p15:clr>
        </p15:guide>
        <p15:guide id="25" pos="6936" userDrawn="1">
          <p15:clr>
            <a:srgbClr val="F26B43"/>
          </p15:clr>
        </p15:guide>
        <p15:guide id="26" pos="7392" userDrawn="1">
          <p15:clr>
            <a:srgbClr val="F26B43"/>
          </p15:clr>
        </p15:guide>
        <p15:guide id="27" orient="horz" userDrawn="1">
          <p15:clr>
            <a:srgbClr val="F26B43"/>
          </p15:clr>
        </p15:guide>
        <p15:guide id="28" orient="horz" pos="4320" userDrawn="1">
          <p15:clr>
            <a:srgbClr val="F26B43"/>
          </p15:clr>
        </p15:guide>
        <p15:guide id="29" orient="horz" pos="288" userDrawn="1">
          <p15:clr>
            <a:srgbClr val="F26B43"/>
          </p15:clr>
        </p15:guide>
        <p15:guide id="30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e.ufl.edu/~mssz/CompOrg/CDA-proc.html" TargetMode="External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e.ufl.edu/~mssz/CompOrg/CDA-proc.html" TargetMode="External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e.ufl.edu/~mssz/CompOrg/CDA-proc.html" TargetMode="External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e.ufl.edu/~mssz/CompOrg/CDA-proc.html" TargetMode="External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e.ufl.edu/~mssz/CompOrg/CDA-proc.html" TargetMode="External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8C0686-F729-4944-A511-B79A732627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noProof="0" dirty="0"/>
              <a:t>Module 3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8C35E51-0114-4E6B-9ABF-A29902909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4966" y="3809999"/>
            <a:ext cx="9143446" cy="2141913"/>
          </a:xfrm>
        </p:spPr>
        <p:txBody>
          <a:bodyPr/>
          <a:lstStyle/>
          <a:p>
            <a:r>
              <a:rPr lang="en-US" sz="3600" noProof="0" dirty="0"/>
              <a:t>Datapath, Instruction Formats, and System-Level Processor Design</a:t>
            </a:r>
          </a:p>
          <a:p>
            <a:r>
              <a:rPr lang="en-US" sz="2800" noProof="0" dirty="0"/>
              <a:t>Undergraduate Students</a:t>
            </a:r>
          </a:p>
          <a:p>
            <a:r>
              <a:rPr lang="en-US" sz="2800" noProof="0" dirty="0"/>
              <a:t>HS Students (Optional)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5F5578-B9E8-F09B-C5B5-A7EA7B41D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720840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789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D13E8-D908-3EB2-6A31-259C069EC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686BF4-4BFF-EA81-8042-982221591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143000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Learning Objectives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19810BB6-6FA6-D1F2-F8F0-C7E451CB1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19422617"/>
              </p:ext>
            </p:extLst>
          </p:nvPr>
        </p:nvGraphicFramePr>
        <p:xfrm>
          <a:off x="457200" y="1824037"/>
          <a:ext cx="11277600" cy="44435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2473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3A6E1-3983-BA96-D8DA-BB50F78CB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88D6E-053E-AC04-CD9D-8B91B76F5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a Datapath?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6AC5B26-3304-1920-EFEC-885C7F53614A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" y="4357396"/>
            <a:ext cx="11269766" cy="1910239"/>
          </a:xfrm>
        </p:spPr>
        <p:txBody>
          <a:bodyPr/>
          <a:lstStyle/>
          <a:p>
            <a:r>
              <a:rPr lang="en-US" sz="2400" noProof="0" dirty="0"/>
              <a:t>The hardware that moves and processes data inside the CPU</a:t>
            </a:r>
          </a:p>
          <a:p>
            <a:r>
              <a:rPr lang="en-US" sz="2400" noProof="0" dirty="0"/>
              <a:t>Includes functional units (e.g., ALU, registers, control unit) and connections between them</a:t>
            </a:r>
          </a:p>
          <a:p>
            <a:r>
              <a:rPr lang="en-US" sz="2400" noProof="0" dirty="0"/>
              <a:t>Works under the control of the control unit</a:t>
            </a:r>
          </a:p>
        </p:txBody>
      </p:sp>
      <p:pic>
        <p:nvPicPr>
          <p:cNvPr id="2054" name="Picture 6" descr="Schematic diagram of CPU architecture from an implementational perspective">
            <a:extLst>
              <a:ext uri="{FF2B5EF4-FFF2-40B4-BE49-F238E27FC236}">
                <a16:creationId xmlns:a16="http://schemas.microsoft.com/office/drawing/2014/main" id="{9405F91F-31E5-732A-F028-41457D15C35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242" y="1600200"/>
            <a:ext cx="5641681" cy="262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6B855E-EC0B-71AD-F3B0-C76BD2A7B975}"/>
              </a:ext>
            </a:extLst>
          </p:cNvPr>
          <p:cNvSpPr txBox="1"/>
          <p:nvPr/>
        </p:nvSpPr>
        <p:spPr>
          <a:xfrm>
            <a:off x="6830008" y="6512767"/>
            <a:ext cx="50829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bg1"/>
                </a:solidFill>
              </a:rPr>
              <a:t>Image Source: </a:t>
            </a:r>
            <a:r>
              <a:rPr lang="en-US" sz="1200" noProof="0" dirty="0">
                <a:solidFill>
                  <a:schemeClr val="bg1"/>
                </a:solidFill>
                <a:hlinkClick r:id="rId3"/>
              </a:rPr>
              <a:t>https://www.cise.ufl.edu/~mssz/CompOrg/CDA-proc.html</a:t>
            </a:r>
            <a:r>
              <a:rPr lang="en-US" sz="1200" noProof="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0117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06905-899B-09EF-25FC-EC6693BB7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340590-7625-2662-20B6-23F9D9DE4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Core Datapath Components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D0B1933-229E-A67C-D538-3C4A3119BE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" y="4357396"/>
            <a:ext cx="5113176" cy="1910239"/>
          </a:xfrm>
        </p:spPr>
        <p:txBody>
          <a:bodyPr/>
          <a:lstStyle/>
          <a:p>
            <a:r>
              <a:rPr lang="en-US" sz="2400" noProof="0" dirty="0"/>
              <a:t>ALU (Arithmetic Logic Unit)</a:t>
            </a:r>
          </a:p>
          <a:p>
            <a:r>
              <a:rPr lang="en-US" sz="2400" noProof="0" dirty="0"/>
              <a:t>Register File</a:t>
            </a:r>
          </a:p>
          <a:p>
            <a:r>
              <a:rPr lang="en-US" sz="2400" noProof="0" dirty="0"/>
              <a:t>Program Counter (PC)</a:t>
            </a:r>
          </a:p>
        </p:txBody>
      </p:sp>
      <p:pic>
        <p:nvPicPr>
          <p:cNvPr id="2054" name="Picture 6" descr="Schematic diagram of CPU architecture from an implementational perspective">
            <a:extLst>
              <a:ext uri="{FF2B5EF4-FFF2-40B4-BE49-F238E27FC236}">
                <a16:creationId xmlns:a16="http://schemas.microsoft.com/office/drawing/2014/main" id="{7C8B6518-F20A-06CD-20BC-AD58DE157A0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242" y="1600200"/>
            <a:ext cx="5641681" cy="262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EA63C034-5867-07A2-8AEC-B6FBAF312AC9}"/>
              </a:ext>
            </a:extLst>
          </p:cNvPr>
          <p:cNvSpPr txBox="1">
            <a:spLocks/>
          </p:cNvSpPr>
          <p:nvPr/>
        </p:nvSpPr>
        <p:spPr>
          <a:xfrm>
            <a:off x="6092082" y="4410630"/>
            <a:ext cx="5113176" cy="19102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1825" indent="-1746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46225" indent="-1746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noProof="0" dirty="0"/>
              <a:t>Multiplexers (</a:t>
            </a:r>
            <a:r>
              <a:rPr lang="en-US" sz="2400" noProof="0" dirty="0" err="1"/>
              <a:t>MUXes</a:t>
            </a:r>
            <a:r>
              <a:rPr lang="en-US" sz="2400" noProof="0" dirty="0"/>
              <a:t>)</a:t>
            </a:r>
          </a:p>
          <a:p>
            <a:r>
              <a:rPr lang="en-US" sz="2400" noProof="0" dirty="0"/>
              <a:t>Buses and interconnects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2F18CE-7E9C-8861-BB5F-2C0DBEBD1B3B}"/>
              </a:ext>
            </a:extLst>
          </p:cNvPr>
          <p:cNvSpPr txBox="1"/>
          <p:nvPr/>
        </p:nvSpPr>
        <p:spPr>
          <a:xfrm>
            <a:off x="6830008" y="6512767"/>
            <a:ext cx="50829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bg1"/>
                </a:solidFill>
              </a:rPr>
              <a:t>Image Source: </a:t>
            </a:r>
            <a:r>
              <a:rPr lang="en-US" sz="1200" noProof="0" dirty="0">
                <a:solidFill>
                  <a:schemeClr val="bg1"/>
                </a:solidFill>
                <a:hlinkClick r:id="rId3"/>
              </a:rPr>
              <a:t>https://www.cise.ufl.edu/~mssz/CompOrg/CDA-proc.html</a:t>
            </a:r>
            <a:r>
              <a:rPr lang="en-US" sz="1200" noProof="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1372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B8009-4B60-57F2-12C7-AAE2485C7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671685-0F38-B2FD-9847-4A41EEB25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Arithmetic Logic Unit (ALU)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A21E5E-4A88-48E9-31DB-D10197944B3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" y="4357396"/>
            <a:ext cx="5113176" cy="1910239"/>
          </a:xfrm>
        </p:spPr>
        <p:txBody>
          <a:bodyPr/>
          <a:lstStyle/>
          <a:p>
            <a:r>
              <a:rPr lang="en-US" sz="2200" noProof="0" dirty="0"/>
              <a:t>Performs arithmetic and logic operations</a:t>
            </a:r>
          </a:p>
          <a:p>
            <a:r>
              <a:rPr lang="en-US" sz="2200" noProof="0" dirty="0"/>
              <a:t>Inputs: operands from registers</a:t>
            </a:r>
          </a:p>
          <a:p>
            <a:r>
              <a:rPr lang="en-US" sz="2200" noProof="0" dirty="0"/>
              <a:t>Output: result back to register or memory</a:t>
            </a:r>
          </a:p>
        </p:txBody>
      </p:sp>
      <p:pic>
        <p:nvPicPr>
          <p:cNvPr id="2054" name="Picture 6" descr="Schematic diagram of CPU architecture from an implementational perspective">
            <a:extLst>
              <a:ext uri="{FF2B5EF4-FFF2-40B4-BE49-F238E27FC236}">
                <a16:creationId xmlns:a16="http://schemas.microsoft.com/office/drawing/2014/main" id="{66F6188C-F44C-8C57-EC95-16C30D405F2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242" y="1600200"/>
            <a:ext cx="5641681" cy="262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810AD66D-91D3-4B61-6E43-1003DBEE255A}"/>
              </a:ext>
            </a:extLst>
          </p:cNvPr>
          <p:cNvSpPr txBox="1">
            <a:spLocks/>
          </p:cNvSpPr>
          <p:nvPr/>
        </p:nvSpPr>
        <p:spPr>
          <a:xfrm>
            <a:off x="6092082" y="4410630"/>
            <a:ext cx="5113176" cy="19102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1825" indent="-1746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46225" indent="-1746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noProof="0" dirty="0"/>
              <a:t>Examples</a:t>
            </a:r>
          </a:p>
          <a:p>
            <a:pPr lvl="1"/>
            <a:r>
              <a:rPr lang="en-US" sz="2200" noProof="0" dirty="0"/>
              <a:t>Add, Subtract, AND, OR, Compare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1F0A46-5DD7-568C-402C-A8E89363B863}"/>
              </a:ext>
            </a:extLst>
          </p:cNvPr>
          <p:cNvSpPr txBox="1"/>
          <p:nvPr/>
        </p:nvSpPr>
        <p:spPr>
          <a:xfrm>
            <a:off x="6830008" y="6512767"/>
            <a:ext cx="50829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bg1"/>
                </a:solidFill>
              </a:rPr>
              <a:t>Image Source: </a:t>
            </a:r>
            <a:r>
              <a:rPr lang="en-US" sz="1200" noProof="0" dirty="0">
                <a:solidFill>
                  <a:schemeClr val="bg1"/>
                </a:solidFill>
                <a:hlinkClick r:id="rId3"/>
              </a:rPr>
              <a:t>https://www.cise.ufl.edu/~mssz/CompOrg/CDA-proc.html</a:t>
            </a:r>
            <a:r>
              <a:rPr lang="en-US" sz="1200" noProof="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069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534AB-B9F3-54AF-F73F-B988F0D7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EBF7690-9560-B13F-2BCD-825FD98B0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Program Counter (PC)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CBA6521-4391-3384-2BB4-AFAC8D81E38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" y="4357396"/>
            <a:ext cx="5113176" cy="1910239"/>
          </a:xfrm>
        </p:spPr>
        <p:txBody>
          <a:bodyPr/>
          <a:lstStyle/>
          <a:p>
            <a:r>
              <a:rPr lang="en-US" sz="2400" noProof="0" dirty="0"/>
              <a:t>Holds address of next instruction</a:t>
            </a:r>
          </a:p>
          <a:p>
            <a:r>
              <a:rPr lang="en-US" sz="2400" noProof="0" dirty="0"/>
              <a:t>Automatically increments after fetch</a:t>
            </a:r>
          </a:p>
        </p:txBody>
      </p:sp>
      <p:pic>
        <p:nvPicPr>
          <p:cNvPr id="2054" name="Picture 6" descr="Schematic diagram of CPU architecture from an implementational perspective">
            <a:extLst>
              <a:ext uri="{FF2B5EF4-FFF2-40B4-BE49-F238E27FC236}">
                <a16:creationId xmlns:a16="http://schemas.microsoft.com/office/drawing/2014/main" id="{F1E897DE-695E-3D94-4687-1A23E7C6F44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242" y="1600200"/>
            <a:ext cx="5641681" cy="262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284D7948-9194-29B1-E8BB-A519B2EB9A26}"/>
              </a:ext>
            </a:extLst>
          </p:cNvPr>
          <p:cNvSpPr txBox="1">
            <a:spLocks/>
          </p:cNvSpPr>
          <p:nvPr/>
        </p:nvSpPr>
        <p:spPr>
          <a:xfrm>
            <a:off x="6092082" y="4410630"/>
            <a:ext cx="5113176" cy="19102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1825" indent="-1746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46225" indent="-1746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noProof="0" dirty="0"/>
              <a:t>Can be updated for branches/jumps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8415DB-B84A-B075-E6A9-19B9C05366BD}"/>
              </a:ext>
            </a:extLst>
          </p:cNvPr>
          <p:cNvSpPr txBox="1"/>
          <p:nvPr/>
        </p:nvSpPr>
        <p:spPr>
          <a:xfrm>
            <a:off x="6830008" y="6512767"/>
            <a:ext cx="50829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bg1"/>
                </a:solidFill>
              </a:rPr>
              <a:t>Image Source: </a:t>
            </a:r>
            <a:r>
              <a:rPr lang="en-US" sz="1200" noProof="0" dirty="0">
                <a:solidFill>
                  <a:schemeClr val="bg1"/>
                </a:solidFill>
                <a:hlinkClick r:id="rId3"/>
              </a:rPr>
              <a:t>https://www.cise.ufl.edu/~mssz/CompOrg/CDA-proc.html</a:t>
            </a:r>
            <a:r>
              <a:rPr lang="en-US" sz="1200" noProof="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511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1E1410-890A-F1FA-F9BD-610DA25F3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noProof="0"/>
              <a:t>Datapath Operation Example</a:t>
            </a:r>
            <a:endParaRPr lang="en-US" sz="4000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DDDDE1-610A-614E-8BED-4ED3AB2D0F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noProof="0" dirty="0"/>
              <a:t>Instruction</a:t>
            </a:r>
          </a:p>
          <a:p>
            <a:pPr marL="0" indent="0" algn="ctr">
              <a:buNone/>
            </a:pPr>
            <a:r>
              <a:rPr lang="en-US" noProof="0" dirty="0"/>
              <a:t>ADD R3, R1, R2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2A5FCB6-7989-6082-58C1-D04A3A89B09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noProof="0" dirty="0"/>
              <a:t>Steps: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Read R1 and R2 from register file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Send operands to ALU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ALU computes sum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Write result to R3</a:t>
            </a:r>
          </a:p>
        </p:txBody>
      </p:sp>
    </p:spTree>
    <p:extLst>
      <p:ext uri="{BB962C8B-B14F-4D97-AF65-F5344CB8AC3E}">
        <p14:creationId xmlns:p14="http://schemas.microsoft.com/office/powerpoint/2010/main" val="589990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82DD-45E3-1C5E-A201-C2F3BCEAB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2388A08-222E-62B4-5E04-1E85E758F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726379"/>
            <a:ext cx="11269765" cy="2854951"/>
          </a:xfrm>
        </p:spPr>
        <p:txBody>
          <a:bodyPr/>
          <a:lstStyle/>
          <a:p>
            <a:r>
              <a:rPr lang="en-US" sz="2800" dirty="0"/>
              <a:t>Define how instructions are encoded in binary</a:t>
            </a:r>
          </a:p>
          <a:p>
            <a:r>
              <a:rPr lang="en-US" sz="2800" dirty="0"/>
              <a:t>Specify:</a:t>
            </a:r>
          </a:p>
          <a:p>
            <a:pPr lvl="1"/>
            <a:r>
              <a:rPr lang="en-US" sz="2800" dirty="0"/>
              <a:t>Operation (opcode)</a:t>
            </a:r>
          </a:p>
          <a:p>
            <a:pPr lvl="1"/>
            <a:r>
              <a:rPr lang="en-US" sz="2800" dirty="0"/>
              <a:t>Source operands</a:t>
            </a:r>
          </a:p>
          <a:p>
            <a:pPr lvl="1"/>
            <a:r>
              <a:rPr lang="en-US" sz="2800" dirty="0"/>
              <a:t>Destination operand</a:t>
            </a:r>
          </a:p>
        </p:txBody>
      </p:sp>
      <p:pic>
        <p:nvPicPr>
          <p:cNvPr id="17" name="Content Placeholder 16" descr="Alt text:&#10;&#10;Screenshot of MSP432 assembly code shown in a table with columns labeled Address, Object code, Label, Opcode, Operand, and comment. The instructions are:&#10;&#10;* Address 0x000005E2: `MOV R1, #0x64` with comment “R1 = 100”&#10;* Address 0x000005E6: `MUL R0, R0, R1` with comment “R0 = 100 * input”&#10;* Address 0x000005EA: `ADD R0, R0, #0x0A` with comment “R0 = 100 * input + 10”&#10;* Address 0x000005EE: `BX LR` with comment “return 100 * input + 10”&#10;&#10;The label “Func” appears next to the first instruction.">
            <a:extLst>
              <a:ext uri="{FF2B5EF4-FFF2-40B4-BE49-F238E27FC236}">
                <a16:creationId xmlns:a16="http://schemas.microsoft.com/office/drawing/2014/main" id="{7A32DFAE-486B-7233-A1BD-6920C04D4ED0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/>
          <a:stretch>
            <a:fillRect/>
          </a:stretch>
        </p:blipFill>
        <p:spPr>
          <a:xfrm>
            <a:off x="1886157" y="4742680"/>
            <a:ext cx="8411749" cy="132416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2BB7DDC-7F91-B9A4-874E-C9A61B90DCCA}"/>
              </a:ext>
            </a:extLst>
          </p:cNvPr>
          <p:cNvSpPr txBox="1"/>
          <p:nvPr/>
        </p:nvSpPr>
        <p:spPr>
          <a:xfrm>
            <a:off x="4998492" y="6506354"/>
            <a:ext cx="71935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bg1"/>
                </a:solidFill>
              </a:rPr>
              <a:t>Image Source: Valvano, J. W. (2015). Embedded systems: Introduction to the MSP432 microcontroller</a:t>
            </a:r>
          </a:p>
        </p:txBody>
      </p:sp>
    </p:spTree>
    <p:extLst>
      <p:ext uri="{BB962C8B-B14F-4D97-AF65-F5344CB8AC3E}">
        <p14:creationId xmlns:p14="http://schemas.microsoft.com/office/powerpoint/2010/main" val="1347676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0A503A-3D9D-1828-62FC-C440644A9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Instruction Formats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4AD627-2999-25EE-3F6E-6FC5D4944D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R-type (Register): operations between registers</a:t>
            </a:r>
          </a:p>
          <a:p>
            <a:pPr marL="0" indent="0" algn="ctr">
              <a:buNone/>
            </a:pPr>
            <a:r>
              <a:rPr lang="en-US" dirty="0"/>
              <a:t>MOV	R0, R1</a:t>
            </a:r>
          </a:p>
          <a:p>
            <a:r>
              <a:rPr lang="en-US" dirty="0"/>
              <a:t>I-type (Immediate): includes a constant value</a:t>
            </a:r>
          </a:p>
          <a:p>
            <a:pPr marL="0" indent="0" algn="ctr">
              <a:buNone/>
            </a:pPr>
            <a:r>
              <a:rPr lang="en-US" dirty="0"/>
              <a:t>MOV	R0, #100</a:t>
            </a:r>
          </a:p>
          <a:p>
            <a:r>
              <a:rPr lang="en-US" dirty="0"/>
              <a:t>J-type (Jump or Branch): for control flow changes</a:t>
            </a:r>
          </a:p>
          <a:p>
            <a:pPr marL="0" indent="0" algn="ctr">
              <a:buNone/>
            </a:pPr>
            <a:r>
              <a:rPr lang="en-US" dirty="0"/>
              <a:t>B Label</a:t>
            </a:r>
          </a:p>
        </p:txBody>
      </p:sp>
    </p:spTree>
    <p:extLst>
      <p:ext uri="{BB962C8B-B14F-4D97-AF65-F5344CB8AC3E}">
        <p14:creationId xmlns:p14="http://schemas.microsoft.com/office/powerpoint/2010/main" val="2265183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8C287-CC5D-757B-010F-ABCE86A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Indexed (Base + Offset) Addressing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D523B-ADA3-08C9-7AC0-C0B9568569C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Used for accessing arrays and memory structures </a:t>
                </a:r>
              </a:p>
              <a:p>
                <a:r>
                  <a:rPr lang="en-US" dirty="0"/>
                  <a:t>Effective Address (EA) is computed as:</a:t>
                </a: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/>
                        <m:t>EA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1"/>
                        <m:t>Base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Register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i="1"/>
                        <m:t>Offset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dirty="0"/>
                  <a:t>LDR R1, [R0, #4]</a:t>
                </a:r>
              </a:p>
              <a:p>
                <a:r>
                  <a:rPr lang="en-US" dirty="0"/>
                  <a:t>Meaning:</a:t>
                </a:r>
              </a:p>
              <a:p>
                <a:pPr lvl="1"/>
                <a:r>
                  <a:rPr lang="en-US" dirty="0"/>
                  <a:t>Take value in R0 (base) </a:t>
                </a:r>
              </a:p>
              <a:p>
                <a:pPr lvl="1"/>
                <a:r>
                  <a:rPr lang="en-US" dirty="0"/>
                  <a:t>Add 4 (offset) </a:t>
                </a:r>
              </a:p>
              <a:p>
                <a:pPr lvl="1"/>
                <a:r>
                  <a:rPr lang="en-US" dirty="0"/>
                  <a:t>Load from that memory address into R1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D523B-ADA3-08C9-7AC0-C0B9568569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730" t="-2469" b="-5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5914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2E99C-8417-0278-B506-F618BB2D5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3AB836-87D9-CF8F-B02D-CE97BD53B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Signals</a:t>
            </a:r>
            <a:endParaRPr lang="en-US" noProof="0" dirty="0"/>
          </a:p>
        </p:txBody>
      </p:sp>
      <p:pic>
        <p:nvPicPr>
          <p:cNvPr id="2054" name="Picture 6" descr="Schematic diagram of CPU architecture from an implementational perspective">
            <a:extLst>
              <a:ext uri="{FF2B5EF4-FFF2-40B4-BE49-F238E27FC236}">
                <a16:creationId xmlns:a16="http://schemas.microsoft.com/office/drawing/2014/main" id="{1576E362-13DC-63B0-C935-18B1C6A58A3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8093" y="1824037"/>
            <a:ext cx="5469884" cy="2542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05868E-AE6D-265A-3811-FD360D60B3D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dirty="0"/>
              <a:t>Generated by control unit</a:t>
            </a:r>
          </a:p>
          <a:p>
            <a:r>
              <a:rPr lang="en-US" dirty="0"/>
              <a:t>Direct </a:t>
            </a:r>
            <a:r>
              <a:rPr lang="en-US" dirty="0" err="1"/>
              <a:t>datapath</a:t>
            </a:r>
            <a:r>
              <a:rPr lang="en-US" dirty="0"/>
              <a:t> behavior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ALU operation select</a:t>
            </a:r>
          </a:p>
          <a:p>
            <a:pPr lvl="1"/>
            <a:r>
              <a:rPr lang="en-US" dirty="0"/>
              <a:t>Register write enable</a:t>
            </a:r>
          </a:p>
          <a:p>
            <a:pPr lvl="1"/>
            <a:r>
              <a:rPr lang="en-US" dirty="0"/>
              <a:t>Memory read/write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9AFB86-7D51-0FB4-8F72-BCF723841407}"/>
              </a:ext>
            </a:extLst>
          </p:cNvPr>
          <p:cNvSpPr txBox="1"/>
          <p:nvPr/>
        </p:nvSpPr>
        <p:spPr>
          <a:xfrm>
            <a:off x="6830008" y="6512767"/>
            <a:ext cx="50829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bg1"/>
                </a:solidFill>
              </a:rPr>
              <a:t>Image Source: </a:t>
            </a:r>
            <a:r>
              <a:rPr lang="en-US" sz="1200" noProof="0" dirty="0">
                <a:solidFill>
                  <a:schemeClr val="bg1"/>
                </a:solidFill>
                <a:hlinkClick r:id="rId3"/>
              </a:rPr>
              <a:t>https://www.cise.ufl.edu/~mssz/CompOrg/CDA-proc.html</a:t>
            </a:r>
            <a:r>
              <a:rPr lang="en-US" sz="1200" noProof="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8116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D49F1-0567-4572-0D51-F0F669764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750F842-B6BD-DAE9-3E97-6C5B7CD38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System-Level Processor Design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299286-CE1C-8C85-4A46-820D852AFA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4037"/>
            <a:ext cx="5524500" cy="4443598"/>
          </a:xfrm>
        </p:spPr>
        <p:txBody>
          <a:bodyPr/>
          <a:lstStyle/>
          <a:p>
            <a:r>
              <a:rPr lang="en-US" dirty="0"/>
              <a:t>Combines </a:t>
            </a:r>
            <a:r>
              <a:rPr lang="en-US" dirty="0" err="1"/>
              <a:t>datapath</a:t>
            </a:r>
            <a:r>
              <a:rPr lang="en-US" dirty="0"/>
              <a:t> + control unit</a:t>
            </a:r>
          </a:p>
          <a:p>
            <a:r>
              <a:rPr lang="en-US" dirty="0"/>
              <a:t>Interfaces with memory and I/O</a:t>
            </a:r>
          </a:p>
          <a:p>
            <a:r>
              <a:rPr lang="en-US" dirty="0"/>
              <a:t>Key goals:</a:t>
            </a:r>
          </a:p>
          <a:p>
            <a:pPr lvl="1"/>
            <a:r>
              <a:rPr lang="en-US" dirty="0"/>
              <a:t>Performance</a:t>
            </a:r>
          </a:p>
          <a:p>
            <a:pPr lvl="1"/>
            <a:r>
              <a:rPr lang="en-US" dirty="0"/>
              <a:t>Efficiency</a:t>
            </a:r>
          </a:p>
          <a:p>
            <a:pPr lvl="1"/>
            <a:r>
              <a:rPr lang="en-US" dirty="0"/>
              <a:t>Scalability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9B32A2-A760-56D1-610B-6CD48543E42A}"/>
              </a:ext>
            </a:extLst>
          </p:cNvPr>
          <p:cNvSpPr txBox="1"/>
          <p:nvPr/>
        </p:nvSpPr>
        <p:spPr>
          <a:xfrm>
            <a:off x="4998492" y="6506354"/>
            <a:ext cx="71935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bg1"/>
                </a:solidFill>
              </a:rPr>
              <a:t>Image Source: Valvano, J. W. (2015). Embedded systems: Introduction to the MSP432 microcontroller</a:t>
            </a:r>
          </a:p>
        </p:txBody>
      </p:sp>
      <p:pic>
        <p:nvPicPr>
          <p:cNvPr id="14" name="Content Placeholder 13" descr="Block diagram of a microcontroller showing key components including processor with registers (R0, PC), control unit (IR), ALU, bus interface unit (EAR), memory, and I/O ports connected via a 32-bit address and data bus with read/write control signals. Diagram highlights data flow and control signals between processor, memory, and I/O for microcontroller operation.">
            <a:extLst>
              <a:ext uri="{FF2B5EF4-FFF2-40B4-BE49-F238E27FC236}">
                <a16:creationId xmlns:a16="http://schemas.microsoft.com/office/drawing/2014/main" id="{3EF297B5-C7DA-D4E4-A768-A80244D600D4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/>
          <a:stretch>
            <a:fillRect/>
          </a:stretch>
        </p:blipFill>
        <p:spPr>
          <a:xfrm>
            <a:off x="6203690" y="1824037"/>
            <a:ext cx="5521845" cy="296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219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A97FA-4FFE-2F8B-CFBF-075128710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Together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002C67-0CA6-62E0-FF0D-026B83791E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3200" dirty="0"/>
              <a:t>Instruction → decoded into control signals</a:t>
            </a:r>
          </a:p>
          <a:p>
            <a:r>
              <a:rPr lang="en-US" sz="3200" dirty="0"/>
              <a:t>Control signals drive </a:t>
            </a:r>
            <a:r>
              <a:rPr lang="en-US" sz="3200" dirty="0" err="1"/>
              <a:t>datapath</a:t>
            </a:r>
            <a:endParaRPr lang="en-US" sz="3200" dirty="0"/>
          </a:p>
          <a:p>
            <a:r>
              <a:rPr lang="en-US" sz="3200" dirty="0"/>
              <a:t>Datapath executes operation</a:t>
            </a:r>
          </a:p>
          <a:p>
            <a:r>
              <a:rPr lang="en-US" sz="3200" dirty="0"/>
              <a:t>Result stored or used for next step</a:t>
            </a:r>
          </a:p>
        </p:txBody>
      </p:sp>
    </p:spTree>
    <p:extLst>
      <p:ext uri="{BB962C8B-B14F-4D97-AF65-F5344CB8AC3E}">
        <p14:creationId xmlns:p14="http://schemas.microsoft.com/office/powerpoint/2010/main" val="2942204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FF3E3-C2E3-C25E-1992-CBCCF4834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F786A-347A-9438-D92A-49A519598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178CA4-8E93-504C-1A97-C5CBA19703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3200" dirty="0"/>
              <a:t>Datapath executes operations using ALU and registers</a:t>
            </a:r>
          </a:p>
          <a:p>
            <a:r>
              <a:rPr lang="en-US" sz="3200" dirty="0"/>
              <a:t>Instruction formats define how operations are encoded</a:t>
            </a:r>
          </a:p>
          <a:p>
            <a:r>
              <a:rPr lang="en-US" sz="3200" dirty="0"/>
              <a:t>Processor design integrates </a:t>
            </a:r>
            <a:r>
              <a:rPr lang="en-US" sz="3200" dirty="0" err="1"/>
              <a:t>datapath</a:t>
            </a:r>
            <a:r>
              <a:rPr lang="en-US" sz="3200" dirty="0"/>
              <a:t> and control</a:t>
            </a:r>
          </a:p>
        </p:txBody>
      </p:sp>
    </p:spTree>
    <p:extLst>
      <p:ext uri="{BB962C8B-B14F-4D97-AF65-F5344CB8AC3E}">
        <p14:creationId xmlns:p14="http://schemas.microsoft.com/office/powerpoint/2010/main" val="3372186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DE10-B062-32E0-6B05-8B6EDFA70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5192"/>
            <a:ext cx="11269766" cy="772492"/>
          </a:xfrm>
        </p:spPr>
        <p:txBody>
          <a:bodyPr/>
          <a:lstStyle/>
          <a:p>
            <a:r>
              <a:rPr lang="en-US" dirty="0"/>
              <a:t>Simplified Datapath - Components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FD71C-B68B-C8B7-792B-F7CC7CF1D4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212980"/>
            <a:ext cx="8026131" cy="5054655"/>
          </a:xfrm>
        </p:spPr>
        <p:txBody>
          <a:bodyPr/>
          <a:lstStyle/>
          <a:p>
            <a:r>
              <a:rPr lang="en-US" b="1" dirty="0"/>
              <a:t>Where are the inputs to the ALU coming from?</a:t>
            </a:r>
          </a:p>
          <a:p>
            <a:pPr lvl="1"/>
            <a:r>
              <a:rPr lang="en-US" dirty="0"/>
              <a:t>The ALU inputs come from the register file, specifically from the source registers being read for the instruction</a:t>
            </a:r>
          </a:p>
          <a:p>
            <a:r>
              <a:rPr lang="en-US" b="1" dirty="0"/>
              <a:t>Where does the ALU output go?</a:t>
            </a:r>
          </a:p>
          <a:p>
            <a:pPr lvl="1"/>
            <a:r>
              <a:rPr lang="en-US" dirty="0"/>
              <a:t>The ALU output goes back to the register file, where it is written into the destination register</a:t>
            </a:r>
            <a:endParaRPr lang="en-US" sz="2400" dirty="0"/>
          </a:p>
        </p:txBody>
      </p:sp>
      <p:graphicFrame>
        <p:nvGraphicFramePr>
          <p:cNvPr id="6" name="Content Placeholder 5" descr="Diagram titled “Simplified Datapath Diagram” showing a vertical flow of components. At the top is a block labeled “Register File (R1, R2, R3),” followed by a downward arrow to a block labeled “ALU,” then another downward arrow to a second block labeled “Register File.” At the bottom left, “PC” points with an arrow to “Instruction Memory.”">
            <a:extLst>
              <a:ext uri="{FF2B5EF4-FFF2-40B4-BE49-F238E27FC236}">
                <a16:creationId xmlns:a16="http://schemas.microsoft.com/office/drawing/2014/main" id="{5565091B-5B7A-230F-C439-6B4BA6BA7810}"/>
              </a:ext>
            </a:extLst>
          </p:cNvPr>
          <p:cNvGraphicFramePr>
            <a:graphicFrameLocks noGrp="1"/>
          </p:cNvGraphicFramePr>
          <p:nvPr>
            <p:ph sz="half" idx="13"/>
            <p:extLst>
              <p:ext uri="{D42A27DB-BD31-4B8C-83A1-F6EECF244321}">
                <p14:modId xmlns:p14="http://schemas.microsoft.com/office/powerpoint/2010/main" val="1444427264"/>
              </p:ext>
            </p:extLst>
          </p:nvPr>
        </p:nvGraphicFramePr>
        <p:xfrm>
          <a:off x="8753518" y="1646753"/>
          <a:ext cx="3044274" cy="3755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1994DEA-CD06-B38C-131A-8E2FC23056B7}"/>
              </a:ext>
            </a:extLst>
          </p:cNvPr>
          <p:cNvSpPr txBox="1"/>
          <p:nvPr/>
        </p:nvSpPr>
        <p:spPr>
          <a:xfrm>
            <a:off x="8632301" y="5483676"/>
            <a:ext cx="3286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PC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Instruction Memory</a:t>
            </a:r>
          </a:p>
        </p:txBody>
      </p:sp>
    </p:spTree>
    <p:extLst>
      <p:ext uri="{BB962C8B-B14F-4D97-AF65-F5344CB8AC3E}">
        <p14:creationId xmlns:p14="http://schemas.microsoft.com/office/powerpoint/2010/main" val="3037631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A791E-CCA7-544C-AD4C-DBE6F8464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BA1D-3270-2DB9-A6A0-A9B76CECD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5192"/>
            <a:ext cx="11269766" cy="772492"/>
          </a:xfrm>
        </p:spPr>
        <p:txBody>
          <a:bodyPr/>
          <a:lstStyle/>
          <a:p>
            <a:r>
              <a:rPr lang="en-US" dirty="0"/>
              <a:t>Simplified Datapath - Trace an Instruction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B4D381-E42D-1B2E-8D51-0501710803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212980"/>
            <a:ext cx="8026131" cy="5054655"/>
          </a:xfrm>
        </p:spPr>
        <p:txBody>
          <a:bodyPr/>
          <a:lstStyle/>
          <a:p>
            <a:r>
              <a:rPr lang="en-US" sz="2000" b="1" dirty="0"/>
              <a:t>Instruction: </a:t>
            </a:r>
            <a:r>
              <a:rPr lang="en-US" sz="2000" dirty="0"/>
              <a:t>ADD R3, R1, R2</a:t>
            </a:r>
          </a:p>
          <a:p>
            <a:r>
              <a:rPr lang="en-US" sz="2000" b="1" dirty="0"/>
              <a:t>Operand Flow</a:t>
            </a:r>
          </a:p>
          <a:p>
            <a:pPr lvl="1"/>
            <a:r>
              <a:rPr lang="en-US" sz="2000" dirty="0"/>
              <a:t>R1 and R2 are read from the register file and sent to the ALU as inputs</a:t>
            </a:r>
          </a:p>
          <a:p>
            <a:r>
              <a:rPr lang="en-US" sz="2000" b="1" dirty="0"/>
              <a:t>Result Destination</a:t>
            </a:r>
          </a:p>
          <a:p>
            <a:pPr lvl="1"/>
            <a:r>
              <a:rPr lang="en-US" sz="2000" dirty="0"/>
              <a:t>The ALU computes R1 + R2</a:t>
            </a:r>
          </a:p>
          <a:p>
            <a:pPr lvl="1"/>
            <a:r>
              <a:rPr lang="en-US" sz="2000" dirty="0"/>
              <a:t>The result is written back into R3 in the register file</a:t>
            </a:r>
          </a:p>
          <a:p>
            <a:r>
              <a:rPr lang="en-US" sz="2000" b="1" dirty="0"/>
              <a:t>Full Flow</a:t>
            </a:r>
          </a:p>
          <a:p>
            <a:pPr lvl="1"/>
            <a:r>
              <a:rPr lang="en-US" sz="2000" dirty="0"/>
              <a:t>Read R1 </a:t>
            </a:r>
          </a:p>
          <a:p>
            <a:pPr lvl="1"/>
            <a:r>
              <a:rPr lang="en-US" sz="2000" dirty="0"/>
              <a:t>Read R2 </a:t>
            </a:r>
          </a:p>
          <a:p>
            <a:pPr lvl="1"/>
            <a:r>
              <a:rPr lang="en-US" sz="2000" dirty="0"/>
              <a:t>Send both values to ALU </a:t>
            </a:r>
          </a:p>
          <a:p>
            <a:pPr lvl="1"/>
            <a:r>
              <a:rPr lang="en-US" sz="2000" dirty="0"/>
              <a:t>ALU adds them </a:t>
            </a:r>
          </a:p>
          <a:p>
            <a:pPr lvl="1"/>
            <a:r>
              <a:rPr lang="en-US" sz="2000" dirty="0"/>
              <a:t>Write result into R3 </a:t>
            </a:r>
          </a:p>
        </p:txBody>
      </p:sp>
      <p:graphicFrame>
        <p:nvGraphicFramePr>
          <p:cNvPr id="6" name="Content Placeholder 5" descr="Diagram titled “Simplified Datapath Diagram” showing a vertical flow of components. At the top is a block labeled “Register File (R1, R2, R3),” followed by a downward arrow to a block labeled “ALU,” then another downward arrow to a second block labeled “Register File.” At the bottom left, “PC” points with an arrow to “Instruction Memory.”">
            <a:extLst>
              <a:ext uri="{FF2B5EF4-FFF2-40B4-BE49-F238E27FC236}">
                <a16:creationId xmlns:a16="http://schemas.microsoft.com/office/drawing/2014/main" id="{229F8D84-E73D-D8D6-55F0-774F067DAE25}"/>
              </a:ext>
            </a:extLst>
          </p:cNvPr>
          <p:cNvGraphicFramePr>
            <a:graphicFrameLocks noGrp="1"/>
          </p:cNvGraphicFramePr>
          <p:nvPr>
            <p:ph sz="half" idx="13"/>
          </p:nvPr>
        </p:nvGraphicFramePr>
        <p:xfrm>
          <a:off x="8753518" y="1646753"/>
          <a:ext cx="3044274" cy="3755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4460959-0AD6-EE4C-968B-E874AF95C7AC}"/>
              </a:ext>
            </a:extLst>
          </p:cNvPr>
          <p:cNvSpPr txBox="1"/>
          <p:nvPr/>
        </p:nvSpPr>
        <p:spPr>
          <a:xfrm>
            <a:off x="8632301" y="5483676"/>
            <a:ext cx="3286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PC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Instruction Memory</a:t>
            </a:r>
          </a:p>
        </p:txBody>
      </p:sp>
    </p:spTree>
    <p:extLst>
      <p:ext uri="{BB962C8B-B14F-4D97-AF65-F5344CB8AC3E}">
        <p14:creationId xmlns:p14="http://schemas.microsoft.com/office/powerpoint/2010/main" val="2512643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309F8-3A73-3F3B-FAB3-8A0DFD832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0B2F8-A1C8-32CC-3345-B2E82D283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5192"/>
            <a:ext cx="11269766" cy="772492"/>
          </a:xfrm>
        </p:spPr>
        <p:txBody>
          <a:bodyPr/>
          <a:lstStyle/>
          <a:p>
            <a:r>
              <a:rPr lang="en-US" dirty="0"/>
              <a:t>Simplified Datapath - Control Signals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B4926-0A0E-4DEA-C4CE-44AB8B1C5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212980"/>
            <a:ext cx="8026131" cy="5054655"/>
          </a:xfrm>
        </p:spPr>
        <p:txBody>
          <a:bodyPr/>
          <a:lstStyle/>
          <a:p>
            <a:r>
              <a:rPr lang="en-US" sz="2000" b="1" dirty="0"/>
              <a:t>3 control signals active during this instruction</a:t>
            </a:r>
          </a:p>
          <a:p>
            <a:pPr lvl="1"/>
            <a:r>
              <a:rPr lang="en-US" sz="2000" b="1" dirty="0"/>
              <a:t>ALU operation select = ADD</a:t>
            </a:r>
          </a:p>
          <a:p>
            <a:pPr lvl="2"/>
            <a:r>
              <a:rPr lang="en-US" sz="2000" dirty="0"/>
              <a:t>Tells the ALU to perform addition</a:t>
            </a:r>
          </a:p>
          <a:p>
            <a:pPr lvl="1"/>
            <a:r>
              <a:rPr lang="en-US" sz="2000" b="1" dirty="0"/>
              <a:t>Register write enable = 1</a:t>
            </a:r>
          </a:p>
          <a:p>
            <a:pPr lvl="2"/>
            <a:r>
              <a:rPr lang="en-US" sz="2000" dirty="0"/>
              <a:t>Allows the result to be written into the destination register</a:t>
            </a:r>
          </a:p>
          <a:p>
            <a:pPr lvl="1"/>
            <a:r>
              <a:rPr lang="en-US" sz="2000" b="1" dirty="0"/>
              <a:t>Register source select/read register select</a:t>
            </a:r>
          </a:p>
          <a:p>
            <a:pPr lvl="2"/>
            <a:r>
              <a:rPr lang="en-US" sz="2000" dirty="0"/>
              <a:t>Selects R1 and R2 as the registers to read</a:t>
            </a:r>
          </a:p>
          <a:p>
            <a:r>
              <a:rPr lang="en-US" sz="2000" b="1" dirty="0"/>
              <a:t>Other acceptable answers:</a:t>
            </a:r>
          </a:p>
          <a:p>
            <a:pPr lvl="1"/>
            <a:r>
              <a:rPr lang="en-US" sz="2000" dirty="0"/>
              <a:t>Destination register select = R3</a:t>
            </a:r>
          </a:p>
          <a:p>
            <a:pPr lvl="1"/>
            <a:r>
              <a:rPr lang="en-US" sz="2000" dirty="0"/>
              <a:t>ALU input enable</a:t>
            </a:r>
          </a:p>
          <a:p>
            <a:pPr lvl="1"/>
            <a:r>
              <a:rPr lang="en-US" sz="2000" dirty="0"/>
              <a:t>PC update/PC increment</a:t>
            </a:r>
          </a:p>
          <a:p>
            <a:endParaRPr lang="en-US" sz="2000" dirty="0"/>
          </a:p>
        </p:txBody>
      </p:sp>
      <p:graphicFrame>
        <p:nvGraphicFramePr>
          <p:cNvPr id="6" name="Content Placeholder 5" descr="Diagram titled “Simplified Datapath Diagram” showing a vertical flow of components. At the top is a block labeled “Register File (R1, R2, R3),” followed by a downward arrow to a block labeled “ALU,” then another downward arrow to a second block labeled “Register File.” At the bottom left, “PC” points with an arrow to “Instruction Memory.”">
            <a:extLst>
              <a:ext uri="{FF2B5EF4-FFF2-40B4-BE49-F238E27FC236}">
                <a16:creationId xmlns:a16="http://schemas.microsoft.com/office/drawing/2014/main" id="{72F80193-1E5A-BCC6-74CA-6541FBC9FF11}"/>
              </a:ext>
            </a:extLst>
          </p:cNvPr>
          <p:cNvGraphicFramePr>
            <a:graphicFrameLocks noGrp="1"/>
          </p:cNvGraphicFramePr>
          <p:nvPr>
            <p:ph sz="half" idx="13"/>
          </p:nvPr>
        </p:nvGraphicFramePr>
        <p:xfrm>
          <a:off x="8753518" y="1646753"/>
          <a:ext cx="3044274" cy="3755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5114191-4886-6FA3-377D-40A59106C6E0}"/>
              </a:ext>
            </a:extLst>
          </p:cNvPr>
          <p:cNvSpPr txBox="1"/>
          <p:nvPr/>
        </p:nvSpPr>
        <p:spPr>
          <a:xfrm>
            <a:off x="8632301" y="5483676"/>
            <a:ext cx="3286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PC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Instruction Memory</a:t>
            </a:r>
          </a:p>
        </p:txBody>
      </p:sp>
    </p:spTree>
    <p:extLst>
      <p:ext uri="{BB962C8B-B14F-4D97-AF65-F5344CB8AC3E}">
        <p14:creationId xmlns:p14="http://schemas.microsoft.com/office/powerpoint/2010/main" val="1956943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1B8DC-FB49-AD1E-30EF-10857F568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3577-E220-FEF9-29BD-F38AE8BD1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5192"/>
            <a:ext cx="11269766" cy="772492"/>
          </a:xfrm>
        </p:spPr>
        <p:txBody>
          <a:bodyPr/>
          <a:lstStyle/>
          <a:p>
            <a:r>
              <a:rPr lang="en-US" sz="4000" dirty="0"/>
              <a:t>Simplified Datapath - Program Counter Role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A8850B-CD12-CD3B-4C37-878158D52E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212980"/>
            <a:ext cx="8026131" cy="5054655"/>
          </a:xfrm>
        </p:spPr>
        <p:txBody>
          <a:bodyPr/>
          <a:lstStyle/>
          <a:p>
            <a:r>
              <a:rPr lang="en-US" dirty="0"/>
              <a:t>The Program Counter (PC) holds the address of the current or next instruction in instruction memory</a:t>
            </a:r>
          </a:p>
          <a:p>
            <a:r>
              <a:rPr lang="en-US" dirty="0"/>
              <a:t>During execution of this ADD instruction, the PC is used to fetch the instruction, and then it is normally incremented so the processor can move to the next instruction</a:t>
            </a:r>
          </a:p>
        </p:txBody>
      </p:sp>
      <p:graphicFrame>
        <p:nvGraphicFramePr>
          <p:cNvPr id="6" name="Content Placeholder 5" descr="Diagram titled “Simplified Datapath Diagram” showing a vertical flow of components. At the top is a block labeled “Register File (R1, R2, R3),” followed by a downward arrow to a block labeled “ALU,” then another downward arrow to a second block labeled “Register File.” At the bottom left, “PC” points with an arrow to “Instruction Memory.”">
            <a:extLst>
              <a:ext uri="{FF2B5EF4-FFF2-40B4-BE49-F238E27FC236}">
                <a16:creationId xmlns:a16="http://schemas.microsoft.com/office/drawing/2014/main" id="{227BBDFC-E66D-69DF-BE19-03C07F21DBEE}"/>
              </a:ext>
            </a:extLst>
          </p:cNvPr>
          <p:cNvGraphicFramePr>
            <a:graphicFrameLocks noGrp="1"/>
          </p:cNvGraphicFramePr>
          <p:nvPr>
            <p:ph sz="half" idx="13"/>
          </p:nvPr>
        </p:nvGraphicFramePr>
        <p:xfrm>
          <a:off x="8753518" y="1646753"/>
          <a:ext cx="3044274" cy="3755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D570D88-0B6C-19CB-2765-BF4F4BB92766}"/>
              </a:ext>
            </a:extLst>
          </p:cNvPr>
          <p:cNvSpPr txBox="1"/>
          <p:nvPr/>
        </p:nvSpPr>
        <p:spPr>
          <a:xfrm>
            <a:off x="8632301" y="5483676"/>
            <a:ext cx="3286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PC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Instruction Memory</a:t>
            </a:r>
          </a:p>
        </p:txBody>
      </p:sp>
    </p:spTree>
    <p:extLst>
      <p:ext uri="{BB962C8B-B14F-4D97-AF65-F5344CB8AC3E}">
        <p14:creationId xmlns:p14="http://schemas.microsoft.com/office/powerpoint/2010/main" val="1966239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1A53E-23D8-3A6A-2E0E-407C5039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AAE85-20BA-0CAB-FA7B-DEF2E67BD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5192"/>
            <a:ext cx="11269766" cy="772492"/>
          </a:xfrm>
        </p:spPr>
        <p:txBody>
          <a:bodyPr/>
          <a:lstStyle/>
          <a:p>
            <a:r>
              <a:rPr lang="en-US" sz="4000" dirty="0"/>
              <a:t>Simplified Datapath - Concept Check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556242-8943-E1D0-C2A2-1023D38CB4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212980"/>
            <a:ext cx="8026131" cy="5054655"/>
          </a:xfrm>
        </p:spPr>
        <p:txBody>
          <a:bodyPr/>
          <a:lstStyle/>
          <a:p>
            <a:r>
              <a:rPr lang="en-US" sz="2400" b="1" dirty="0"/>
              <a:t>Why is the ALU placed between register reads and writes?</a:t>
            </a:r>
          </a:p>
          <a:p>
            <a:pPr lvl="1"/>
            <a:r>
              <a:rPr lang="en-US" sz="2400" i="1" dirty="0"/>
              <a:t>The ALU is placed between register reads and writes because it must:</a:t>
            </a:r>
          </a:p>
          <a:p>
            <a:pPr lvl="2"/>
            <a:r>
              <a:rPr lang="en-US" sz="2400" dirty="0"/>
              <a:t>Receive operand values from the registers</a:t>
            </a:r>
          </a:p>
          <a:p>
            <a:pPr lvl="2"/>
            <a:r>
              <a:rPr lang="en-US" sz="2400" dirty="0"/>
              <a:t>Perform the required arithmetic or logic operation</a:t>
            </a:r>
          </a:p>
          <a:p>
            <a:pPr lvl="2"/>
            <a:r>
              <a:rPr lang="en-US" sz="2400" dirty="0"/>
              <a:t>Then send the result back to a register for storage</a:t>
            </a:r>
          </a:p>
          <a:p>
            <a:pPr lvl="1"/>
            <a:r>
              <a:rPr lang="en-US" sz="2400" i="1" dirty="0"/>
              <a:t>It acts as the processing unit between input data and output result</a:t>
            </a:r>
            <a:endParaRPr lang="en-US" sz="2400" dirty="0"/>
          </a:p>
        </p:txBody>
      </p:sp>
      <p:graphicFrame>
        <p:nvGraphicFramePr>
          <p:cNvPr id="6" name="Content Placeholder 5" descr="Diagram titled “Simplified Datapath Diagram” showing a vertical flow of components. At the top is a block labeled “Register File (R1, R2, R3),” followed by a downward arrow to a block labeled “ALU,” then another downward arrow to a second block labeled “Register File.” At the bottom left, “PC” points with an arrow to “Instruction Memory.”">
            <a:extLst>
              <a:ext uri="{FF2B5EF4-FFF2-40B4-BE49-F238E27FC236}">
                <a16:creationId xmlns:a16="http://schemas.microsoft.com/office/drawing/2014/main" id="{C3EC2B83-E4C2-4962-ABCB-25D52E9E8083}"/>
              </a:ext>
            </a:extLst>
          </p:cNvPr>
          <p:cNvGraphicFramePr>
            <a:graphicFrameLocks noGrp="1"/>
          </p:cNvGraphicFramePr>
          <p:nvPr>
            <p:ph sz="half" idx="13"/>
          </p:nvPr>
        </p:nvGraphicFramePr>
        <p:xfrm>
          <a:off x="8753518" y="1646753"/>
          <a:ext cx="3044274" cy="3755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080EB7E-BDC1-C612-DF97-A4EEDEFCAD53}"/>
              </a:ext>
            </a:extLst>
          </p:cNvPr>
          <p:cNvSpPr txBox="1"/>
          <p:nvPr/>
        </p:nvSpPr>
        <p:spPr>
          <a:xfrm>
            <a:off x="8632301" y="5483676"/>
            <a:ext cx="3286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PC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Instruction Memory</a:t>
            </a:r>
          </a:p>
        </p:txBody>
      </p:sp>
    </p:spTree>
    <p:extLst>
      <p:ext uri="{BB962C8B-B14F-4D97-AF65-F5344CB8AC3E}">
        <p14:creationId xmlns:p14="http://schemas.microsoft.com/office/powerpoint/2010/main" val="1533231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1F599-9AD1-98EB-E447-CD04D054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F6A1A-D405-7D52-7354-B262FFE70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Discussion/Questions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C71BA3-A29A-71A3-C99B-835A3A92F5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3200" dirty="0"/>
              <a:t>How do different instruction formats affect performance?</a:t>
            </a:r>
          </a:p>
          <a:p>
            <a:r>
              <a:rPr lang="en-US" sz="3200" dirty="0"/>
              <a:t>What happens during a branch instruction?</a:t>
            </a:r>
          </a:p>
          <a:p>
            <a:r>
              <a:rPr lang="en-US" sz="3200" dirty="0"/>
              <a:t>How would pipelining change the </a:t>
            </a:r>
            <a:r>
              <a:rPr lang="en-US" sz="3200" dirty="0" err="1"/>
              <a:t>datapath</a:t>
            </a:r>
            <a:r>
              <a:rPr lang="en-US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0572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SUF">
      <a:dk1>
        <a:srgbClr val="00244E"/>
      </a:dk1>
      <a:lt1>
        <a:srgbClr val="FFFFFF"/>
      </a:lt1>
      <a:dk2>
        <a:srgbClr val="222222"/>
      </a:dk2>
      <a:lt2>
        <a:srgbClr val="EBEBEB"/>
      </a:lt2>
      <a:accent1>
        <a:srgbClr val="00244E"/>
      </a:accent1>
      <a:accent2>
        <a:srgbClr val="2973B6"/>
      </a:accent2>
      <a:accent3>
        <a:srgbClr val="8ACCE4"/>
      </a:accent3>
      <a:accent4>
        <a:srgbClr val="FF7900"/>
      </a:accent4>
      <a:accent5>
        <a:srgbClr val="EDA941"/>
      </a:accent5>
      <a:accent6>
        <a:srgbClr val="F3CD47"/>
      </a:accent6>
      <a:hlink>
        <a:srgbClr val="99B3B9"/>
      </a:hlink>
      <a:folHlink>
        <a:srgbClr val="DF6436"/>
      </a:folHlink>
    </a:clrScheme>
    <a:fontScheme name="CSUF-Theme-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5FE1AB7-F0CD-4A8B-BFA9-0AD7945DB4A0}" vid="{BBCA1856-BC87-4357-9E72-ED06542CDF0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CSUF-PPT-6-A</Template>
  <TotalTime>898</TotalTime>
  <Words>961</Words>
  <Application>Microsoft Office PowerPoint</Application>
  <PresentationFormat>Widescreen</PresentationFormat>
  <Paragraphs>158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 Math</vt:lpstr>
      <vt:lpstr>Wingdings</vt:lpstr>
      <vt:lpstr>Office Theme</vt:lpstr>
      <vt:lpstr>Module 3</vt:lpstr>
      <vt:lpstr>Learning Objectives</vt:lpstr>
      <vt:lpstr>What is a Datapath?</vt:lpstr>
      <vt:lpstr>Core Datapath Components</vt:lpstr>
      <vt:lpstr>Arithmetic Logic Unit (ALU)</vt:lpstr>
      <vt:lpstr>Program Counter (PC)</vt:lpstr>
      <vt:lpstr>Datapath Operation Example</vt:lpstr>
      <vt:lpstr>Instruction Formats</vt:lpstr>
      <vt:lpstr>Common Instruction Formats</vt:lpstr>
      <vt:lpstr>Indexed (Base + Offset) Addressing</vt:lpstr>
      <vt:lpstr>Control Signals</vt:lpstr>
      <vt:lpstr>System-Level Processor Design</vt:lpstr>
      <vt:lpstr>Putting It Together</vt:lpstr>
      <vt:lpstr>Summary</vt:lpstr>
      <vt:lpstr>Simplified Datapath - Components</vt:lpstr>
      <vt:lpstr>Simplified Datapath - Trace an Instruction</vt:lpstr>
      <vt:lpstr>Simplified Datapath - Control Signals</vt:lpstr>
      <vt:lpstr>Simplified Datapath - Program Counter Role</vt:lpstr>
      <vt:lpstr>Simplified Datapath - Concept Check</vt:lpstr>
      <vt:lpstr>Discussion/Questions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3 - Datapath, Instruction Formats, and System-Level Processor Design - UG</dc:title>
  <dc:creator>Faller, John (Kenneth)</dc:creator>
  <cp:lastModifiedBy>Faller, John (Kenneth)</cp:lastModifiedBy>
  <cp:revision>269</cp:revision>
  <cp:lastPrinted>2023-01-31T22:42:47Z</cp:lastPrinted>
  <dcterms:created xsi:type="dcterms:W3CDTF">2024-12-31T21:42:59Z</dcterms:created>
  <dcterms:modified xsi:type="dcterms:W3CDTF">2026-04-03T22:44:55Z</dcterms:modified>
</cp:coreProperties>
</file>