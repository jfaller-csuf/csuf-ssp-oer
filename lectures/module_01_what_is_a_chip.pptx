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8" r:id="rId2"/>
    <p:sldId id="273" r:id="rId3"/>
    <p:sldId id="274" r:id="rId4"/>
    <p:sldId id="275" r:id="rId5"/>
    <p:sldId id="276" r:id="rId6"/>
    <p:sldId id="277" r:id="rId7"/>
    <p:sldId id="278" r:id="rId8"/>
    <p:sldId id="279" r:id="rId9"/>
    <p:sldId id="280" r:id="rId10"/>
    <p:sldId id="282" r:id="rId11"/>
    <p:sldId id="281" r:id="rId12"/>
  </p:sldIdLst>
  <p:sldSz cx="12192000" cy="6858000"/>
  <p:notesSz cx="9220200" cy="6934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6238" autoAdjust="0"/>
  </p:normalViewPr>
  <p:slideViewPr>
    <p:cSldViewPr snapToGrid="0">
      <p:cViewPr varScale="1">
        <p:scale>
          <a:sx n="103" d="100"/>
          <a:sy n="103" d="100"/>
        </p:scale>
        <p:origin x="115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4BBF73-BFE4-9675-AF97-BCBB5DD951BC}"/>
              </a:ext>
            </a:extLst>
          </p:cNvPr>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a:extLst>
              <a:ext uri="{FF2B5EF4-FFF2-40B4-BE49-F238E27FC236}">
                <a16:creationId xmlns:a16="http://schemas.microsoft.com/office/drawing/2014/main" id="{44B348BF-5159-860D-10C2-C403B1312182}"/>
              </a:ext>
            </a:extLst>
          </p:cNvPr>
          <p:cNvSpPr>
            <a:spLocks noGrp="1"/>
          </p:cNvSpPr>
          <p:nvPr>
            <p:ph type="dt" sz="quarter" idx="1"/>
          </p:nvPr>
        </p:nvSpPr>
        <p:spPr>
          <a:xfrm>
            <a:off x="5222646" y="1"/>
            <a:ext cx="3995420" cy="347914"/>
          </a:xfrm>
          <a:prstGeom prst="rect">
            <a:avLst/>
          </a:prstGeom>
        </p:spPr>
        <p:txBody>
          <a:bodyPr vert="horz" lIns="92309" tIns="46154" rIns="92309" bIns="46154" rtlCol="0"/>
          <a:lstStyle>
            <a:lvl1pPr algn="r">
              <a:defRPr sz="1200"/>
            </a:lvl1pPr>
          </a:lstStyle>
          <a:p>
            <a:fld id="{235382CB-D6B4-48E5-AFFD-4242D787BD27}" type="datetime2">
              <a:rPr lang="en-US" smtClean="0"/>
              <a:t>Friday, March 27, 2026</a:t>
            </a:fld>
            <a:endParaRPr lang="en-US"/>
          </a:p>
        </p:txBody>
      </p:sp>
      <p:sp>
        <p:nvSpPr>
          <p:cNvPr id="4" name="Footer Placeholder 3">
            <a:extLst>
              <a:ext uri="{FF2B5EF4-FFF2-40B4-BE49-F238E27FC236}">
                <a16:creationId xmlns:a16="http://schemas.microsoft.com/office/drawing/2014/main" id="{1E461FAE-A38B-F089-F551-02119E943626}"/>
              </a:ext>
            </a:extLst>
          </p:cNvPr>
          <p:cNvSpPr>
            <a:spLocks noGrp="1"/>
          </p:cNvSpPr>
          <p:nvPr>
            <p:ph type="ftr" sz="quarter" idx="2"/>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5" name="Slide Number Placeholder 4">
            <a:extLst>
              <a:ext uri="{FF2B5EF4-FFF2-40B4-BE49-F238E27FC236}">
                <a16:creationId xmlns:a16="http://schemas.microsoft.com/office/drawing/2014/main" id="{BBE757FF-1DEF-1FD8-299F-05A2B93DBD71}"/>
              </a:ext>
            </a:extLst>
          </p:cNvPr>
          <p:cNvSpPr>
            <a:spLocks noGrp="1"/>
          </p:cNvSpPr>
          <p:nvPr>
            <p:ph type="sldNum" sz="quarter" idx="3"/>
          </p:nvPr>
        </p:nvSpPr>
        <p:spPr>
          <a:xfrm>
            <a:off x="5222646" y="6586287"/>
            <a:ext cx="3995420" cy="347913"/>
          </a:xfrm>
          <a:prstGeom prst="rect">
            <a:avLst/>
          </a:prstGeom>
        </p:spPr>
        <p:txBody>
          <a:bodyPr vert="horz" lIns="92309" tIns="46154" rIns="92309" bIns="46154" rtlCol="0" anchor="b"/>
          <a:lstStyle>
            <a:lvl1pPr algn="r">
              <a:defRPr sz="1200"/>
            </a:lvl1pPr>
          </a:lstStyle>
          <a:p>
            <a:fld id="{66805305-0FA5-4D91-9E96-34E4B06C1291}" type="slidenum">
              <a:rPr lang="en-US" smtClean="0"/>
              <a:t>‹#›</a:t>
            </a:fld>
            <a:endParaRPr lang="en-US"/>
          </a:p>
        </p:txBody>
      </p:sp>
    </p:spTree>
    <p:extLst>
      <p:ext uri="{BB962C8B-B14F-4D97-AF65-F5344CB8AC3E}">
        <p14:creationId xmlns:p14="http://schemas.microsoft.com/office/powerpoint/2010/main" val="2739195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p:cNvSpPr>
            <a:spLocks noGrp="1"/>
          </p:cNvSpPr>
          <p:nvPr>
            <p:ph type="dt" idx="1"/>
          </p:nvPr>
        </p:nvSpPr>
        <p:spPr>
          <a:xfrm>
            <a:off x="5222646" y="1"/>
            <a:ext cx="3995420" cy="347914"/>
          </a:xfrm>
          <a:prstGeom prst="rect">
            <a:avLst/>
          </a:prstGeom>
        </p:spPr>
        <p:txBody>
          <a:bodyPr vert="horz" lIns="92309" tIns="46154" rIns="92309" bIns="46154" rtlCol="0"/>
          <a:lstStyle>
            <a:lvl1pPr algn="r">
              <a:defRPr sz="1200"/>
            </a:lvl1pPr>
          </a:lstStyle>
          <a:p>
            <a:fld id="{F76BFB3A-AF09-4935-935F-AADA8F949CAB}" type="datetime2">
              <a:rPr lang="en-US" smtClean="0"/>
              <a:t>Friday, March 27, 2026</a:t>
            </a:fld>
            <a:endParaRPr lang="en-US"/>
          </a:p>
        </p:txBody>
      </p:sp>
      <p:sp>
        <p:nvSpPr>
          <p:cNvPr id="4" name="Slide Image Placeholder 3"/>
          <p:cNvSpPr>
            <a:spLocks noGrp="1" noRot="1" noChangeAspect="1"/>
          </p:cNvSpPr>
          <p:nvPr>
            <p:ph type="sldImg" idx="2"/>
          </p:nvPr>
        </p:nvSpPr>
        <p:spPr>
          <a:xfrm>
            <a:off x="2530475" y="866775"/>
            <a:ext cx="4159250" cy="23399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922020" y="3337083"/>
            <a:ext cx="7376160" cy="2730342"/>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7" name="Slide Number Placeholder 6"/>
          <p:cNvSpPr>
            <a:spLocks noGrp="1"/>
          </p:cNvSpPr>
          <p:nvPr>
            <p:ph type="sldNum" sz="quarter" idx="5"/>
          </p:nvPr>
        </p:nvSpPr>
        <p:spPr>
          <a:xfrm>
            <a:off x="5222646" y="6586287"/>
            <a:ext cx="3995420" cy="347913"/>
          </a:xfrm>
          <a:prstGeom prst="rect">
            <a:avLst/>
          </a:prstGeom>
        </p:spPr>
        <p:txBody>
          <a:bodyPr vert="horz" lIns="92309" tIns="46154" rIns="92309" bIns="46154" rtlCol="0" anchor="b"/>
          <a:lstStyle>
            <a:lvl1pPr algn="r">
              <a:defRPr sz="1200"/>
            </a:lvl1pPr>
          </a:lstStyle>
          <a:p>
            <a:fld id="{6CEC07C6-E753-4FD7-8B29-F8EE9ACF298C}" type="slidenum">
              <a:rPr lang="en-US" smtClean="0"/>
              <a:t>‹#›</a:t>
            </a:fld>
            <a:endParaRPr lang="en-US"/>
          </a:p>
        </p:txBody>
      </p:sp>
    </p:spTree>
    <p:extLst>
      <p:ext uri="{BB962C8B-B14F-4D97-AF65-F5344CB8AC3E}">
        <p14:creationId xmlns:p14="http://schemas.microsoft.com/office/powerpoint/2010/main" val="3567730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7890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sv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sv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EB7A-903A-4EEE-AA9F-5CF80DFB4723}"/>
              </a:ext>
            </a:extLst>
          </p:cNvPr>
          <p:cNvSpPr>
            <a:spLocks noGrp="1"/>
          </p:cNvSpPr>
          <p:nvPr>
            <p:ph type="ctrTitle" hasCustomPrompt="1"/>
          </p:nvPr>
        </p:nvSpPr>
        <p:spPr>
          <a:xfrm>
            <a:off x="1424966" y="1119619"/>
            <a:ext cx="9143446" cy="1644603"/>
          </a:xfrm>
        </p:spPr>
        <p:txBody>
          <a:bodyPr lIns="0" tIns="0" rIns="0" bIns="0" anchor="b">
            <a:normAutofit/>
          </a:bodyPr>
          <a:lstStyle>
            <a:lvl1pPr algn="ctr">
              <a:lnSpc>
                <a:spcPct val="100000"/>
              </a:lnSpc>
              <a:defRPr sz="3800" b="1">
                <a:solidFill>
                  <a:schemeClr val="accent1"/>
                </a:solidFill>
              </a:defRPr>
            </a:lvl1pPr>
          </a:lstStyle>
          <a:p>
            <a:r>
              <a:rPr lang="en-US" dirty="0"/>
              <a:t>Presentation Title</a:t>
            </a:r>
            <a:br>
              <a:rPr lang="en-US" dirty="0"/>
            </a:br>
            <a:r>
              <a:rPr lang="en-US" dirty="0"/>
              <a:t>Goes Here</a:t>
            </a:r>
          </a:p>
        </p:txBody>
      </p:sp>
      <p:sp>
        <p:nvSpPr>
          <p:cNvPr id="3" name="Subtitle 2">
            <a:extLst>
              <a:ext uri="{FF2B5EF4-FFF2-40B4-BE49-F238E27FC236}">
                <a16:creationId xmlns:a16="http://schemas.microsoft.com/office/drawing/2014/main" id="{2E4661CA-9166-485C-902F-B2443990F4CF}"/>
              </a:ext>
            </a:extLst>
          </p:cNvPr>
          <p:cNvSpPr>
            <a:spLocks noGrp="1"/>
          </p:cNvSpPr>
          <p:nvPr>
            <p:ph type="subTitle" idx="1" hasCustomPrompt="1"/>
          </p:nvPr>
        </p:nvSpPr>
        <p:spPr>
          <a:xfrm>
            <a:off x="1424966" y="3177905"/>
            <a:ext cx="9143446" cy="1474521"/>
          </a:xfrm>
        </p:spPr>
        <p:txBody>
          <a:bodyPr lIns="0" tIns="0" rIns="0" bIns="0" anchor="t"/>
          <a:lstStyle>
            <a:lvl1pPr marL="0" indent="0" algn="ctr">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p>
        </p:txBody>
      </p:sp>
      <p:sp>
        <p:nvSpPr>
          <p:cNvPr id="12" name="Text Placeholder 11">
            <a:extLst>
              <a:ext uri="{FF2B5EF4-FFF2-40B4-BE49-F238E27FC236}">
                <a16:creationId xmlns:a16="http://schemas.microsoft.com/office/drawing/2014/main" id="{B408B901-9186-DB29-4FA5-21BBC02462AD}"/>
              </a:ext>
            </a:extLst>
          </p:cNvPr>
          <p:cNvSpPr>
            <a:spLocks noGrp="1"/>
          </p:cNvSpPr>
          <p:nvPr>
            <p:ph type="body" sz="quarter" idx="10" hasCustomPrompt="1"/>
          </p:nvPr>
        </p:nvSpPr>
        <p:spPr>
          <a:xfrm>
            <a:off x="1424966" y="5633952"/>
            <a:ext cx="9143446" cy="581025"/>
          </a:xfrm>
        </p:spPr>
        <p:txBody>
          <a:bodyPr lIns="0" tIns="0" rIns="0" bIns="0">
            <a:noAutofit/>
          </a:bodyPr>
          <a:lstStyle>
            <a:lvl1pPr marL="0" indent="0" algn="ctr">
              <a:lnSpc>
                <a:spcPct val="100000"/>
              </a:lnSpc>
              <a:buNone/>
              <a:defRPr sz="140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Date – Location</a:t>
            </a:r>
          </a:p>
        </p:txBody>
      </p:sp>
      <p:pic>
        <p:nvPicPr>
          <p:cNvPr id="9" name="Picture 8">
            <a:extLst>
              <a:ext uri="{FF2B5EF4-FFF2-40B4-BE49-F238E27FC236}">
                <a16:creationId xmlns:a16="http://schemas.microsoft.com/office/drawing/2014/main" id="{A9282A0C-AE70-F90A-1C3A-41019DB55A20}"/>
              </a:ext>
            </a:extLst>
          </p:cNvPr>
          <p:cNvPicPr>
            <a:picLocks noChangeAspect="1"/>
          </p:cNvPicPr>
          <p:nvPr userDrawn="1"/>
        </p:nvPicPr>
        <p:blipFill>
          <a:blip r:embed="rId2"/>
          <a:stretch>
            <a:fillRect/>
          </a:stretch>
        </p:blipFill>
        <p:spPr>
          <a:xfrm>
            <a:off x="4669538" y="720925"/>
            <a:ext cx="2654302" cy="294923"/>
          </a:xfrm>
          <a:prstGeom prst="rect">
            <a:avLst/>
          </a:prstGeom>
        </p:spPr>
      </p:pic>
      <p:sp>
        <p:nvSpPr>
          <p:cNvPr id="8" name="Rectangle 7">
            <a:extLst>
              <a:ext uri="{FF2B5EF4-FFF2-40B4-BE49-F238E27FC236}">
                <a16:creationId xmlns:a16="http://schemas.microsoft.com/office/drawing/2014/main" id="{4DBA3CA8-4426-4FAB-ACAE-BDC78CBA3C0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10" name="Rectangle 9">
            <a:extLst>
              <a:ext uri="{FF2B5EF4-FFF2-40B4-BE49-F238E27FC236}">
                <a16:creationId xmlns:a16="http://schemas.microsoft.com/office/drawing/2014/main" id="{987050A0-2597-47B0-B2A9-222CDA3D15A3}"/>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C9133E-026C-4BC8-8628-6A86DFEF3E7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AF6FFAC0-AF93-4170-85DE-24B48BA5BEF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7437" y="-1"/>
            <a:ext cx="180975" cy="137159"/>
          </a:xfrm>
          <a:prstGeom prst="rect">
            <a:avLst/>
          </a:prstGeom>
        </p:spPr>
      </p:pic>
    </p:spTree>
    <p:extLst>
      <p:ext uri="{BB962C8B-B14F-4D97-AF65-F5344CB8AC3E}">
        <p14:creationId xmlns:p14="http://schemas.microsoft.com/office/powerpoint/2010/main" val="8243518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Slide ">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58E13B0-1471-FD09-C552-5AB1C9B712B1}"/>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2" name="Title 1">
            <a:extLst>
              <a:ext uri="{FF2B5EF4-FFF2-40B4-BE49-F238E27FC236}">
                <a16:creationId xmlns:a16="http://schemas.microsoft.com/office/drawing/2014/main" id="{93AFD9B1-DD15-4DA0-BD0F-5599945158DD}"/>
              </a:ext>
            </a:extLst>
          </p:cNvPr>
          <p:cNvSpPr>
            <a:spLocks noGrp="1"/>
          </p:cNvSpPr>
          <p:nvPr>
            <p:ph type="title" hasCustomPrompt="1"/>
          </p:nvPr>
        </p:nvSpPr>
        <p:spPr>
          <a:xfrm>
            <a:off x="457200" y="457200"/>
            <a:ext cx="11277600" cy="1143000"/>
          </a:xfrm>
        </p:spPr>
        <p:txBody>
          <a:bodyPr lIns="0" tIns="0" rIns="0" bIns="0"/>
          <a:lstStyle>
            <a:lvl1pPr>
              <a:defRPr sz="4400">
                <a:solidFill>
                  <a:schemeClr val="tx1"/>
                </a:solidFill>
              </a:defRPr>
            </a:lvl1pPr>
          </a:lstStyle>
          <a:p>
            <a:r>
              <a:rPr lang="en-US" dirty="0"/>
              <a:t>Click to add title</a:t>
            </a:r>
          </a:p>
        </p:txBody>
      </p:sp>
      <p:sp>
        <p:nvSpPr>
          <p:cNvPr id="3" name="Content Placeholder 2">
            <a:extLst>
              <a:ext uri="{FF2B5EF4-FFF2-40B4-BE49-F238E27FC236}">
                <a16:creationId xmlns:a16="http://schemas.microsoft.com/office/drawing/2014/main" id="{7CDB9763-7D65-429F-BD59-75DBFB945BF8}"/>
              </a:ext>
            </a:extLst>
          </p:cNvPr>
          <p:cNvSpPr>
            <a:spLocks noGrp="1"/>
          </p:cNvSpPr>
          <p:nvPr>
            <p:ph idx="1" hasCustomPrompt="1"/>
          </p:nvPr>
        </p:nvSpPr>
        <p:spPr>
          <a:xfrm>
            <a:off x="457200" y="1828800"/>
            <a:ext cx="11269766" cy="4358936"/>
          </a:xfrm>
        </p:spPr>
        <p:txBody>
          <a:bodyPr lIns="0" tIns="0" rIns="0" bIns="0"/>
          <a:lstStyle>
            <a:lvl1pPr marL="0" indent="0">
              <a:lnSpc>
                <a:spcPct val="100000"/>
              </a:lnSpc>
              <a:buNone/>
              <a:defRPr sz="2800">
                <a:solidFill>
                  <a:schemeClr val="tx2"/>
                </a:solidFill>
              </a:defRPr>
            </a:lvl1pPr>
            <a:lvl2pPr>
              <a:lnSpc>
                <a:spcPct val="100000"/>
              </a:lnSpc>
              <a:defRPr sz="2800">
                <a:solidFill>
                  <a:schemeClr val="tx2"/>
                </a:solidFill>
              </a:defRPr>
            </a:lvl2pPr>
            <a:lvl3pPr>
              <a:lnSpc>
                <a:spcPct val="100000"/>
              </a:lnSpc>
              <a:defRPr sz="2800">
                <a:solidFill>
                  <a:schemeClr val="tx2"/>
                </a:solidFill>
              </a:defRPr>
            </a:lvl3pPr>
            <a:lvl4pPr>
              <a:lnSpc>
                <a:spcPct val="100000"/>
              </a:lnSpc>
              <a:defRPr sz="2800">
                <a:solidFill>
                  <a:schemeClr val="tx2"/>
                </a:solidFill>
              </a:defRPr>
            </a:lvl4pPr>
            <a:lvl5pPr>
              <a:lnSpc>
                <a:spcPct val="100000"/>
              </a:lnSpc>
              <a:defRPr sz="2800">
                <a:solidFill>
                  <a:schemeClr val="tx2"/>
                </a:solidFill>
              </a:defRPr>
            </a:lvl5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0280B26-DCBA-41F6-B791-F51413EC6DDA}"/>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6" name="Rectangle 15">
            <a:extLst>
              <a:ext uri="{FF2B5EF4-FFF2-40B4-BE49-F238E27FC236}">
                <a16:creationId xmlns:a16="http://schemas.microsoft.com/office/drawing/2014/main" id="{499B9A15-1058-6D5F-9D91-7F183BF610C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ate Placeholder 3">
            <a:extLst>
              <a:ext uri="{FF2B5EF4-FFF2-40B4-BE49-F238E27FC236}">
                <a16:creationId xmlns:a16="http://schemas.microsoft.com/office/drawing/2014/main" id="{47AD375C-0981-EAD1-40D6-C1E06F8C38E8}"/>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5" name="Footer Placeholder 4">
            <a:extLst>
              <a:ext uri="{FF2B5EF4-FFF2-40B4-BE49-F238E27FC236}">
                <a16:creationId xmlns:a16="http://schemas.microsoft.com/office/drawing/2014/main" id="{A6B4D7EF-C9F8-3DA0-05D5-FC74F20B8C3B}"/>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27" name="Rectangle 26">
            <a:extLst>
              <a:ext uri="{FF2B5EF4-FFF2-40B4-BE49-F238E27FC236}">
                <a16:creationId xmlns:a16="http://schemas.microsoft.com/office/drawing/2014/main" id="{32978BF5-E404-2C42-09EC-B1DE94DD859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a:extLst>
              <a:ext uri="{FF2B5EF4-FFF2-40B4-BE49-F238E27FC236}">
                <a16:creationId xmlns:a16="http://schemas.microsoft.com/office/drawing/2014/main" id="{7B580FEA-8678-95DF-BFE1-2B22934502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pic>
        <p:nvPicPr>
          <p:cNvPr id="14" name="Picture 13">
            <a:extLst>
              <a:ext uri="{FF2B5EF4-FFF2-40B4-BE49-F238E27FC236}">
                <a16:creationId xmlns:a16="http://schemas.microsoft.com/office/drawing/2014/main" id="{FF06C505-229C-CADE-EACC-2CB72C7BBC41}"/>
              </a:ext>
            </a:extLst>
          </p:cNvPr>
          <p:cNvPicPr>
            <a:picLocks noChangeAspect="1"/>
          </p:cNvPicPr>
          <p:nvPr userDrawn="1"/>
        </p:nvPicPr>
        <p:blipFill>
          <a:blip r:embed="rId4"/>
          <a:stretch>
            <a:fillRect/>
          </a:stretch>
        </p:blipFill>
        <p:spPr>
          <a:xfrm>
            <a:off x="465033" y="6541227"/>
            <a:ext cx="1681267" cy="181017"/>
          </a:xfrm>
          <a:prstGeom prst="rect">
            <a:avLst/>
          </a:prstGeom>
        </p:spPr>
      </p:pic>
    </p:spTree>
    <p:extLst>
      <p:ext uri="{BB962C8B-B14F-4D97-AF65-F5344CB8AC3E}">
        <p14:creationId xmlns:p14="http://schemas.microsoft.com/office/powerpoint/2010/main" val="28888464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E5242-C647-41FB-9068-CDEDA3581F60}"/>
              </a:ext>
            </a:extLst>
          </p:cNvPr>
          <p:cNvSpPr>
            <a:spLocks noGrp="1"/>
          </p:cNvSpPr>
          <p:nvPr>
            <p:ph type="title" hasCustomPrompt="1"/>
          </p:nvPr>
        </p:nvSpPr>
        <p:spPr>
          <a:xfrm>
            <a:off x="465034" y="457199"/>
            <a:ext cx="7434366" cy="1371600"/>
          </a:xfrm>
        </p:spPr>
        <p:txBody>
          <a:bodyPr anchor="ctr">
            <a:normAutofit/>
          </a:bodyPr>
          <a:lstStyle>
            <a:lvl1pPr>
              <a:lnSpc>
                <a:spcPct val="100000"/>
              </a:lnSpc>
              <a:defRPr sz="2800">
                <a:latin typeface="+mj-lt"/>
              </a:defRPr>
            </a:lvl1pPr>
          </a:lstStyle>
          <a:p>
            <a:r>
              <a:rPr lang="en-US" dirty="0"/>
              <a:t>Click to add title</a:t>
            </a:r>
          </a:p>
        </p:txBody>
      </p:sp>
      <p:sp>
        <p:nvSpPr>
          <p:cNvPr id="3" name="Text Placeholder 2">
            <a:extLst>
              <a:ext uri="{FF2B5EF4-FFF2-40B4-BE49-F238E27FC236}">
                <a16:creationId xmlns:a16="http://schemas.microsoft.com/office/drawing/2014/main" id="{1035C1A5-3969-44EB-8F46-5E7473A8052A}"/>
              </a:ext>
            </a:extLst>
          </p:cNvPr>
          <p:cNvSpPr>
            <a:spLocks noGrp="1"/>
          </p:cNvSpPr>
          <p:nvPr>
            <p:ph type="body" idx="1" hasCustomPrompt="1"/>
          </p:nvPr>
        </p:nvSpPr>
        <p:spPr>
          <a:xfrm>
            <a:off x="465034" y="2057400"/>
            <a:ext cx="7434366" cy="4032251"/>
          </a:xfrm>
        </p:spPr>
        <p:txBody>
          <a:bodyPr>
            <a:normAutofit/>
          </a:bodyPr>
          <a:lstStyle>
            <a:lvl1pPr marL="0" indent="0">
              <a:buNone/>
              <a:defRPr sz="1400">
                <a:solidFill>
                  <a:schemeClr val="tx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content (Paste Special – Unformatted Text). </a:t>
            </a:r>
          </a:p>
        </p:txBody>
      </p:sp>
      <p:sp>
        <p:nvSpPr>
          <p:cNvPr id="12" name="Rectangle 11">
            <a:extLst>
              <a:ext uri="{FF2B5EF4-FFF2-40B4-BE49-F238E27FC236}">
                <a16:creationId xmlns:a16="http://schemas.microsoft.com/office/drawing/2014/main" id="{4EF1C3BE-B545-33FB-C631-A328427E3A34}"/>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D0DFEB-47D6-6DF6-B70A-457EB402332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451BDB93-2D43-31ED-9DBD-6CBBFB9FEE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198C910C-E2C5-B46A-E5EA-C13AE92337E6}"/>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7BA09A87-DADE-FD4E-2100-98AA2153846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Picture Placeholder 6">
            <a:extLst>
              <a:ext uri="{FF2B5EF4-FFF2-40B4-BE49-F238E27FC236}">
                <a16:creationId xmlns:a16="http://schemas.microsoft.com/office/drawing/2014/main" id="{93850DAB-085C-D134-5B64-056E493697E7}"/>
              </a:ext>
            </a:extLst>
          </p:cNvPr>
          <p:cNvSpPr>
            <a:spLocks noGrp="1"/>
          </p:cNvSpPr>
          <p:nvPr>
            <p:ph type="pic" sz="quarter" idx="13"/>
          </p:nvPr>
        </p:nvSpPr>
        <p:spPr>
          <a:xfrm>
            <a:off x="8128000" y="137158"/>
            <a:ext cx="3606800" cy="6263642"/>
          </a:xfrm>
        </p:spPr>
        <p:txBody>
          <a:bodyPr anchor="t"/>
          <a:lstStyle>
            <a:lvl1pPr marL="0" indent="0" algn="l">
              <a:buFont typeface="+mj-lt"/>
              <a:buNone/>
              <a:defRPr/>
            </a:lvl1p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Slide Number Placeholder 5">
            <a:extLst>
              <a:ext uri="{FF2B5EF4-FFF2-40B4-BE49-F238E27FC236}">
                <a16:creationId xmlns:a16="http://schemas.microsoft.com/office/drawing/2014/main" id="{3FB5CBC9-7473-C7A0-F53B-C46F012E535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B771E7F9-98B9-9C4C-825A-FCCE858F94CF}"/>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8C5A3EAC-2CBF-F14E-0A50-B2D8FB7A234A}"/>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77231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200" y="1824037"/>
            <a:ext cx="5524500" cy="4443598"/>
          </a:xfrm>
        </p:spPr>
        <p:txBody>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6202466" y="1824037"/>
            <a:ext cx="5524500" cy="4443598"/>
          </a:xfrm>
        </p:spPr>
        <p:txBody>
          <a:bodyPr/>
          <a:lstStyle>
            <a:lvl1pPr>
              <a:lnSpc>
                <a:spcPct val="100000"/>
              </a:lnSpc>
              <a:defRPr sz="2400"/>
            </a:lvl1pPr>
            <a:lvl2pPr>
              <a:lnSpc>
                <a:spcPct val="100000"/>
              </a:lnSpc>
              <a:defRPr sz="2400"/>
            </a:lvl2pPr>
            <a:lvl3pPr>
              <a:lnSpc>
                <a:spcPct val="100000"/>
              </a:lnSpc>
              <a:defRPr sz="2400"/>
            </a:lvl3pPr>
            <a:lvl4pPr>
              <a:lnSpc>
                <a:spcPct val="100000"/>
              </a:lnSpc>
              <a:defRPr sz="2400"/>
            </a:lvl4pPr>
            <a:lvl5pPr>
              <a:lnSpc>
                <a:spcPct val="100000"/>
              </a:lnSpc>
              <a:defRPr sz="24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8AFD5D8-BC9E-7745-7FB5-D1782F99E778}"/>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6B3AFD25-113A-0974-A2A5-67196CCF50F3}"/>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76B96A8C-E821-A6A4-A8AE-DAEF8298E2B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528281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551-FA4B-49C5-A55E-E19426F2934B}"/>
              </a:ext>
            </a:extLst>
          </p:cNvPr>
          <p:cNvSpPr>
            <a:spLocks noGrp="1"/>
          </p:cNvSpPr>
          <p:nvPr>
            <p:ph type="title" hasCustomPrompt="1"/>
          </p:nvPr>
        </p:nvSpPr>
        <p:spPr>
          <a:xfrm>
            <a:off x="465034" y="457200"/>
            <a:ext cx="11269766" cy="1143000"/>
          </a:xfrm>
        </p:spPr>
        <p:txBody>
          <a:bodyPr/>
          <a:lstStyle>
            <a:lvl1pPr algn="ctr">
              <a:lnSpc>
                <a:spcPct val="100000"/>
              </a:lnSpc>
              <a:defRPr/>
            </a:lvl1pPr>
          </a:lstStyle>
          <a:p>
            <a:r>
              <a:rPr lang="en-US" dirty="0"/>
              <a:t>Click to add title</a:t>
            </a:r>
          </a:p>
        </p:txBody>
      </p:sp>
      <p:sp>
        <p:nvSpPr>
          <p:cNvPr id="3" name="Text Placeholder 2">
            <a:extLst>
              <a:ext uri="{FF2B5EF4-FFF2-40B4-BE49-F238E27FC236}">
                <a16:creationId xmlns:a16="http://schemas.microsoft.com/office/drawing/2014/main" id="{601BB0EA-2287-408C-BD4B-0102249F2255}"/>
              </a:ext>
            </a:extLst>
          </p:cNvPr>
          <p:cNvSpPr>
            <a:spLocks noGrp="1"/>
          </p:cNvSpPr>
          <p:nvPr>
            <p:ph type="body" idx="1" hasCustomPrompt="1"/>
          </p:nvPr>
        </p:nvSpPr>
        <p:spPr>
          <a:xfrm>
            <a:off x="465034" y="1828800"/>
            <a:ext cx="5516666"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4" name="Content Placeholder 3">
            <a:extLst>
              <a:ext uri="{FF2B5EF4-FFF2-40B4-BE49-F238E27FC236}">
                <a16:creationId xmlns:a16="http://schemas.microsoft.com/office/drawing/2014/main" id="{C9DFEB5A-2EB1-468C-846E-5F6289E42E00}"/>
              </a:ext>
            </a:extLst>
          </p:cNvPr>
          <p:cNvSpPr>
            <a:spLocks noGrp="1"/>
          </p:cNvSpPr>
          <p:nvPr>
            <p:ph sz="half" idx="2" hasCustomPrompt="1"/>
          </p:nvPr>
        </p:nvSpPr>
        <p:spPr>
          <a:xfrm>
            <a:off x="465034" y="2514601"/>
            <a:ext cx="5516666" cy="35075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280F103-0F55-45E8-9258-C4127A04AEA9}"/>
              </a:ext>
            </a:extLst>
          </p:cNvPr>
          <p:cNvSpPr>
            <a:spLocks noGrp="1"/>
          </p:cNvSpPr>
          <p:nvPr>
            <p:ph type="body" sz="quarter" idx="3" hasCustomPrompt="1"/>
          </p:nvPr>
        </p:nvSpPr>
        <p:spPr>
          <a:xfrm>
            <a:off x="6210302" y="1828801"/>
            <a:ext cx="5524498"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6" name="Content Placeholder 5">
            <a:extLst>
              <a:ext uri="{FF2B5EF4-FFF2-40B4-BE49-F238E27FC236}">
                <a16:creationId xmlns:a16="http://schemas.microsoft.com/office/drawing/2014/main" id="{9B798080-3E5E-4011-AB0E-15A5C81E1C06}"/>
              </a:ext>
            </a:extLst>
          </p:cNvPr>
          <p:cNvSpPr>
            <a:spLocks noGrp="1"/>
          </p:cNvSpPr>
          <p:nvPr>
            <p:ph sz="quarter" idx="4" hasCustomPrompt="1"/>
          </p:nvPr>
        </p:nvSpPr>
        <p:spPr>
          <a:xfrm>
            <a:off x="6218134" y="2514601"/>
            <a:ext cx="5516666" cy="350758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6868275B-3C88-F0A2-56B6-003AE47F39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6A3A8-53D1-C2EF-3210-E4CA80422B08}"/>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5ACD1B63-72FE-0C9E-9EF7-4AF3431D36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8" name="Rectangle 17">
            <a:extLst>
              <a:ext uri="{FF2B5EF4-FFF2-40B4-BE49-F238E27FC236}">
                <a16:creationId xmlns:a16="http://schemas.microsoft.com/office/drawing/2014/main" id="{15A4B6FB-D719-D3C9-AC20-4FC1599E3F2A}"/>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2" name="Picture 21">
            <a:extLst>
              <a:ext uri="{FF2B5EF4-FFF2-40B4-BE49-F238E27FC236}">
                <a16:creationId xmlns:a16="http://schemas.microsoft.com/office/drawing/2014/main" id="{FC62B28E-0BDF-8515-B2A7-7ECC2016940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Slide Number Placeholder 5">
            <a:extLst>
              <a:ext uri="{FF2B5EF4-FFF2-40B4-BE49-F238E27FC236}">
                <a16:creationId xmlns:a16="http://schemas.microsoft.com/office/drawing/2014/main" id="{5E3D3079-D851-B257-667E-B59FC70E3C7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8" name="Date Placeholder 3">
            <a:extLst>
              <a:ext uri="{FF2B5EF4-FFF2-40B4-BE49-F238E27FC236}">
                <a16:creationId xmlns:a16="http://schemas.microsoft.com/office/drawing/2014/main" id="{3614A242-1B0A-B2D4-8D8D-C71807DDAA42}"/>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9" name="Footer Placeholder 4">
            <a:extLst>
              <a:ext uri="{FF2B5EF4-FFF2-40B4-BE49-F238E27FC236}">
                <a16:creationId xmlns:a16="http://schemas.microsoft.com/office/drawing/2014/main" id="{7B7BDC03-DA15-D89E-4C20-254951F707B6}"/>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031740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5167-48D8-484C-995D-B70E4EF07290}"/>
              </a:ext>
            </a:extLst>
          </p:cNvPr>
          <p:cNvSpPr>
            <a:spLocks noGrp="1"/>
          </p:cNvSpPr>
          <p:nvPr>
            <p:ph type="title" hasCustomPrompt="1"/>
          </p:nvPr>
        </p:nvSpPr>
        <p:spPr>
          <a:xfrm>
            <a:off x="457200" y="457200"/>
            <a:ext cx="11261933" cy="1143000"/>
          </a:xfrm>
        </p:spPr>
        <p:txBody>
          <a:bodyPr/>
          <a:lstStyle>
            <a:lvl1pPr algn="ctr">
              <a:lnSpc>
                <a:spcPct val="100000"/>
              </a:lnSpc>
              <a:defRPr/>
            </a:lvl1pPr>
          </a:lstStyle>
          <a:p>
            <a:r>
              <a:rPr lang="en-US" dirty="0"/>
              <a:t>Click to add title</a:t>
            </a:r>
          </a:p>
        </p:txBody>
      </p:sp>
      <p:sp>
        <p:nvSpPr>
          <p:cNvPr id="11" name="Rectangle 10">
            <a:extLst>
              <a:ext uri="{FF2B5EF4-FFF2-40B4-BE49-F238E27FC236}">
                <a16:creationId xmlns:a16="http://schemas.microsoft.com/office/drawing/2014/main" id="{27A5C63C-D34B-FE98-F248-679B7CA7F5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E79832-4F57-EFBB-EDE1-5629E4E250AF}"/>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BD5AA708-0BF2-24B3-26F2-29981F321B6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4" name="Rectangle 13">
            <a:extLst>
              <a:ext uri="{FF2B5EF4-FFF2-40B4-BE49-F238E27FC236}">
                <a16:creationId xmlns:a16="http://schemas.microsoft.com/office/drawing/2014/main" id="{19B085E5-28FF-2098-78AD-3E86D65A767D}"/>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8" name="Picture 17">
            <a:extLst>
              <a:ext uri="{FF2B5EF4-FFF2-40B4-BE49-F238E27FC236}">
                <a16:creationId xmlns:a16="http://schemas.microsoft.com/office/drawing/2014/main" id="{D67F29EF-FC77-9966-5F68-A9E0FB4D7AE4}"/>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3" name="Slide Number Placeholder 5">
            <a:extLst>
              <a:ext uri="{FF2B5EF4-FFF2-40B4-BE49-F238E27FC236}">
                <a16:creationId xmlns:a16="http://schemas.microsoft.com/office/drawing/2014/main" id="{5DAD6ADA-5D62-344E-7910-E0B9AE42BA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4" name="Date Placeholder 3">
            <a:extLst>
              <a:ext uri="{FF2B5EF4-FFF2-40B4-BE49-F238E27FC236}">
                <a16:creationId xmlns:a16="http://schemas.microsoft.com/office/drawing/2014/main" id="{48918D2E-2114-DF81-6F90-96E71DF2D914}"/>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E2CF122-BE1F-7021-BEFC-C1B2EBED3FE5}"/>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758452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2" name="Slide Number Placeholder 5">
            <a:extLst>
              <a:ext uri="{FF2B5EF4-FFF2-40B4-BE49-F238E27FC236}">
                <a16:creationId xmlns:a16="http://schemas.microsoft.com/office/drawing/2014/main" id="{469EA53D-8089-84F9-4DC9-82117803FC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60828DF3-D24D-308E-61FE-CEBC8C2DBD1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59DC4D77-2829-ABBD-C2FE-B65622A5E827}"/>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1378137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5DAC-5D95-4CAE-B000-01F3BCC785D1}"/>
              </a:ext>
            </a:extLst>
          </p:cNvPr>
          <p:cNvSpPr>
            <a:spLocks noGrp="1"/>
          </p:cNvSpPr>
          <p:nvPr>
            <p:ph type="title" hasCustomPrompt="1"/>
          </p:nvPr>
        </p:nvSpPr>
        <p:spPr>
          <a:xfrm>
            <a:off x="457200" y="457200"/>
            <a:ext cx="3606800" cy="1302012"/>
          </a:xfrm>
        </p:spPr>
        <p:txBody>
          <a:bodyPr anchor="ctr">
            <a:noAutofit/>
          </a:bodyPr>
          <a:lstStyle>
            <a:lvl1pPr>
              <a:lnSpc>
                <a:spcPct val="100000"/>
              </a:lnSpc>
              <a:defRPr sz="2800"/>
            </a:lvl1pPr>
          </a:lstStyle>
          <a:p>
            <a:r>
              <a:rPr lang="en-US" dirty="0"/>
              <a:t>Click to add title</a:t>
            </a:r>
          </a:p>
        </p:txBody>
      </p:sp>
      <p:sp>
        <p:nvSpPr>
          <p:cNvPr id="3" name="Content Placeholder 2">
            <a:extLst>
              <a:ext uri="{FF2B5EF4-FFF2-40B4-BE49-F238E27FC236}">
                <a16:creationId xmlns:a16="http://schemas.microsoft.com/office/drawing/2014/main" id="{F4C94A82-3A44-4F74-9656-A7FA2B6C2726}"/>
              </a:ext>
            </a:extLst>
          </p:cNvPr>
          <p:cNvSpPr>
            <a:spLocks noGrp="1"/>
          </p:cNvSpPr>
          <p:nvPr>
            <p:ph idx="1" hasCustomPrompt="1"/>
          </p:nvPr>
        </p:nvSpPr>
        <p:spPr>
          <a:xfrm>
            <a:off x="4292600" y="457201"/>
            <a:ext cx="7434366" cy="5403850"/>
          </a:xfrm>
        </p:spPr>
        <p:txBody>
          <a:bodyPr>
            <a:no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on six (6) icons below or add text content here (Paste Special – Unformatted </a:t>
            </a:r>
            <a:r>
              <a:rPr lang="en-US" dirty="0" err="1"/>
              <a:t>ext</a:t>
            </a:r>
            <a:r>
              <a:rPr lang="en-US" dirty="0"/>
              <a: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A2A14B6-91FA-4C49-A8C8-8AF2A5F19E73}"/>
              </a:ext>
            </a:extLst>
          </p:cNvPr>
          <p:cNvSpPr>
            <a:spLocks noGrp="1"/>
          </p:cNvSpPr>
          <p:nvPr>
            <p:ph type="body" sz="half" idx="2" hasCustomPrompt="1"/>
          </p:nvPr>
        </p:nvSpPr>
        <p:spPr>
          <a:xfrm>
            <a:off x="457201" y="1987812"/>
            <a:ext cx="3606800" cy="3881176"/>
          </a:xfrm>
        </p:spPr>
        <p:txBody>
          <a:bodyPr>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content (Paste Special – Unformatted Text).</a:t>
            </a:r>
          </a:p>
        </p:txBody>
      </p:sp>
      <p:sp>
        <p:nvSpPr>
          <p:cNvPr id="13" name="Rectangle 12">
            <a:extLst>
              <a:ext uri="{FF2B5EF4-FFF2-40B4-BE49-F238E27FC236}">
                <a16:creationId xmlns:a16="http://schemas.microsoft.com/office/drawing/2014/main" id="{64584554-3079-F08F-71BB-060A7D5D5424}"/>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D0FAF0-FB41-72EE-F3B0-6D6A674C12BF}"/>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AE938BF7-0154-1DFC-7BA2-A1AAD69B75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9BF35A61-BCCA-196E-6EAF-76B210056F4B}"/>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EE33226D-B66F-CF2B-2196-1425CB8ADEA4}"/>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5" name="Slide Number Placeholder 5">
            <a:extLst>
              <a:ext uri="{FF2B5EF4-FFF2-40B4-BE49-F238E27FC236}">
                <a16:creationId xmlns:a16="http://schemas.microsoft.com/office/drawing/2014/main" id="{62340639-B338-6C6A-C40D-9DAFD482B3F2}"/>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6" name="Date Placeholder 3">
            <a:extLst>
              <a:ext uri="{FF2B5EF4-FFF2-40B4-BE49-F238E27FC236}">
                <a16:creationId xmlns:a16="http://schemas.microsoft.com/office/drawing/2014/main" id="{0D3F9127-B09C-E7BD-DA0C-7F58890C2DA3}"/>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7" name="Footer Placeholder 4">
            <a:extLst>
              <a:ext uri="{FF2B5EF4-FFF2-40B4-BE49-F238E27FC236}">
                <a16:creationId xmlns:a16="http://schemas.microsoft.com/office/drawing/2014/main" id="{3A19CF86-EEE3-0502-4E9D-E35CF2D7D664}"/>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503208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8F79-451A-4009-9133-D541041AEB84}"/>
              </a:ext>
            </a:extLst>
          </p:cNvPr>
          <p:cNvSpPr>
            <a:spLocks noGrp="1"/>
          </p:cNvSpPr>
          <p:nvPr>
            <p:ph type="title" hasCustomPrompt="1"/>
          </p:nvPr>
        </p:nvSpPr>
        <p:spPr>
          <a:xfrm>
            <a:off x="465034" y="457200"/>
            <a:ext cx="4557816" cy="1322962"/>
          </a:xfrm>
        </p:spPr>
        <p:txBody>
          <a:bodyPr anchor="ctr">
            <a:noAutofit/>
          </a:bodyPr>
          <a:lstStyle>
            <a:lvl1pPr>
              <a:lnSpc>
                <a:spcPct val="100000"/>
              </a:lnSpc>
              <a:defRPr sz="2800"/>
            </a:lvl1pPr>
          </a:lstStyle>
          <a:p>
            <a:r>
              <a:rPr lang="en-US" dirty="0"/>
              <a:t>Click to add title</a:t>
            </a:r>
          </a:p>
        </p:txBody>
      </p:sp>
      <p:sp>
        <p:nvSpPr>
          <p:cNvPr id="3" name="Picture Placeholder 2">
            <a:extLst>
              <a:ext uri="{FF2B5EF4-FFF2-40B4-BE49-F238E27FC236}">
                <a16:creationId xmlns:a16="http://schemas.microsoft.com/office/drawing/2014/main" id="{8E5CE3D4-DB93-438D-9D02-ECFECC921D87}"/>
              </a:ext>
            </a:extLst>
          </p:cNvPr>
          <p:cNvSpPr>
            <a:spLocks noGrp="1"/>
          </p:cNvSpPr>
          <p:nvPr>
            <p:ph type="pic" idx="1" hasCustomPrompt="1"/>
          </p:nvPr>
        </p:nvSpPr>
        <p:spPr>
          <a:xfrm>
            <a:off x="5251450" y="457201"/>
            <a:ext cx="6475516" cy="5403850"/>
          </a:xfrm>
        </p:spPr>
        <p:txBody>
          <a:bodyPr>
            <a:normAutofit/>
          </a:bodyPr>
          <a:lstStyle>
            <a:lvl1pPr marL="0" indent="0">
              <a:lnSpc>
                <a:spcPct val="100000"/>
              </a:lnSpc>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dirty="0"/>
              <a:t>Click icon to add picture.</a:t>
            </a:r>
          </a:p>
        </p:txBody>
      </p:sp>
      <p:sp>
        <p:nvSpPr>
          <p:cNvPr id="4" name="Text Placeholder 3">
            <a:extLst>
              <a:ext uri="{FF2B5EF4-FFF2-40B4-BE49-F238E27FC236}">
                <a16:creationId xmlns:a16="http://schemas.microsoft.com/office/drawing/2014/main" id="{36B6080E-7679-4AFC-988F-314BB28E7AEB}"/>
              </a:ext>
            </a:extLst>
          </p:cNvPr>
          <p:cNvSpPr>
            <a:spLocks noGrp="1"/>
          </p:cNvSpPr>
          <p:nvPr>
            <p:ph type="body" sz="half" idx="2" hasCustomPrompt="1"/>
          </p:nvPr>
        </p:nvSpPr>
        <p:spPr>
          <a:xfrm>
            <a:off x="465034" y="2016698"/>
            <a:ext cx="4557816" cy="3852290"/>
          </a:xfrm>
        </p:spPr>
        <p:txBody>
          <a:bodyPr>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content (Paste Special – Unformatted Text).</a:t>
            </a:r>
          </a:p>
        </p:txBody>
      </p:sp>
      <p:sp>
        <p:nvSpPr>
          <p:cNvPr id="13" name="Rectangle 12">
            <a:extLst>
              <a:ext uri="{FF2B5EF4-FFF2-40B4-BE49-F238E27FC236}">
                <a16:creationId xmlns:a16="http://schemas.microsoft.com/office/drawing/2014/main" id="{17E24662-55E4-6C20-ECBD-48A9EACE880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FD62719-D189-53F1-1439-7AC46BC48AF2}"/>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5247D8EA-2955-A48F-6253-7F09612C6C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28B1138D-14E6-6D05-1845-93D4CE9E360F}"/>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1C59D944-FF87-407C-4F17-23B6D4797F2C}"/>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5" name="Slide Number Placeholder 5">
            <a:extLst>
              <a:ext uri="{FF2B5EF4-FFF2-40B4-BE49-F238E27FC236}">
                <a16:creationId xmlns:a16="http://schemas.microsoft.com/office/drawing/2014/main" id="{40A6DEDB-C233-8B9C-974B-9905C06B0705}"/>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6" name="Date Placeholder 3">
            <a:extLst>
              <a:ext uri="{FF2B5EF4-FFF2-40B4-BE49-F238E27FC236}">
                <a16:creationId xmlns:a16="http://schemas.microsoft.com/office/drawing/2014/main" id="{3AC5AF8C-A25D-B007-8476-CE8581EB1E2D}"/>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7" name="Footer Placeholder 4">
            <a:extLst>
              <a:ext uri="{FF2B5EF4-FFF2-40B4-BE49-F238E27FC236}">
                <a16:creationId xmlns:a16="http://schemas.microsoft.com/office/drawing/2014/main" id="{402E88B5-AAAD-1CE3-3D34-1A6D22961828}"/>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8482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2C78-FBC6-4C35-9052-2895C15C8F64}"/>
              </a:ext>
            </a:extLst>
          </p:cNvPr>
          <p:cNvSpPr>
            <a:spLocks noGrp="1"/>
          </p:cNvSpPr>
          <p:nvPr>
            <p:ph type="title" hasCustomPrompt="1"/>
          </p:nvPr>
        </p:nvSpPr>
        <p:spPr>
          <a:xfrm>
            <a:off x="1409700" y="457200"/>
            <a:ext cx="9372600" cy="1233488"/>
          </a:xfrm>
        </p:spPr>
        <p:txBody>
          <a:bodyPr>
            <a:noAutofit/>
          </a:bodyPr>
          <a:lstStyle>
            <a:lvl1pPr>
              <a:lnSpc>
                <a:spcPct val="100000"/>
              </a:lnSpc>
              <a:defRPr/>
            </a:lvl1pPr>
          </a:lstStyle>
          <a:p>
            <a:r>
              <a:rPr lang="en-US" dirty="0"/>
              <a:t>Click to add title</a:t>
            </a:r>
          </a:p>
        </p:txBody>
      </p:sp>
      <p:sp>
        <p:nvSpPr>
          <p:cNvPr id="3" name="Vertical Text Placeholder 2">
            <a:extLst>
              <a:ext uri="{FF2B5EF4-FFF2-40B4-BE49-F238E27FC236}">
                <a16:creationId xmlns:a16="http://schemas.microsoft.com/office/drawing/2014/main" id="{2110A02A-1CE4-48D0-88C1-01F73CCCBD59}"/>
              </a:ext>
            </a:extLst>
          </p:cNvPr>
          <p:cNvSpPr>
            <a:spLocks noGrp="1"/>
          </p:cNvSpPr>
          <p:nvPr>
            <p:ph type="body" orient="vert" idx="1" hasCustomPrompt="1"/>
          </p:nvPr>
        </p:nvSpPr>
        <p:spPr/>
        <p:txBody>
          <a:bodyPr vert="eaVert">
            <a:noAutofit/>
          </a:bodyPr>
          <a:lstStyle>
            <a:lvl1pPr>
              <a:defRPr/>
            </a:lvl1pPr>
          </a:lstStyle>
          <a:p>
            <a:pPr lvl="0"/>
            <a:r>
              <a:rPr lang="en-US" dirty="0"/>
              <a:t>Click to add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3F1FCD77-8602-7D41-8B9A-91D5D286D787}"/>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FC7A3BF-CF20-3A41-88F9-23CFD85E3BC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A06B363-B32C-B094-3427-F82BD0D834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FB728A9C-9FB6-0C76-EB1D-1206A3471BB7}"/>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9B1F503B-1E5A-06CE-17DB-1F7E05A195FE}"/>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Slide Number Placeholder 5">
            <a:extLst>
              <a:ext uri="{FF2B5EF4-FFF2-40B4-BE49-F238E27FC236}">
                <a16:creationId xmlns:a16="http://schemas.microsoft.com/office/drawing/2014/main" id="{B2BE8134-D42C-4177-E261-9A045BA5FC80}"/>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D922CF19-1B2D-BD22-5095-D90D9A2D5DA9}"/>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D38F9D8D-924F-7F30-E920-15549695BC2F}"/>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44428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1A1871-E3DC-4D86-AB8F-F86507E69AAB}"/>
              </a:ext>
            </a:extLst>
          </p:cNvPr>
          <p:cNvSpPr>
            <a:spLocks noGrp="1"/>
          </p:cNvSpPr>
          <p:nvPr>
            <p:ph type="title" orient="vert" hasCustomPrompt="1"/>
          </p:nvPr>
        </p:nvSpPr>
        <p:spPr>
          <a:xfrm>
            <a:off x="10045700" y="457199"/>
            <a:ext cx="1681266" cy="5719763"/>
          </a:xfrm>
        </p:spPr>
        <p:txBody>
          <a:bodyPr vert="eaVert"/>
          <a:lstStyle>
            <a:lvl1pPr>
              <a:defRPr/>
            </a:lvl1pPr>
          </a:lstStyle>
          <a:p>
            <a:r>
              <a:rPr lang="en-US" dirty="0"/>
              <a:t>Click to add title</a:t>
            </a:r>
          </a:p>
        </p:txBody>
      </p:sp>
      <p:sp>
        <p:nvSpPr>
          <p:cNvPr id="3" name="Vertical Text Placeholder 2">
            <a:extLst>
              <a:ext uri="{FF2B5EF4-FFF2-40B4-BE49-F238E27FC236}">
                <a16:creationId xmlns:a16="http://schemas.microsoft.com/office/drawing/2014/main" id="{D1342906-3002-4C4B-B23A-55CDF75EE23C}"/>
              </a:ext>
            </a:extLst>
          </p:cNvPr>
          <p:cNvSpPr>
            <a:spLocks noGrp="1"/>
          </p:cNvSpPr>
          <p:nvPr>
            <p:ph type="body" orient="vert" idx="1" hasCustomPrompt="1"/>
          </p:nvPr>
        </p:nvSpPr>
        <p:spPr>
          <a:xfrm>
            <a:off x="465034" y="457199"/>
            <a:ext cx="9352066" cy="5719764"/>
          </a:xfrm>
        </p:spPr>
        <p:txBody>
          <a:bodyPr vert="eaVert"/>
          <a:lstStyle>
            <a:lvl1pPr>
              <a:defRPr/>
            </a:lvl1pPr>
          </a:lstStyle>
          <a:p>
            <a:pPr lvl="0"/>
            <a:r>
              <a:rPr lang="en-US" dirty="0"/>
              <a:t>Click to add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a:extLst>
              <a:ext uri="{FF2B5EF4-FFF2-40B4-BE49-F238E27FC236}">
                <a16:creationId xmlns:a16="http://schemas.microsoft.com/office/drawing/2014/main" id="{BF40B034-0076-53DB-8382-394D354DD69F}"/>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168DC6-04BA-3226-24E2-C62185DC81D2}"/>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A440ADF9-C347-7064-EC60-A3D0FDC3B4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5" name="Rectangle 14">
            <a:extLst>
              <a:ext uri="{FF2B5EF4-FFF2-40B4-BE49-F238E27FC236}">
                <a16:creationId xmlns:a16="http://schemas.microsoft.com/office/drawing/2014/main" id="{74CB2B9F-859C-F5E7-4E33-3B5A2DBAC9F5}"/>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9" name="Picture 18">
            <a:extLst>
              <a:ext uri="{FF2B5EF4-FFF2-40B4-BE49-F238E27FC236}">
                <a16:creationId xmlns:a16="http://schemas.microsoft.com/office/drawing/2014/main" id="{B06559A6-DAE2-398E-B680-FB2906C26923}"/>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Slide Number Placeholder 5">
            <a:extLst>
              <a:ext uri="{FF2B5EF4-FFF2-40B4-BE49-F238E27FC236}">
                <a16:creationId xmlns:a16="http://schemas.microsoft.com/office/drawing/2014/main" id="{2FA55691-BBCE-8076-B691-B5E94E5565C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BF15BE92-3A99-0373-D539-0B576AE2B9A4}"/>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47C37446-79FB-572C-7DCB-0CD811A143BF}"/>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497233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3" name="Picture Placeholder 2">
            <a:extLst>
              <a:ext uri="{FF2B5EF4-FFF2-40B4-BE49-F238E27FC236}">
                <a16:creationId xmlns:a16="http://schemas.microsoft.com/office/drawing/2014/main" id="{CBEC3919-549F-F494-1E48-FD7186AFC6A0}"/>
              </a:ext>
            </a:extLst>
          </p:cNvPr>
          <p:cNvSpPr>
            <a:spLocks noGrp="1"/>
          </p:cNvSpPr>
          <p:nvPr>
            <p:ph type="pic" sz="quarter" idx="13"/>
          </p:nvPr>
        </p:nvSpPr>
        <p:spPr>
          <a:xfrm>
            <a:off x="0" y="136525"/>
            <a:ext cx="12192000" cy="62642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Slide Number Placeholder 5">
            <a:extLst>
              <a:ext uri="{FF2B5EF4-FFF2-40B4-BE49-F238E27FC236}">
                <a16:creationId xmlns:a16="http://schemas.microsoft.com/office/drawing/2014/main" id="{FFFB6F98-60FB-F02E-D996-6BDFC47727A4}"/>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5" name="Date Placeholder 3">
            <a:extLst>
              <a:ext uri="{FF2B5EF4-FFF2-40B4-BE49-F238E27FC236}">
                <a16:creationId xmlns:a16="http://schemas.microsoft.com/office/drawing/2014/main" id="{44A613E0-60FF-15CE-4F46-1BF54A34C30D}"/>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6" name="Footer Placeholder 4">
            <a:extLst>
              <a:ext uri="{FF2B5EF4-FFF2-40B4-BE49-F238E27FC236}">
                <a16:creationId xmlns:a16="http://schemas.microsoft.com/office/drawing/2014/main" id="{B1ED0E2D-2479-F2D1-2CBD-72AE129096FA}"/>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931349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Galler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457200" y="457200"/>
            <a:ext cx="3606800" cy="17684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6" name="Picture Placeholder 14">
            <a:extLst>
              <a:ext uri="{FF2B5EF4-FFF2-40B4-BE49-F238E27FC236}">
                <a16:creationId xmlns:a16="http://schemas.microsoft.com/office/drawing/2014/main" id="{2857C626-DF9D-E7AB-3AFA-05345F21F349}"/>
              </a:ext>
            </a:extLst>
          </p:cNvPr>
          <p:cNvSpPr>
            <a:spLocks noGrp="1"/>
          </p:cNvSpPr>
          <p:nvPr>
            <p:ph type="pic" sz="quarter" idx="14"/>
          </p:nvPr>
        </p:nvSpPr>
        <p:spPr>
          <a:xfrm>
            <a:off x="4296743" y="457199"/>
            <a:ext cx="2675557" cy="1768475"/>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7" name="Picture Placeholder 14">
            <a:extLst>
              <a:ext uri="{FF2B5EF4-FFF2-40B4-BE49-F238E27FC236}">
                <a16:creationId xmlns:a16="http://schemas.microsoft.com/office/drawing/2014/main" id="{C5924014-CAF7-9BFC-4601-77B60022CFC0}"/>
              </a:ext>
            </a:extLst>
          </p:cNvPr>
          <p:cNvSpPr>
            <a:spLocks noGrp="1"/>
          </p:cNvSpPr>
          <p:nvPr>
            <p:ph type="pic" sz="quarter" idx="15"/>
          </p:nvPr>
        </p:nvSpPr>
        <p:spPr>
          <a:xfrm>
            <a:off x="7175500" y="457199"/>
            <a:ext cx="4559300" cy="5596358"/>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8" name="Picture Placeholder 14">
            <a:extLst>
              <a:ext uri="{FF2B5EF4-FFF2-40B4-BE49-F238E27FC236}">
                <a16:creationId xmlns:a16="http://schemas.microsoft.com/office/drawing/2014/main" id="{934FF787-DC80-3156-D3BD-019FBF50A8CD}"/>
              </a:ext>
            </a:extLst>
          </p:cNvPr>
          <p:cNvSpPr>
            <a:spLocks noGrp="1"/>
          </p:cNvSpPr>
          <p:nvPr>
            <p:ph type="pic" sz="quarter" idx="16"/>
          </p:nvPr>
        </p:nvSpPr>
        <p:spPr>
          <a:xfrm>
            <a:off x="465033" y="2454274"/>
            <a:ext cx="1681267" cy="1670466"/>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9" name="Picture Placeholder 14">
            <a:extLst>
              <a:ext uri="{FF2B5EF4-FFF2-40B4-BE49-F238E27FC236}">
                <a16:creationId xmlns:a16="http://schemas.microsoft.com/office/drawing/2014/main" id="{CFA82F61-AF57-E84A-750C-45638A2196FF}"/>
              </a:ext>
            </a:extLst>
          </p:cNvPr>
          <p:cNvSpPr>
            <a:spLocks noGrp="1"/>
          </p:cNvSpPr>
          <p:nvPr>
            <p:ph type="pic" sz="quarter" idx="17"/>
          </p:nvPr>
        </p:nvSpPr>
        <p:spPr>
          <a:xfrm>
            <a:off x="2385494" y="2454274"/>
            <a:ext cx="1681267" cy="1670466"/>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0" name="Picture Placeholder 14">
            <a:extLst>
              <a:ext uri="{FF2B5EF4-FFF2-40B4-BE49-F238E27FC236}">
                <a16:creationId xmlns:a16="http://schemas.microsoft.com/office/drawing/2014/main" id="{D986500E-3699-D3B6-3DA3-B0299ABE50FB}"/>
              </a:ext>
            </a:extLst>
          </p:cNvPr>
          <p:cNvSpPr>
            <a:spLocks noGrp="1"/>
          </p:cNvSpPr>
          <p:nvPr>
            <p:ph type="pic" sz="quarter" idx="18"/>
          </p:nvPr>
        </p:nvSpPr>
        <p:spPr>
          <a:xfrm>
            <a:off x="454439" y="4353339"/>
            <a:ext cx="1681267" cy="1700219"/>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1" name="Picture Placeholder 14">
            <a:extLst>
              <a:ext uri="{FF2B5EF4-FFF2-40B4-BE49-F238E27FC236}">
                <a16:creationId xmlns:a16="http://schemas.microsoft.com/office/drawing/2014/main" id="{D8792BD5-F572-13A0-BA6C-BCB139EF9FAF}"/>
              </a:ext>
            </a:extLst>
          </p:cNvPr>
          <p:cNvSpPr>
            <a:spLocks noGrp="1"/>
          </p:cNvSpPr>
          <p:nvPr>
            <p:ph type="pic" sz="quarter" idx="19"/>
          </p:nvPr>
        </p:nvSpPr>
        <p:spPr>
          <a:xfrm>
            <a:off x="2374900" y="4353338"/>
            <a:ext cx="1681267" cy="1700219"/>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2" name="Picture Placeholder 14">
            <a:extLst>
              <a:ext uri="{FF2B5EF4-FFF2-40B4-BE49-F238E27FC236}">
                <a16:creationId xmlns:a16="http://schemas.microsoft.com/office/drawing/2014/main" id="{63577AAA-8D0D-60BB-5F18-56705AE3B7DE}"/>
              </a:ext>
            </a:extLst>
          </p:cNvPr>
          <p:cNvSpPr>
            <a:spLocks noGrp="1"/>
          </p:cNvSpPr>
          <p:nvPr>
            <p:ph type="pic" sz="quarter" idx="20"/>
          </p:nvPr>
        </p:nvSpPr>
        <p:spPr>
          <a:xfrm>
            <a:off x="4290117" y="2454274"/>
            <a:ext cx="2682183" cy="3599283"/>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Slide Number Placeholder 5">
            <a:extLst>
              <a:ext uri="{FF2B5EF4-FFF2-40B4-BE49-F238E27FC236}">
                <a16:creationId xmlns:a16="http://schemas.microsoft.com/office/drawing/2014/main" id="{AE608273-8F15-BEF6-D0A4-45FCC4236B3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1D546E59-2FA9-0BAD-FCA6-A890382CE53A}"/>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27DA3D65-0672-4492-51B0-37F283A8486B}"/>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492894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Photo Galler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0" y="135756"/>
            <a:ext cx="561975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17" name="Picture Placeholder 14">
            <a:extLst>
              <a:ext uri="{FF2B5EF4-FFF2-40B4-BE49-F238E27FC236}">
                <a16:creationId xmlns:a16="http://schemas.microsoft.com/office/drawing/2014/main" id="{C5924014-CAF7-9BFC-4601-77B60022CFC0}"/>
              </a:ext>
            </a:extLst>
          </p:cNvPr>
          <p:cNvSpPr>
            <a:spLocks noGrp="1"/>
          </p:cNvSpPr>
          <p:nvPr>
            <p:ph type="pic" sz="quarter" idx="15"/>
          </p:nvPr>
        </p:nvSpPr>
        <p:spPr>
          <a:xfrm>
            <a:off x="5619750" y="137158"/>
            <a:ext cx="6572250" cy="6263642"/>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Slide Number Placeholder 5">
            <a:extLst>
              <a:ext uri="{FF2B5EF4-FFF2-40B4-BE49-F238E27FC236}">
                <a16:creationId xmlns:a16="http://schemas.microsoft.com/office/drawing/2014/main" id="{6BD0C482-8E97-9661-A2FE-6F945FBC721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BA924023-DC84-EA06-8EF6-F504B5A6D5D6}"/>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7522EB88-C5EC-E0A5-377A-92D98D9796B0}"/>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360683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Columns – Photo Gallery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799B7-956F-8F8E-A6D0-1086CBDD725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199EF-0720-7A66-5E98-DFB13B74FC5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9B9C7F0A-DC27-EC72-9605-CB9320CDF0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9" name="Rectangle 8">
            <a:extLst>
              <a:ext uri="{FF2B5EF4-FFF2-40B4-BE49-F238E27FC236}">
                <a16:creationId xmlns:a16="http://schemas.microsoft.com/office/drawing/2014/main" id="{6BB01B18-168E-A511-EEE3-DEF0D754698E}"/>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3" name="Picture 12">
            <a:extLst>
              <a:ext uri="{FF2B5EF4-FFF2-40B4-BE49-F238E27FC236}">
                <a16:creationId xmlns:a16="http://schemas.microsoft.com/office/drawing/2014/main" id="{A808C6C4-490A-6565-2C66-8D2D2A5DAC95}"/>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5" name="Picture Placeholder 14">
            <a:extLst>
              <a:ext uri="{FF2B5EF4-FFF2-40B4-BE49-F238E27FC236}">
                <a16:creationId xmlns:a16="http://schemas.microsoft.com/office/drawing/2014/main" id="{3450A3E7-E00B-4CCA-F357-C95EBEB82E33}"/>
              </a:ext>
            </a:extLst>
          </p:cNvPr>
          <p:cNvSpPr>
            <a:spLocks noGrp="1"/>
          </p:cNvSpPr>
          <p:nvPr>
            <p:ph type="pic" sz="quarter" idx="13"/>
          </p:nvPr>
        </p:nvSpPr>
        <p:spPr>
          <a:xfrm>
            <a:off x="0" y="135756"/>
            <a:ext cx="31115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14">
            <a:extLst>
              <a:ext uri="{FF2B5EF4-FFF2-40B4-BE49-F238E27FC236}">
                <a16:creationId xmlns:a16="http://schemas.microsoft.com/office/drawing/2014/main" id="{B985741E-0695-2E3E-97A1-5EFA37AD0550}"/>
              </a:ext>
            </a:extLst>
          </p:cNvPr>
          <p:cNvSpPr>
            <a:spLocks noGrp="1"/>
          </p:cNvSpPr>
          <p:nvPr>
            <p:ph type="pic" sz="quarter" idx="14"/>
          </p:nvPr>
        </p:nvSpPr>
        <p:spPr>
          <a:xfrm>
            <a:off x="3111500" y="135756"/>
            <a:ext cx="3098799"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3" name="Picture Placeholder 14">
            <a:extLst>
              <a:ext uri="{FF2B5EF4-FFF2-40B4-BE49-F238E27FC236}">
                <a16:creationId xmlns:a16="http://schemas.microsoft.com/office/drawing/2014/main" id="{09B6E876-DAE9-4045-ED49-71E5F90B14F7}"/>
              </a:ext>
            </a:extLst>
          </p:cNvPr>
          <p:cNvSpPr>
            <a:spLocks noGrp="1"/>
          </p:cNvSpPr>
          <p:nvPr>
            <p:ph type="pic" sz="quarter" idx="15"/>
          </p:nvPr>
        </p:nvSpPr>
        <p:spPr>
          <a:xfrm>
            <a:off x="6210300" y="135756"/>
            <a:ext cx="31242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4" name="Picture Placeholder 14">
            <a:extLst>
              <a:ext uri="{FF2B5EF4-FFF2-40B4-BE49-F238E27FC236}">
                <a16:creationId xmlns:a16="http://schemas.microsoft.com/office/drawing/2014/main" id="{A9703F14-6248-3D37-81B7-D2A41BA31A37}"/>
              </a:ext>
            </a:extLst>
          </p:cNvPr>
          <p:cNvSpPr>
            <a:spLocks noGrp="1"/>
          </p:cNvSpPr>
          <p:nvPr>
            <p:ph type="pic" sz="quarter" idx="16"/>
          </p:nvPr>
        </p:nvSpPr>
        <p:spPr>
          <a:xfrm>
            <a:off x="9334500" y="135756"/>
            <a:ext cx="2857500" cy="6265044"/>
          </a:xfrm>
        </p:spPr>
        <p:txBody>
          <a:bodyPr/>
          <a:lstStyle/>
          <a:p>
            <a:pPr marL="171450" marR="0" lvl="0" indent="-171450" algn="l" defTabSz="914400" rtl="0" eaLnBrk="1" fontAlgn="auto" latinLnBrk="0" hangingPunct="1">
              <a:lnSpc>
                <a:spcPts val="12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5" name="Slide Number Placeholder 5">
            <a:extLst>
              <a:ext uri="{FF2B5EF4-FFF2-40B4-BE49-F238E27FC236}">
                <a16:creationId xmlns:a16="http://schemas.microsoft.com/office/drawing/2014/main" id="{97EBB35F-0F93-1F0D-D4F4-FB9C648BBF17}"/>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4" name="Date Placeholder 3">
            <a:extLst>
              <a:ext uri="{FF2B5EF4-FFF2-40B4-BE49-F238E27FC236}">
                <a16:creationId xmlns:a16="http://schemas.microsoft.com/office/drawing/2014/main" id="{09DEA1D0-5FB2-2C63-4E09-09E2322E5C9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16" name="Footer Placeholder 4">
            <a:extLst>
              <a:ext uri="{FF2B5EF4-FFF2-40B4-BE49-F238E27FC236}">
                <a16:creationId xmlns:a16="http://schemas.microsoft.com/office/drawing/2014/main" id="{43D2DFDC-39C9-F066-5E0B-C4D8D3475DD1}"/>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473368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 Mileston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pic>
        <p:nvPicPr>
          <p:cNvPr id="14" name="Graphic 13">
            <a:extLst>
              <a:ext uri="{FF2B5EF4-FFF2-40B4-BE49-F238E27FC236}">
                <a16:creationId xmlns:a16="http://schemas.microsoft.com/office/drawing/2014/main" id="{A59D121A-7CDD-4AA1-6502-832E9E26C48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751503" y="2439296"/>
            <a:ext cx="2295793" cy="284995"/>
          </a:xfrm>
          <a:prstGeom prst="rect">
            <a:avLst/>
          </a:prstGeom>
        </p:spPr>
      </p:pic>
      <p:pic>
        <p:nvPicPr>
          <p:cNvPr id="15" name="Graphic 14">
            <a:extLst>
              <a:ext uri="{FF2B5EF4-FFF2-40B4-BE49-F238E27FC236}">
                <a16:creationId xmlns:a16="http://schemas.microsoft.com/office/drawing/2014/main" id="{48101ADE-3572-2FB6-B261-589BBEC3124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16103" y="2439296"/>
            <a:ext cx="2295793" cy="284995"/>
          </a:xfrm>
          <a:prstGeom prst="rect">
            <a:avLst/>
          </a:prstGeom>
        </p:spPr>
      </p:pic>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528066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911606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144272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3644840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 Milestone">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BD03EAD9-8192-0A40-EC71-9930F76C8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175500" y="2455095"/>
            <a:ext cx="2295793" cy="284995"/>
          </a:xfrm>
          <a:prstGeom prst="rect">
            <a:avLst/>
          </a:prstGeom>
        </p:spPr>
      </p:pic>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6"/>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pic>
        <p:nvPicPr>
          <p:cNvPr id="14" name="Graphic 13">
            <a:extLst>
              <a:ext uri="{FF2B5EF4-FFF2-40B4-BE49-F238E27FC236}">
                <a16:creationId xmlns:a16="http://schemas.microsoft.com/office/drawing/2014/main" id="{A59D121A-7CDD-4AA1-6502-832E9E26C4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5374" y="2459006"/>
            <a:ext cx="2295793" cy="284995"/>
          </a:xfrm>
          <a:prstGeom prst="rect">
            <a:avLst/>
          </a:prstGeom>
        </p:spPr>
      </p:pic>
      <p:pic>
        <p:nvPicPr>
          <p:cNvPr id="15" name="Graphic 14">
            <a:extLst>
              <a:ext uri="{FF2B5EF4-FFF2-40B4-BE49-F238E27FC236}">
                <a16:creationId xmlns:a16="http://schemas.microsoft.com/office/drawing/2014/main" id="{48101ADE-3572-2FB6-B261-589BBEC312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45168" y="2439110"/>
            <a:ext cx="2295793" cy="284995"/>
          </a:xfrm>
          <a:prstGeom prst="rect">
            <a:avLst/>
          </a:prstGeom>
        </p:spPr>
      </p:pic>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3815078"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9541617" y="1739448"/>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1032770"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6">
            <a:extLst>
              <a:ext uri="{FF2B5EF4-FFF2-40B4-BE49-F238E27FC236}">
                <a16:creationId xmlns:a16="http://schemas.microsoft.com/office/drawing/2014/main" id="{8B7107F3-6464-30B8-F018-5D57A9A70335}"/>
              </a:ext>
            </a:extLst>
          </p:cNvPr>
          <p:cNvSpPr>
            <a:spLocks noGrp="1"/>
          </p:cNvSpPr>
          <p:nvPr>
            <p:ph type="pic" sz="quarter" idx="16"/>
          </p:nvPr>
        </p:nvSpPr>
        <p:spPr>
          <a:xfrm>
            <a:off x="6685284" y="1735972"/>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20622612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 – Milestone">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660F1517-FC1F-8F5E-2904-D9677FD60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67955" y="2441448"/>
            <a:ext cx="1023620" cy="283464"/>
          </a:xfrm>
          <a:prstGeom prst="rect">
            <a:avLst/>
          </a:prstGeom>
        </p:spPr>
      </p:pic>
      <p:pic>
        <p:nvPicPr>
          <p:cNvPr id="16" name="Graphic 15">
            <a:extLst>
              <a:ext uri="{FF2B5EF4-FFF2-40B4-BE49-F238E27FC236}">
                <a16:creationId xmlns:a16="http://schemas.microsoft.com/office/drawing/2014/main" id="{038138DF-C38E-BA90-AF76-973AEE9550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29642" y="2441448"/>
            <a:ext cx="1023620" cy="283464"/>
          </a:xfrm>
          <a:prstGeom prst="rect">
            <a:avLst/>
          </a:prstGeom>
        </p:spPr>
      </p:pic>
      <p:pic>
        <p:nvPicPr>
          <p:cNvPr id="21" name="Graphic 20">
            <a:extLst>
              <a:ext uri="{FF2B5EF4-FFF2-40B4-BE49-F238E27FC236}">
                <a16:creationId xmlns:a16="http://schemas.microsoft.com/office/drawing/2014/main" id="{72FDB2AD-74BE-CF30-463A-485927801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63465" y="2441448"/>
            <a:ext cx="1023620" cy="283464"/>
          </a:xfrm>
          <a:prstGeom prst="rect">
            <a:avLst/>
          </a:prstGeom>
        </p:spPr>
      </p:pic>
      <p:pic>
        <p:nvPicPr>
          <p:cNvPr id="14" name="Graphic 13">
            <a:extLst>
              <a:ext uri="{FF2B5EF4-FFF2-40B4-BE49-F238E27FC236}">
                <a16:creationId xmlns:a16="http://schemas.microsoft.com/office/drawing/2014/main" id="{70C03EA6-4030-9A84-B8D8-4DF99E7F27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20200" y="2441448"/>
            <a:ext cx="1023620" cy="283464"/>
          </a:xfrm>
          <a:prstGeom prst="rect">
            <a:avLst/>
          </a:prstGeom>
        </p:spPr>
      </p:pic>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6"/>
          <a:stretch>
            <a:fillRect/>
          </a:stretch>
        </p:blipFill>
        <p:spPr>
          <a:xfrm>
            <a:off x="465033" y="6541227"/>
            <a:ext cx="1681267" cy="181017"/>
          </a:xfrm>
          <a:prstGeom prst="rect">
            <a:avLst/>
          </a:prstGeom>
        </p:spPr>
      </p:pic>
      <p:sp>
        <p:nvSpPr>
          <p:cNvPr id="18" name="Slide Number Placeholder 5">
            <a:extLst>
              <a:ext uri="{FF2B5EF4-FFF2-40B4-BE49-F238E27FC236}">
                <a16:creationId xmlns:a16="http://schemas.microsoft.com/office/drawing/2014/main" id="{D735D524-4E1A-01C1-6161-94CA241DF48D}"/>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19" name="Date Placeholder 3">
            <a:extLst>
              <a:ext uri="{FF2B5EF4-FFF2-40B4-BE49-F238E27FC236}">
                <a16:creationId xmlns:a16="http://schemas.microsoft.com/office/drawing/2014/main" id="{DACC300C-FAD7-3549-67F4-FCF344B7FF27}"/>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20" name="Footer Placeholder 4">
            <a:extLst>
              <a:ext uri="{FF2B5EF4-FFF2-40B4-BE49-F238E27FC236}">
                <a16:creationId xmlns:a16="http://schemas.microsoft.com/office/drawing/2014/main" id="{547F803D-1EF4-9E0C-A4A2-D687ED14707E}"/>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8" name="Picture Placeholder 6">
            <a:extLst>
              <a:ext uri="{FF2B5EF4-FFF2-40B4-BE49-F238E27FC236}">
                <a16:creationId xmlns:a16="http://schemas.microsoft.com/office/drawing/2014/main" id="{B9B19902-6CCB-FC62-C8DC-12EDBD6F8FB2}"/>
              </a:ext>
            </a:extLst>
          </p:cNvPr>
          <p:cNvSpPr>
            <a:spLocks noGrp="1"/>
          </p:cNvSpPr>
          <p:nvPr>
            <p:ph type="pic" sz="quarter" idx="14"/>
          </p:nvPr>
        </p:nvSpPr>
        <p:spPr>
          <a:xfrm>
            <a:off x="2888125"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9" name="Picture Placeholder 6">
            <a:extLst>
              <a:ext uri="{FF2B5EF4-FFF2-40B4-BE49-F238E27FC236}">
                <a16:creationId xmlns:a16="http://schemas.microsoft.com/office/drawing/2014/main" id="{FEE1DEF9-85F9-F0E1-4A3F-6E387679E9C0}"/>
              </a:ext>
            </a:extLst>
          </p:cNvPr>
          <p:cNvSpPr>
            <a:spLocks noGrp="1"/>
          </p:cNvSpPr>
          <p:nvPr>
            <p:ph type="pic" sz="quarter" idx="15"/>
          </p:nvPr>
        </p:nvSpPr>
        <p:spPr>
          <a:xfrm>
            <a:off x="7383635"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7" name="Picture Placeholder 6">
            <a:extLst>
              <a:ext uri="{FF2B5EF4-FFF2-40B4-BE49-F238E27FC236}">
                <a16:creationId xmlns:a16="http://schemas.microsoft.com/office/drawing/2014/main" id="{154C9E14-50A2-D0DC-E0B2-FC5D7072AA21}"/>
              </a:ext>
            </a:extLst>
          </p:cNvPr>
          <p:cNvSpPr>
            <a:spLocks noGrp="1"/>
          </p:cNvSpPr>
          <p:nvPr>
            <p:ph type="pic" sz="quarter" idx="13"/>
          </p:nvPr>
        </p:nvSpPr>
        <p:spPr>
          <a:xfrm>
            <a:off x="64037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 name="Picture Placeholder 6">
            <a:extLst>
              <a:ext uri="{FF2B5EF4-FFF2-40B4-BE49-F238E27FC236}">
                <a16:creationId xmlns:a16="http://schemas.microsoft.com/office/drawing/2014/main" id="{8B7107F3-6464-30B8-F018-5D57A9A70335}"/>
              </a:ext>
            </a:extLst>
          </p:cNvPr>
          <p:cNvSpPr>
            <a:spLocks noGrp="1"/>
          </p:cNvSpPr>
          <p:nvPr>
            <p:ph type="pic" sz="quarter" idx="16"/>
          </p:nvPr>
        </p:nvSpPr>
        <p:spPr>
          <a:xfrm>
            <a:off x="5135880"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3" name="Picture Placeholder 6">
            <a:extLst>
              <a:ext uri="{FF2B5EF4-FFF2-40B4-BE49-F238E27FC236}">
                <a16:creationId xmlns:a16="http://schemas.microsoft.com/office/drawing/2014/main" id="{4DCBA207-2BE8-4691-9DD3-4E6135E1C2EF}"/>
              </a:ext>
            </a:extLst>
          </p:cNvPr>
          <p:cNvSpPr>
            <a:spLocks noGrp="1"/>
          </p:cNvSpPr>
          <p:nvPr>
            <p:ph type="pic" sz="quarter" idx="17"/>
          </p:nvPr>
        </p:nvSpPr>
        <p:spPr>
          <a:xfrm>
            <a:off x="9631389" y="1737360"/>
            <a:ext cx="1691640" cy="1691640"/>
          </a:xfrm>
          <a:prstGeom prst="ellipse">
            <a:avLst/>
          </a:prstGeom>
          <a:solidFill>
            <a:schemeClr val="bg1"/>
          </a:solidFill>
          <a:ln w="28575">
            <a:solidFill>
              <a:schemeClr val="accent4"/>
            </a:solidFill>
          </a:ln>
        </p:spPr>
        <p:txBody>
          <a:bodyPr/>
          <a:lstStyle>
            <a:lvl1pPr marL="0" indent="0">
              <a:buNone/>
              <a:defRPr/>
            </a:lvl1p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Tree>
    <p:extLst>
      <p:ext uri="{BB962C8B-B14F-4D97-AF65-F5344CB8AC3E}">
        <p14:creationId xmlns:p14="http://schemas.microsoft.com/office/powerpoint/2010/main" val="14938398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361310-3B9B-7BDF-03EB-C7445344898B}"/>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60D509-E524-BFC8-BF4E-68E14A99B441}"/>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99EDA485-5E5E-F7CB-5749-325DB11EF1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3" name="Rectangle 12">
            <a:extLst>
              <a:ext uri="{FF2B5EF4-FFF2-40B4-BE49-F238E27FC236}">
                <a16:creationId xmlns:a16="http://schemas.microsoft.com/office/drawing/2014/main" id="{9D4745EE-65A7-EA0B-B978-1073357E4C0C}"/>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17" name="Picture 16">
            <a:extLst>
              <a:ext uri="{FF2B5EF4-FFF2-40B4-BE49-F238E27FC236}">
                <a16:creationId xmlns:a16="http://schemas.microsoft.com/office/drawing/2014/main" id="{32C2A662-1F18-EF5E-F2B9-A107988F3C98}"/>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2" name="Slide Number Placeholder 5">
            <a:extLst>
              <a:ext uri="{FF2B5EF4-FFF2-40B4-BE49-F238E27FC236}">
                <a16:creationId xmlns:a16="http://schemas.microsoft.com/office/drawing/2014/main" id="{469EA53D-8089-84F9-4DC9-82117803FCFE}"/>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3" name="Date Placeholder 3">
            <a:extLst>
              <a:ext uri="{FF2B5EF4-FFF2-40B4-BE49-F238E27FC236}">
                <a16:creationId xmlns:a16="http://schemas.microsoft.com/office/drawing/2014/main" id="{60828DF3-D24D-308E-61FE-CEBC8C2DBD1B}"/>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4" name="Footer Placeholder 4">
            <a:extLst>
              <a:ext uri="{FF2B5EF4-FFF2-40B4-BE49-F238E27FC236}">
                <a16:creationId xmlns:a16="http://schemas.microsoft.com/office/drawing/2014/main" id="{59DC4D77-2829-ABBD-C2FE-B65622A5E827}"/>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
        <p:nvSpPr>
          <p:cNvPr id="5" name="Rectangle 4">
            <a:extLst>
              <a:ext uri="{FF2B5EF4-FFF2-40B4-BE49-F238E27FC236}">
                <a16:creationId xmlns:a16="http://schemas.microsoft.com/office/drawing/2014/main" id="{0AC162E8-B29C-AC64-05DB-717CC5D7B501}"/>
              </a:ext>
            </a:extLst>
          </p:cNvPr>
          <p:cNvSpPr/>
          <p:nvPr userDrawn="1"/>
        </p:nvSpPr>
        <p:spPr>
          <a:xfrm>
            <a:off x="465033" y="457200"/>
            <a:ext cx="5516667" cy="5581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itle 1">
            <a:extLst>
              <a:ext uri="{FF2B5EF4-FFF2-40B4-BE49-F238E27FC236}">
                <a16:creationId xmlns:a16="http://schemas.microsoft.com/office/drawing/2014/main" id="{C039AF46-57A7-26B6-1F11-79C97BC97C99}"/>
              </a:ext>
            </a:extLst>
          </p:cNvPr>
          <p:cNvSpPr>
            <a:spLocks noGrp="1"/>
          </p:cNvSpPr>
          <p:nvPr>
            <p:ph type="title" hasCustomPrompt="1"/>
          </p:nvPr>
        </p:nvSpPr>
        <p:spPr>
          <a:xfrm>
            <a:off x="457201" y="457200"/>
            <a:ext cx="5516668" cy="994411"/>
          </a:xfrm>
        </p:spPr>
        <p:txBody>
          <a:bodyPr>
            <a:noAutofit/>
          </a:bodyPr>
          <a:lstStyle>
            <a:lvl1pPr algn="ctr">
              <a:lnSpc>
                <a:spcPct val="100000"/>
              </a:lnSpc>
              <a:defRPr/>
            </a:lvl1pPr>
          </a:lstStyle>
          <a:p>
            <a:r>
              <a:rPr lang="en-US" dirty="0"/>
              <a:t>Click to add content</a:t>
            </a:r>
          </a:p>
        </p:txBody>
      </p:sp>
      <p:sp>
        <p:nvSpPr>
          <p:cNvPr id="9" name="Picture Placeholder 8">
            <a:extLst>
              <a:ext uri="{FF2B5EF4-FFF2-40B4-BE49-F238E27FC236}">
                <a16:creationId xmlns:a16="http://schemas.microsoft.com/office/drawing/2014/main" id="{96DFB476-43CE-0ED5-7CC2-A2BE569035CF}"/>
              </a:ext>
            </a:extLst>
          </p:cNvPr>
          <p:cNvSpPr>
            <a:spLocks noGrp="1"/>
          </p:cNvSpPr>
          <p:nvPr>
            <p:ph type="pic" sz="quarter" idx="13"/>
          </p:nvPr>
        </p:nvSpPr>
        <p:spPr>
          <a:xfrm>
            <a:off x="2150216" y="1472908"/>
            <a:ext cx="2146300" cy="2009775"/>
          </a:xfrm>
          <a:prstGeom prst="ellipse">
            <a:avLst/>
          </a:prstGeom>
          <a:ln w="38100">
            <a:solidFill>
              <a:schemeClr val="accent4"/>
            </a:solidFill>
          </a:ln>
        </p:spPr>
        <p:txBody>
          <a:bodyPr/>
          <a:lstStyle/>
          <a:p>
            <a:r>
              <a:rPr lang="en-US"/>
              <a:t>Click icon to add picture</a:t>
            </a:r>
          </a:p>
        </p:txBody>
      </p:sp>
      <p:sp>
        <p:nvSpPr>
          <p:cNvPr id="14" name="Text Placeholder 2">
            <a:extLst>
              <a:ext uri="{FF2B5EF4-FFF2-40B4-BE49-F238E27FC236}">
                <a16:creationId xmlns:a16="http://schemas.microsoft.com/office/drawing/2014/main" id="{21C30D1D-B94F-85B3-97D0-5DC307721DAE}"/>
              </a:ext>
            </a:extLst>
          </p:cNvPr>
          <p:cNvSpPr>
            <a:spLocks noGrp="1"/>
          </p:cNvSpPr>
          <p:nvPr>
            <p:ph type="body" idx="1" hasCustomPrompt="1"/>
          </p:nvPr>
        </p:nvSpPr>
        <p:spPr>
          <a:xfrm>
            <a:off x="465034" y="5086350"/>
            <a:ext cx="5524498" cy="952499"/>
          </a:xfrm>
        </p:spPr>
        <p:txBody>
          <a:bodyPr anchor="t" anchorCtr="0">
            <a:noAutofit/>
          </a:bodyPr>
          <a:lstStyle>
            <a:lvl1pPr marL="0" indent="0" algn="ctr">
              <a:lnSpc>
                <a:spcPct val="100000"/>
              </a:lnSpc>
              <a:buNone/>
              <a:defRPr sz="1200">
                <a:solidFill>
                  <a:schemeClr val="tx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contact information</a:t>
            </a:r>
          </a:p>
        </p:txBody>
      </p:sp>
      <p:sp>
        <p:nvSpPr>
          <p:cNvPr id="16" name="Picture Placeholder 15">
            <a:extLst>
              <a:ext uri="{FF2B5EF4-FFF2-40B4-BE49-F238E27FC236}">
                <a16:creationId xmlns:a16="http://schemas.microsoft.com/office/drawing/2014/main" id="{71202D5C-2479-42DD-8C1C-23D55874840E}"/>
              </a:ext>
            </a:extLst>
          </p:cNvPr>
          <p:cNvSpPr>
            <a:spLocks noGrp="1"/>
          </p:cNvSpPr>
          <p:nvPr>
            <p:ph type="pic" sz="quarter" idx="14"/>
          </p:nvPr>
        </p:nvSpPr>
        <p:spPr>
          <a:xfrm>
            <a:off x="6210299" y="457200"/>
            <a:ext cx="5524501" cy="5581650"/>
          </a:xfrm>
        </p:spPr>
        <p:txBody>
          <a:bodyPr/>
          <a:lstStyle/>
          <a:p>
            <a:pPr marL="171450" marR="0" lvl="0" indent="-171450" algn="l" defTabSz="914400" rtl="0" eaLnBrk="1" fontAlgn="auto" latinLnBrk="0" hangingPunct="1">
              <a:lnSpc>
                <a:spcPct val="150000"/>
              </a:lnSpc>
              <a:spcBef>
                <a:spcPts val="1000"/>
              </a:spcBef>
              <a:spcAft>
                <a:spcPts val="0"/>
              </a:spcAft>
              <a:buClr>
                <a:schemeClr val="accent4"/>
              </a:buClr>
              <a:buSzTx/>
              <a:buFont typeface="Wingdings" panose="05000000000000000000" pitchFamily="2" charset="2"/>
              <a:buChar char="§"/>
              <a:tabLst/>
              <a:defRPr/>
            </a:pPr>
            <a:r>
              <a:rPr lang="en-US"/>
              <a:t>Click icon to add picture</a:t>
            </a:r>
            <a:endParaRPr lang="en-US" dirty="0"/>
          </a:p>
        </p:txBody>
      </p:sp>
      <p:sp>
        <p:nvSpPr>
          <p:cNvPr id="22" name="Text Placeholder 21">
            <a:extLst>
              <a:ext uri="{FF2B5EF4-FFF2-40B4-BE49-F238E27FC236}">
                <a16:creationId xmlns:a16="http://schemas.microsoft.com/office/drawing/2014/main" id="{6939C9F5-97BE-3396-5707-F78FD1813F59}"/>
              </a:ext>
            </a:extLst>
          </p:cNvPr>
          <p:cNvSpPr>
            <a:spLocks noGrp="1"/>
          </p:cNvSpPr>
          <p:nvPr>
            <p:ph type="body" sz="quarter" idx="15" hasCustomPrompt="1"/>
          </p:nvPr>
        </p:nvSpPr>
        <p:spPr>
          <a:xfrm>
            <a:off x="465138" y="3503981"/>
            <a:ext cx="5508625" cy="711939"/>
          </a:xfrm>
        </p:spPr>
        <p:txBody>
          <a:bodyPr anchor="ctr" anchorCtr="0">
            <a:noAutofit/>
          </a:bodyPr>
          <a:lstStyle>
            <a:lvl1pPr marL="0" indent="0" algn="ctr">
              <a:lnSpc>
                <a:spcPct val="100000"/>
              </a:lnSpc>
              <a:buNone/>
              <a:defRPr sz="2000" b="1">
                <a:solidFill>
                  <a:schemeClr val="accent1"/>
                </a:solidFill>
              </a:defRPr>
            </a:lvl1pPr>
          </a:lstStyle>
          <a:p>
            <a:pPr lvl="0"/>
            <a:r>
              <a:rPr lang="en-US" dirty="0"/>
              <a:t>Click to add name</a:t>
            </a:r>
          </a:p>
        </p:txBody>
      </p:sp>
      <p:sp>
        <p:nvSpPr>
          <p:cNvPr id="23" name="Text Placeholder 21">
            <a:extLst>
              <a:ext uri="{FF2B5EF4-FFF2-40B4-BE49-F238E27FC236}">
                <a16:creationId xmlns:a16="http://schemas.microsoft.com/office/drawing/2014/main" id="{74F3DA48-53E5-4844-128B-2607ED2A1390}"/>
              </a:ext>
            </a:extLst>
          </p:cNvPr>
          <p:cNvSpPr>
            <a:spLocks noGrp="1"/>
          </p:cNvSpPr>
          <p:nvPr>
            <p:ph type="body" sz="quarter" idx="16" hasCustomPrompt="1"/>
          </p:nvPr>
        </p:nvSpPr>
        <p:spPr>
          <a:xfrm>
            <a:off x="465032" y="4215921"/>
            <a:ext cx="5508625" cy="870428"/>
          </a:xfrm>
        </p:spPr>
        <p:txBody>
          <a:bodyPr anchor="t" anchorCtr="0">
            <a:noAutofit/>
          </a:bodyPr>
          <a:lstStyle>
            <a:lvl1pPr marL="0" indent="0" algn="ctr">
              <a:buNone/>
              <a:defRPr sz="1600" b="1"/>
            </a:lvl1pPr>
          </a:lstStyle>
          <a:p>
            <a:pPr lvl="0"/>
            <a:r>
              <a:rPr lang="en-US" dirty="0"/>
              <a:t>Click to add title</a:t>
            </a:r>
          </a:p>
        </p:txBody>
      </p:sp>
    </p:spTree>
    <p:extLst>
      <p:ext uri="{BB962C8B-B14F-4D97-AF65-F5344CB8AC3E}">
        <p14:creationId xmlns:p14="http://schemas.microsoft.com/office/powerpoint/2010/main" val="330770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FC896-AEEF-411B-AA62-896E4A3C6BF9}"/>
              </a:ext>
            </a:extLst>
          </p:cNvPr>
          <p:cNvSpPr>
            <a:spLocks noGrp="1"/>
          </p:cNvSpPr>
          <p:nvPr>
            <p:ph type="title"/>
          </p:nvPr>
        </p:nvSpPr>
        <p:spPr>
          <a:xfrm>
            <a:off x="1416050" y="457200"/>
            <a:ext cx="9359900" cy="1143000"/>
          </a:xfrm>
          <a:prstGeom prst="rect">
            <a:avLst/>
          </a:prstGeom>
        </p:spPr>
        <p:txBody>
          <a:bodyPr vert="horz" lIns="0" tIns="0" rIns="0" bIns="0" rtlCol="0" anchor="ctr">
            <a:noAutofit/>
          </a:bodyPr>
          <a:lstStyle/>
          <a:p>
            <a:r>
              <a:rPr lang="en-US" dirty="0"/>
              <a:t>Click to add title</a:t>
            </a:r>
          </a:p>
        </p:txBody>
      </p:sp>
      <p:sp>
        <p:nvSpPr>
          <p:cNvPr id="3" name="Text Placeholder 2">
            <a:extLst>
              <a:ext uri="{FF2B5EF4-FFF2-40B4-BE49-F238E27FC236}">
                <a16:creationId xmlns:a16="http://schemas.microsoft.com/office/drawing/2014/main" id="{C77EEF78-3D71-42CA-8591-2FA2B59A187C}"/>
              </a:ext>
            </a:extLst>
          </p:cNvPr>
          <p:cNvSpPr>
            <a:spLocks noGrp="1"/>
          </p:cNvSpPr>
          <p:nvPr>
            <p:ph type="body" idx="1"/>
          </p:nvPr>
        </p:nvSpPr>
        <p:spPr>
          <a:xfrm>
            <a:off x="1416049" y="1828800"/>
            <a:ext cx="9359899" cy="3778179"/>
          </a:xfrm>
          <a:prstGeom prst="rect">
            <a:avLst/>
          </a:prstGeom>
        </p:spPr>
        <p:txBody>
          <a:bodyPr vert="horz" lIns="0" tIns="0" rIns="0" bIns="0" rtlCol="0">
            <a:noAutofit/>
          </a:bodyPr>
          <a:lstStyle/>
          <a:p>
            <a:pPr lvl="0"/>
            <a:r>
              <a:rPr lang="en-US" dirty="0"/>
              <a:t>Click to add text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3BD220-EB1E-4FF4-957C-FD4F4EE12DCB}"/>
              </a:ext>
            </a:extLst>
          </p:cNvPr>
          <p:cNvSpPr>
            <a:spLocks noGrp="1"/>
          </p:cNvSpPr>
          <p:nvPr>
            <p:ph type="dt" sz="half" idx="2"/>
          </p:nvPr>
        </p:nvSpPr>
        <p:spPr>
          <a:xfrm>
            <a:off x="465034" y="6407625"/>
            <a:ext cx="2640116" cy="450375"/>
          </a:xfrm>
          <a:prstGeom prst="rect">
            <a:avLst/>
          </a:prstGeom>
        </p:spPr>
        <p:txBody>
          <a:bodyPr vert="horz" lIns="0" tIns="0" rIns="0" bIns="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B343FBA-75B2-4185-8DE0-0B9F6F5B2471}"/>
              </a:ext>
            </a:extLst>
          </p:cNvPr>
          <p:cNvSpPr>
            <a:spLocks noGrp="1"/>
          </p:cNvSpPr>
          <p:nvPr>
            <p:ph type="ftr" sz="quarter" idx="3"/>
          </p:nvPr>
        </p:nvSpPr>
        <p:spPr>
          <a:xfrm>
            <a:off x="3333750" y="6407624"/>
            <a:ext cx="5524500" cy="450376"/>
          </a:xfrm>
          <a:prstGeom prst="rect">
            <a:avLst/>
          </a:prstGeom>
        </p:spPr>
        <p:txBody>
          <a:bodyPr vert="horz" lIns="0" tIns="0" rIns="0" bIns="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781788-3541-4E58-9D27-86F22D4DE2BB}"/>
              </a:ext>
            </a:extLst>
          </p:cNvPr>
          <p:cNvSpPr>
            <a:spLocks noGrp="1"/>
          </p:cNvSpPr>
          <p:nvPr>
            <p:ph type="sldNum" sz="quarter" idx="4"/>
          </p:nvPr>
        </p:nvSpPr>
        <p:spPr>
          <a:xfrm>
            <a:off x="9086850" y="6400800"/>
            <a:ext cx="2640116" cy="450375"/>
          </a:xfrm>
          <a:prstGeom prst="rect">
            <a:avLst/>
          </a:prstGeom>
        </p:spPr>
        <p:txBody>
          <a:bodyPr vert="horz" lIns="0" tIns="0" rIns="0" bIns="0" rtlCol="0" anchor="ctr"/>
          <a:lstStyle>
            <a:lvl1pPr algn="r">
              <a:defRPr sz="1200">
                <a:solidFill>
                  <a:schemeClr val="tx1">
                    <a:tint val="75000"/>
                  </a:schemeClr>
                </a:solidFill>
              </a:defRPr>
            </a:lvl1pPr>
          </a:lstStyle>
          <a:p>
            <a:fld id="{E2E280E9-2294-4CEC-A84B-061E0D2BDE90}" type="slidenum">
              <a:rPr lang="en-US" smtClean="0"/>
              <a:t>‹#›</a:t>
            </a:fld>
            <a:endParaRPr lang="en-US"/>
          </a:p>
        </p:txBody>
      </p:sp>
    </p:spTree>
    <p:extLst>
      <p:ext uri="{BB962C8B-B14F-4D97-AF65-F5344CB8AC3E}">
        <p14:creationId xmlns:p14="http://schemas.microsoft.com/office/powerpoint/2010/main" val="1844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0" r:id="rId13"/>
    <p:sldLayoutId id="2147483662" r:id="rId14"/>
    <p:sldLayoutId id="2147483663" r:id="rId15"/>
    <p:sldLayoutId id="2147483664" r:id="rId16"/>
    <p:sldLayoutId id="2147483666" r:id="rId17"/>
    <p:sldLayoutId id="2147483667" r:id="rId18"/>
    <p:sldLayoutId id="2147483665" r:id="rId1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4"/>
        </a:buClr>
        <a:buFont typeface="Wingdings" panose="05000000000000000000" pitchFamily="2" charset="2"/>
        <a:buChar char="§"/>
        <a:defRPr sz="1200" kern="1200">
          <a:solidFill>
            <a:schemeClr val="tx2"/>
          </a:solidFill>
          <a:latin typeface="+mn-lt"/>
          <a:ea typeface="+mn-ea"/>
          <a:cs typeface="+mn-cs"/>
        </a:defRPr>
      </a:lvl1pPr>
      <a:lvl2pPr marL="6318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2pPr>
      <a:lvl3pPr marL="10858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3pPr>
      <a:lvl4pPr marL="15462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4pPr>
      <a:lvl5pPr marL="20002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88" userDrawn="1">
          <p15:clr>
            <a:srgbClr val="F26B43"/>
          </p15:clr>
        </p15:guide>
        <p15:guide id="4" pos="752" userDrawn="1">
          <p15:clr>
            <a:srgbClr val="F26B43"/>
          </p15:clr>
        </p15:guide>
        <p15:guide id="5" pos="896" userDrawn="1">
          <p15:clr>
            <a:srgbClr val="F26B43"/>
          </p15:clr>
        </p15:guide>
        <p15:guide id="6" pos="1352" userDrawn="1">
          <p15:clr>
            <a:srgbClr val="F26B43"/>
          </p15:clr>
        </p15:guide>
        <p15:guide id="7" pos="1496" userDrawn="1">
          <p15:clr>
            <a:srgbClr val="F26B43"/>
          </p15:clr>
        </p15:guide>
        <p15:guide id="8" pos="1960" userDrawn="1">
          <p15:clr>
            <a:srgbClr val="F26B43"/>
          </p15:clr>
        </p15:guide>
        <p15:guide id="9" pos="2104" userDrawn="1">
          <p15:clr>
            <a:srgbClr val="F26B43"/>
          </p15:clr>
        </p15:guide>
        <p15:guide id="10" pos="2560" userDrawn="1">
          <p15:clr>
            <a:srgbClr val="F26B43"/>
          </p15:clr>
        </p15:guide>
        <p15:guide id="11" pos="2704" userDrawn="1">
          <p15:clr>
            <a:srgbClr val="F26B43"/>
          </p15:clr>
        </p15:guide>
        <p15:guide id="12" pos="3168" userDrawn="1">
          <p15:clr>
            <a:srgbClr val="F26B43"/>
          </p15:clr>
        </p15:guide>
        <p15:guide id="13" pos="3312" userDrawn="1">
          <p15:clr>
            <a:srgbClr val="F26B43"/>
          </p15:clr>
        </p15:guide>
        <p15:guide id="14" pos="3768" userDrawn="1">
          <p15:clr>
            <a:srgbClr val="F26B43"/>
          </p15:clr>
        </p15:guide>
        <p15:guide id="15" pos="3912" userDrawn="1">
          <p15:clr>
            <a:srgbClr val="F26B43"/>
          </p15:clr>
        </p15:guide>
        <p15:guide id="16" pos="4392" userDrawn="1">
          <p15:clr>
            <a:srgbClr val="F26B43"/>
          </p15:clr>
        </p15:guide>
        <p15:guide id="17" pos="4520" userDrawn="1">
          <p15:clr>
            <a:srgbClr val="F26B43"/>
          </p15:clr>
        </p15:guide>
        <p15:guide id="18" pos="4976" userDrawn="1">
          <p15:clr>
            <a:srgbClr val="F26B43"/>
          </p15:clr>
        </p15:guide>
        <p15:guide id="19" pos="5120" userDrawn="1">
          <p15:clr>
            <a:srgbClr val="F26B43"/>
          </p15:clr>
        </p15:guide>
        <p15:guide id="20" pos="5584" userDrawn="1">
          <p15:clr>
            <a:srgbClr val="F26B43"/>
          </p15:clr>
        </p15:guide>
        <p15:guide id="21" pos="5728" userDrawn="1">
          <p15:clr>
            <a:srgbClr val="F26B43"/>
          </p15:clr>
        </p15:guide>
        <p15:guide id="22" pos="6184" userDrawn="1">
          <p15:clr>
            <a:srgbClr val="F26B43"/>
          </p15:clr>
        </p15:guide>
        <p15:guide id="23" pos="6328" userDrawn="1">
          <p15:clr>
            <a:srgbClr val="F26B43"/>
          </p15:clr>
        </p15:guide>
        <p15:guide id="24" pos="6792" userDrawn="1">
          <p15:clr>
            <a:srgbClr val="F26B43"/>
          </p15:clr>
        </p15:guide>
        <p15:guide id="25" pos="6936" userDrawn="1">
          <p15:clr>
            <a:srgbClr val="F26B43"/>
          </p15:clr>
        </p15:guide>
        <p15:guide id="26" pos="7392" userDrawn="1">
          <p15:clr>
            <a:srgbClr val="F26B43"/>
          </p15:clr>
        </p15:guide>
        <p15:guide id="27" orient="horz" userDrawn="1">
          <p15:clr>
            <a:srgbClr val="F26B43"/>
          </p15:clr>
        </p15:guide>
        <p15:guide id="28" orient="horz" pos="4320" userDrawn="1">
          <p15:clr>
            <a:srgbClr val="F26B43"/>
          </p15:clr>
        </p15:guide>
        <p15:guide id="29" orient="horz" pos="288" userDrawn="1">
          <p15:clr>
            <a:srgbClr val="F26B43"/>
          </p15:clr>
        </p15:guide>
        <p15:guide id="30"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youtu.be/aBDJQ9NYTEU?si=1G5GxLFRU0FFQfJ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8C0686-F729-4944-A511-B79A7326272B}"/>
              </a:ext>
            </a:extLst>
          </p:cNvPr>
          <p:cNvSpPr>
            <a:spLocks noGrp="1"/>
          </p:cNvSpPr>
          <p:nvPr>
            <p:ph type="ctrTitle"/>
          </p:nvPr>
        </p:nvSpPr>
        <p:spPr/>
        <p:txBody>
          <a:bodyPr>
            <a:normAutofit/>
          </a:bodyPr>
          <a:lstStyle/>
          <a:p>
            <a:r>
              <a:rPr lang="en-US" sz="4000" dirty="0"/>
              <a:t>Module 1</a:t>
            </a:r>
          </a:p>
        </p:txBody>
      </p:sp>
      <p:sp>
        <p:nvSpPr>
          <p:cNvPr id="9" name="Subtitle 8">
            <a:extLst>
              <a:ext uri="{FF2B5EF4-FFF2-40B4-BE49-F238E27FC236}">
                <a16:creationId xmlns:a16="http://schemas.microsoft.com/office/drawing/2014/main" id="{F8C35E51-0114-4E6B-9ABF-A29902909275}"/>
              </a:ext>
            </a:extLst>
          </p:cNvPr>
          <p:cNvSpPr>
            <a:spLocks noGrp="1"/>
          </p:cNvSpPr>
          <p:nvPr>
            <p:ph type="subTitle" idx="1"/>
          </p:nvPr>
        </p:nvSpPr>
        <p:spPr>
          <a:xfrm>
            <a:off x="1424966" y="3809999"/>
            <a:ext cx="9143446" cy="2141913"/>
          </a:xfrm>
        </p:spPr>
        <p:txBody>
          <a:bodyPr/>
          <a:lstStyle/>
          <a:p>
            <a:r>
              <a:rPr lang="en-US" sz="3600" dirty="0"/>
              <a:t>What Is a Chip?</a:t>
            </a:r>
          </a:p>
        </p:txBody>
      </p:sp>
      <p:sp>
        <p:nvSpPr>
          <p:cNvPr id="2" name="Rectangle 1">
            <a:extLst>
              <a:ext uri="{FF2B5EF4-FFF2-40B4-BE49-F238E27FC236}">
                <a16:creationId xmlns:a16="http://schemas.microsoft.com/office/drawing/2014/main" id="{7C5F5578-B9E8-F09B-C5B5-A7EA7B41DF9C}"/>
              </a:ext>
              <a:ext uri="{C183D7F6-B498-43B3-948B-1728B52AA6E4}">
                <adec:decorative xmlns:adec="http://schemas.microsoft.com/office/drawing/2017/decorative" val="1"/>
              </a:ext>
            </a:extLst>
          </p:cNvPr>
          <p:cNvSpPr/>
          <p:nvPr/>
        </p:nvSpPr>
        <p:spPr>
          <a:xfrm>
            <a:off x="0" y="6720840"/>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89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FA0C16-C8C4-4011-7E13-610AF8A602D7}"/>
              </a:ext>
            </a:extLst>
          </p:cNvPr>
          <p:cNvSpPr>
            <a:spLocks noGrp="1"/>
          </p:cNvSpPr>
          <p:nvPr>
            <p:ph type="title"/>
          </p:nvPr>
        </p:nvSpPr>
        <p:spPr>
          <a:xfrm>
            <a:off x="457200" y="233082"/>
            <a:ext cx="11269766" cy="840861"/>
          </a:xfrm>
        </p:spPr>
        <p:txBody>
          <a:bodyPr/>
          <a:lstStyle/>
          <a:p>
            <a:r>
              <a:rPr lang="en-US" dirty="0"/>
              <a:t>What Is a Chip?</a:t>
            </a:r>
          </a:p>
        </p:txBody>
      </p:sp>
      <p:pic>
        <p:nvPicPr>
          <p:cNvPr id="4" name="Content Placeholder 13" descr="Diagram illustrating a central microchip connected to various electronic devices, including a smartphone, laptop, electric car, microwave, and gaming console. Arrows indicate data flow between microchip and devices, highlighting microchip's role as a key component in modern technology integration.">
            <a:extLst>
              <a:ext uri="{FF2B5EF4-FFF2-40B4-BE49-F238E27FC236}">
                <a16:creationId xmlns:a16="http://schemas.microsoft.com/office/drawing/2014/main" id="{16979261-3E6C-DADB-32D5-EA06D1C8404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l="5219" r="293" b="-1"/>
          <a:stretch>
            <a:fillRect/>
          </a:stretch>
        </p:blipFill>
        <p:spPr>
          <a:xfrm>
            <a:off x="373224" y="1779402"/>
            <a:ext cx="4283075" cy="3446949"/>
          </a:xfrm>
          <a:prstGeom prst="rect">
            <a:avLst/>
          </a:prstGeom>
          <a:noFill/>
        </p:spPr>
      </p:pic>
      <p:sp>
        <p:nvSpPr>
          <p:cNvPr id="6" name="Content Placeholder 5">
            <a:extLst>
              <a:ext uri="{FF2B5EF4-FFF2-40B4-BE49-F238E27FC236}">
                <a16:creationId xmlns:a16="http://schemas.microsoft.com/office/drawing/2014/main" id="{49769DF0-F1B7-D377-B10E-C690F04BA372}"/>
              </a:ext>
            </a:extLst>
          </p:cNvPr>
          <p:cNvSpPr>
            <a:spLocks noGrp="1"/>
          </p:cNvSpPr>
          <p:nvPr>
            <p:ph sz="half" idx="13"/>
          </p:nvPr>
        </p:nvSpPr>
        <p:spPr>
          <a:xfrm>
            <a:off x="4966447" y="1210235"/>
            <a:ext cx="6760519" cy="5057400"/>
          </a:xfrm>
        </p:spPr>
        <p:txBody>
          <a:bodyPr>
            <a:normAutofit fontScale="92500" lnSpcReduction="20000"/>
          </a:bodyPr>
          <a:lstStyle/>
          <a:p>
            <a:pPr marL="457200" indent="-457200">
              <a:lnSpc>
                <a:spcPct val="90000"/>
              </a:lnSpc>
              <a:buFont typeface="Arial" panose="020B0604020202020204" pitchFamily="34" charset="0"/>
              <a:buChar char="•"/>
            </a:pPr>
            <a:r>
              <a:rPr lang="en-US" sz="2200" b="1" dirty="0"/>
              <a:t>What Is a Chip?</a:t>
            </a:r>
          </a:p>
          <a:p>
            <a:pPr marL="917575" lvl="1" indent="-457200">
              <a:lnSpc>
                <a:spcPct val="90000"/>
              </a:lnSpc>
              <a:buFont typeface="Arial" panose="020B0604020202020204" pitchFamily="34" charset="0"/>
              <a:buChar char="•"/>
            </a:pPr>
            <a:r>
              <a:rPr lang="en-US" sz="2200" dirty="0"/>
              <a:t>A tiny physical device built from billions of transistors</a:t>
            </a:r>
          </a:p>
          <a:p>
            <a:pPr marL="917575" lvl="1" indent="-457200">
              <a:lnSpc>
                <a:spcPct val="90000"/>
              </a:lnSpc>
              <a:buFont typeface="Arial" panose="020B0604020202020204" pitchFamily="34" charset="0"/>
              <a:buChar char="•"/>
            </a:pPr>
            <a:r>
              <a:rPr lang="en-US" sz="2200" dirty="0"/>
              <a:t>An electronic system that processes electrical signals</a:t>
            </a:r>
          </a:p>
          <a:p>
            <a:pPr marL="917575" lvl="1" indent="-457200">
              <a:lnSpc>
                <a:spcPct val="90000"/>
              </a:lnSpc>
              <a:buFont typeface="Arial" panose="020B0604020202020204" pitchFamily="34" charset="0"/>
              <a:buChar char="•"/>
            </a:pPr>
            <a:r>
              <a:rPr lang="en-US" sz="2200" dirty="0"/>
              <a:t>A rule-following machine that implements logic and algorithms</a:t>
            </a:r>
          </a:p>
          <a:p>
            <a:pPr marL="457200" indent="-457200">
              <a:lnSpc>
                <a:spcPct val="90000"/>
              </a:lnSpc>
              <a:buFont typeface="Arial" panose="020B0604020202020204" pitchFamily="34" charset="0"/>
              <a:buChar char="•"/>
            </a:pPr>
            <a:r>
              <a:rPr lang="en-US" sz="2200" b="1" dirty="0"/>
              <a:t>Every Chip Follows the Same Pattern:</a:t>
            </a:r>
          </a:p>
          <a:p>
            <a:pPr marL="917575" lvl="1" indent="-457200">
              <a:lnSpc>
                <a:spcPct val="90000"/>
              </a:lnSpc>
              <a:buFont typeface="Arial" panose="020B0604020202020204" pitchFamily="34" charset="0"/>
              <a:buChar char="•"/>
            </a:pPr>
            <a:r>
              <a:rPr lang="en-US" sz="2200" dirty="0"/>
              <a:t>Inputs → Rules → Outputs</a:t>
            </a:r>
          </a:p>
          <a:p>
            <a:pPr marL="457200" indent="-457200">
              <a:lnSpc>
                <a:spcPct val="90000"/>
              </a:lnSpc>
              <a:buFont typeface="Arial" panose="020B0604020202020204" pitchFamily="34" charset="0"/>
              <a:buChar char="•"/>
            </a:pPr>
            <a:r>
              <a:rPr lang="en-US" sz="2200" b="1" dirty="0"/>
              <a:t>Why You Use Hundreds Every Day</a:t>
            </a:r>
          </a:p>
          <a:p>
            <a:pPr marL="917575" lvl="1" indent="-457200">
              <a:lnSpc>
                <a:spcPct val="90000"/>
              </a:lnSpc>
              <a:buFont typeface="Arial" panose="020B0604020202020204" pitchFamily="34" charset="0"/>
              <a:buChar char="•"/>
            </a:pPr>
            <a:r>
              <a:rPr lang="en-US" sz="2200" dirty="0"/>
              <a:t>They are the hidden “brains” inside:</a:t>
            </a:r>
          </a:p>
          <a:p>
            <a:pPr marL="1371600" lvl="2" indent="-457200">
              <a:lnSpc>
                <a:spcPct val="90000"/>
              </a:lnSpc>
              <a:buFont typeface="Arial" panose="020B0604020202020204" pitchFamily="34" charset="0"/>
              <a:buChar char="•"/>
            </a:pPr>
            <a:r>
              <a:rPr lang="en-US" sz="2200" dirty="0"/>
              <a:t>Smartphones</a:t>
            </a:r>
          </a:p>
          <a:p>
            <a:pPr marL="1371600" lvl="2" indent="-457200">
              <a:lnSpc>
                <a:spcPct val="90000"/>
              </a:lnSpc>
              <a:buFont typeface="Arial" panose="020B0604020202020204" pitchFamily="34" charset="0"/>
              <a:buChar char="•"/>
            </a:pPr>
            <a:r>
              <a:rPr lang="en-US" sz="2200" dirty="0"/>
              <a:t>Laptops</a:t>
            </a:r>
          </a:p>
          <a:p>
            <a:pPr marL="1371600" lvl="2" indent="-457200">
              <a:lnSpc>
                <a:spcPct val="90000"/>
              </a:lnSpc>
              <a:buFont typeface="Arial" panose="020B0604020202020204" pitchFamily="34" charset="0"/>
              <a:buChar char="•"/>
            </a:pPr>
            <a:r>
              <a:rPr lang="en-US" sz="2200" dirty="0"/>
              <a:t>Cars</a:t>
            </a:r>
          </a:p>
          <a:p>
            <a:pPr marL="1371600" lvl="2" indent="-457200">
              <a:lnSpc>
                <a:spcPct val="90000"/>
              </a:lnSpc>
              <a:buFont typeface="Arial" panose="020B0604020202020204" pitchFamily="34" charset="0"/>
              <a:buChar char="•"/>
            </a:pPr>
            <a:r>
              <a:rPr lang="en-US" sz="2200" dirty="0" err="1"/>
              <a:t>WiFi</a:t>
            </a:r>
            <a:r>
              <a:rPr lang="en-US" sz="2200" dirty="0"/>
              <a:t> routers</a:t>
            </a:r>
          </a:p>
          <a:p>
            <a:pPr marL="1371600" lvl="2" indent="-457200">
              <a:lnSpc>
                <a:spcPct val="90000"/>
              </a:lnSpc>
              <a:buFont typeface="Arial" panose="020B0604020202020204" pitchFamily="34" charset="0"/>
              <a:buChar char="•"/>
            </a:pPr>
            <a:r>
              <a:rPr lang="en-US" sz="2200" dirty="0"/>
              <a:t>Game consoles</a:t>
            </a:r>
          </a:p>
          <a:p>
            <a:pPr marL="1371600" lvl="2" indent="-457200">
              <a:lnSpc>
                <a:spcPct val="90000"/>
              </a:lnSpc>
              <a:buFont typeface="Arial" panose="020B0604020202020204" pitchFamily="34" charset="0"/>
              <a:buChar char="•"/>
            </a:pPr>
            <a:r>
              <a:rPr lang="en-US" sz="2200" dirty="0"/>
              <a:t>Medical devices</a:t>
            </a:r>
          </a:p>
        </p:txBody>
      </p:sp>
    </p:spTree>
    <p:extLst>
      <p:ext uri="{BB962C8B-B14F-4D97-AF65-F5344CB8AC3E}">
        <p14:creationId xmlns:p14="http://schemas.microsoft.com/office/powerpoint/2010/main" val="47748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436BA-E00B-5347-2F17-6A62BAB7FD3B}"/>
              </a:ext>
            </a:extLst>
          </p:cNvPr>
          <p:cNvSpPr>
            <a:spLocks noGrp="1"/>
          </p:cNvSpPr>
          <p:nvPr>
            <p:ph type="title"/>
          </p:nvPr>
        </p:nvSpPr>
        <p:spPr>
          <a:xfrm>
            <a:off x="457200" y="457200"/>
            <a:ext cx="11269766" cy="1143000"/>
          </a:xfrm>
        </p:spPr>
        <p:txBody>
          <a:bodyPr anchor="ctr">
            <a:normAutofit/>
          </a:bodyPr>
          <a:lstStyle/>
          <a:p>
            <a:r>
              <a:rPr lang="en-US" dirty="0"/>
              <a:t>What Does a Chip Actually Do?</a:t>
            </a:r>
          </a:p>
        </p:txBody>
      </p:sp>
      <p:sp>
        <p:nvSpPr>
          <p:cNvPr id="10" name="Content Placeholder 2">
            <a:extLst>
              <a:ext uri="{FF2B5EF4-FFF2-40B4-BE49-F238E27FC236}">
                <a16:creationId xmlns:a16="http://schemas.microsoft.com/office/drawing/2014/main" id="{10031450-A38E-645E-FDA3-09538C4839D8}"/>
              </a:ext>
            </a:extLst>
          </p:cNvPr>
          <p:cNvSpPr>
            <a:spLocks noGrp="1"/>
          </p:cNvSpPr>
          <p:nvPr>
            <p:ph sz="half" idx="1"/>
          </p:nvPr>
        </p:nvSpPr>
        <p:spPr>
          <a:xfrm>
            <a:off x="457199" y="1600200"/>
            <a:ext cx="6849035" cy="4667435"/>
          </a:xfrm>
        </p:spPr>
        <p:txBody>
          <a:bodyPr/>
          <a:lstStyle/>
          <a:p>
            <a:r>
              <a:rPr lang="en-US" b="1" dirty="0"/>
              <a:t>At the highest level, every chip:</a:t>
            </a:r>
          </a:p>
          <a:p>
            <a:pPr lvl="1"/>
            <a:r>
              <a:rPr lang="en-US" dirty="0"/>
              <a:t>Receives electrical inputs</a:t>
            </a:r>
          </a:p>
          <a:p>
            <a:pPr lvl="1"/>
            <a:r>
              <a:rPr lang="en-US" dirty="0"/>
              <a:t>Applies physical and logical rules</a:t>
            </a:r>
          </a:p>
          <a:p>
            <a:pPr lvl="1"/>
            <a:r>
              <a:rPr lang="en-US" dirty="0"/>
              <a:t>Produces electrical outputs</a:t>
            </a:r>
          </a:p>
          <a:p>
            <a:r>
              <a:rPr lang="en-US" b="1" dirty="0"/>
              <a:t>Think of It Like a System:</a:t>
            </a:r>
          </a:p>
          <a:p>
            <a:pPr lvl="1"/>
            <a:r>
              <a:rPr lang="en-US" sz="2000" dirty="0"/>
              <a:t>Sensors / Data → Processing → Action</a:t>
            </a:r>
          </a:p>
          <a:p>
            <a:pPr lvl="1"/>
            <a:r>
              <a:rPr lang="en-US" sz="2000" dirty="0"/>
              <a:t>Examples:</a:t>
            </a:r>
          </a:p>
          <a:p>
            <a:pPr lvl="2"/>
            <a:r>
              <a:rPr lang="en-US" sz="2000" dirty="0"/>
              <a:t>Touch screen → Signal processing → Display updates</a:t>
            </a:r>
          </a:p>
          <a:p>
            <a:pPr lvl="2"/>
            <a:r>
              <a:rPr lang="en-US" sz="2000" dirty="0"/>
              <a:t>Camera light → Image processing → Photo</a:t>
            </a:r>
          </a:p>
          <a:p>
            <a:pPr lvl="2"/>
            <a:r>
              <a:rPr lang="en-US" sz="2000" dirty="0" err="1"/>
              <a:t>WiFi</a:t>
            </a:r>
            <a:r>
              <a:rPr lang="en-US" sz="2000" dirty="0"/>
              <a:t> signal → RF processing → Internet data</a:t>
            </a:r>
          </a:p>
        </p:txBody>
      </p:sp>
      <p:pic>
        <p:nvPicPr>
          <p:cNvPr id="15" name="Content Placeholder 14" descr="Diagram illustrating data flow from three input devices—a smartphone, camera, and Wi-Fi signal—through a central processing unit to different output displays. Outputs include a graph on a monitor, a photo of two people on a screen, and a globe representing internet or network access.">
            <a:extLst>
              <a:ext uri="{FF2B5EF4-FFF2-40B4-BE49-F238E27FC236}">
                <a16:creationId xmlns:a16="http://schemas.microsoft.com/office/drawing/2014/main" id="{122B2909-89D5-D914-1AE8-80BE0C1FDFBA}"/>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rcRect/>
          <a:stretch>
            <a:fillRect/>
          </a:stretch>
        </p:blipFill>
        <p:spPr>
          <a:xfrm>
            <a:off x="6929718" y="1600200"/>
            <a:ext cx="4580964" cy="3193898"/>
          </a:xfrm>
        </p:spPr>
      </p:pic>
    </p:spTree>
    <p:extLst>
      <p:ext uri="{BB962C8B-B14F-4D97-AF65-F5344CB8AC3E}">
        <p14:creationId xmlns:p14="http://schemas.microsoft.com/office/powerpoint/2010/main" val="3938931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E9E5F-5E64-0B11-8320-86D942414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41DDC-0904-82F5-2630-64652AA39C50}"/>
              </a:ext>
            </a:extLst>
          </p:cNvPr>
          <p:cNvSpPr>
            <a:spLocks noGrp="1"/>
          </p:cNvSpPr>
          <p:nvPr>
            <p:ph type="title"/>
          </p:nvPr>
        </p:nvSpPr>
        <p:spPr>
          <a:xfrm>
            <a:off x="457200" y="457200"/>
            <a:ext cx="11269766" cy="1143000"/>
          </a:xfrm>
        </p:spPr>
        <p:txBody>
          <a:bodyPr anchor="ctr">
            <a:normAutofit/>
          </a:bodyPr>
          <a:lstStyle/>
          <a:p>
            <a:r>
              <a:rPr lang="en-US" dirty="0"/>
              <a:t>What Is a Chip Made Of?</a:t>
            </a:r>
          </a:p>
        </p:txBody>
      </p:sp>
      <p:pic>
        <p:nvPicPr>
          <p:cNvPr id="6" name="Content Placeholder 5" descr="Line drawing showing a fingertip holding a tiny square microchip with a magnified circular inset revealing a grid of intricate circuit patterns on the chip. The illustration highlights the microchip's miniature size and detailed internal structure, emphasizing advancements in microelectronics and nanotechnology.">
            <a:extLst>
              <a:ext uri="{FF2B5EF4-FFF2-40B4-BE49-F238E27FC236}">
                <a16:creationId xmlns:a16="http://schemas.microsoft.com/office/drawing/2014/main" id="{4D3FD6EC-2064-F865-ABAA-E0F6DEE979E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7200" y="1600200"/>
            <a:ext cx="4500283" cy="3263153"/>
          </a:xfrm>
        </p:spPr>
      </p:pic>
      <p:sp>
        <p:nvSpPr>
          <p:cNvPr id="4" name="Content Placeholder 3">
            <a:extLst>
              <a:ext uri="{FF2B5EF4-FFF2-40B4-BE49-F238E27FC236}">
                <a16:creationId xmlns:a16="http://schemas.microsoft.com/office/drawing/2014/main" id="{257662FA-B222-A6DA-A130-831D81860246}"/>
              </a:ext>
            </a:extLst>
          </p:cNvPr>
          <p:cNvSpPr>
            <a:spLocks noGrp="1"/>
          </p:cNvSpPr>
          <p:nvPr>
            <p:ph sz="half" idx="13"/>
          </p:nvPr>
        </p:nvSpPr>
        <p:spPr>
          <a:xfrm>
            <a:off x="5091953" y="1600200"/>
            <a:ext cx="6635013" cy="4667435"/>
          </a:xfrm>
        </p:spPr>
        <p:txBody>
          <a:bodyPr/>
          <a:lstStyle/>
          <a:p>
            <a:r>
              <a:rPr lang="en-US" sz="1800" b="1" dirty="0"/>
              <a:t>At the Physical Level</a:t>
            </a:r>
          </a:p>
          <a:p>
            <a:pPr lvl="1"/>
            <a:r>
              <a:rPr lang="en-US" sz="1800" dirty="0"/>
              <a:t>Chips are built from semiconductor material (silicon)</a:t>
            </a:r>
          </a:p>
          <a:p>
            <a:pPr lvl="1"/>
            <a:r>
              <a:rPr lang="en-US" sz="1800" dirty="0"/>
              <a:t>They contain billions of tiny electronic switches called transistors</a:t>
            </a:r>
          </a:p>
          <a:p>
            <a:pPr lvl="1"/>
            <a:r>
              <a:rPr lang="en-US" sz="1800" dirty="0"/>
              <a:t>Transistors control the flow of electrical current</a:t>
            </a:r>
          </a:p>
          <a:p>
            <a:r>
              <a:rPr lang="en-US" sz="1800" b="1" dirty="0"/>
              <a:t>What Does a Transistor Do?</a:t>
            </a:r>
          </a:p>
          <a:p>
            <a:pPr lvl="1"/>
            <a:r>
              <a:rPr lang="en-US" sz="1800" dirty="0"/>
              <a:t>Acts like an electronic switch</a:t>
            </a:r>
          </a:p>
          <a:p>
            <a:pPr lvl="1"/>
            <a:r>
              <a:rPr lang="en-US" sz="1800" dirty="0"/>
              <a:t>ON → current flows (1)</a:t>
            </a:r>
          </a:p>
          <a:p>
            <a:pPr lvl="1"/>
            <a:r>
              <a:rPr lang="en-US" sz="1800" dirty="0"/>
              <a:t>OFF → no current (0)</a:t>
            </a:r>
          </a:p>
          <a:p>
            <a:r>
              <a:rPr lang="en-US" sz="1800" b="1" dirty="0"/>
              <a:t>Why This Matters</a:t>
            </a:r>
          </a:p>
          <a:p>
            <a:pPr lvl="1"/>
            <a:r>
              <a:rPr lang="en-US" sz="1800" dirty="0"/>
              <a:t>Billions of simple switches working together</a:t>
            </a:r>
          </a:p>
          <a:p>
            <a:pPr lvl="1"/>
            <a:r>
              <a:rPr lang="en-US" sz="1800" dirty="0"/>
              <a:t>Create logic, memory, communication, and computation</a:t>
            </a:r>
          </a:p>
          <a:p>
            <a:pPr lvl="1"/>
            <a:r>
              <a:rPr lang="en-US" sz="1800" dirty="0"/>
              <a:t>Complex systems emerge from simple physical rules</a:t>
            </a:r>
          </a:p>
        </p:txBody>
      </p:sp>
    </p:spTree>
    <p:extLst>
      <p:ext uri="{BB962C8B-B14F-4D97-AF65-F5344CB8AC3E}">
        <p14:creationId xmlns:p14="http://schemas.microsoft.com/office/powerpoint/2010/main" val="4109919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EC2D-C759-1F39-E6A4-B355AA2EA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A962B-67D7-ECEB-D6C8-97E22FDE5C23}"/>
              </a:ext>
            </a:extLst>
          </p:cNvPr>
          <p:cNvSpPr>
            <a:spLocks noGrp="1"/>
          </p:cNvSpPr>
          <p:nvPr>
            <p:ph type="title"/>
          </p:nvPr>
        </p:nvSpPr>
        <p:spPr/>
        <p:txBody>
          <a:bodyPr anchor="ctr">
            <a:normAutofit/>
          </a:bodyPr>
          <a:lstStyle/>
          <a:p>
            <a:r>
              <a:rPr lang="en-US" dirty="0"/>
              <a:t>Not All Chips Are the Same</a:t>
            </a:r>
          </a:p>
        </p:txBody>
      </p:sp>
      <p:sp>
        <p:nvSpPr>
          <p:cNvPr id="10" name="Content Placeholder 2">
            <a:extLst>
              <a:ext uri="{FF2B5EF4-FFF2-40B4-BE49-F238E27FC236}">
                <a16:creationId xmlns:a16="http://schemas.microsoft.com/office/drawing/2014/main" id="{324358FD-1FDF-2CCB-3A6D-B6F839D3998A}"/>
              </a:ext>
            </a:extLst>
          </p:cNvPr>
          <p:cNvSpPr>
            <a:spLocks noGrp="1"/>
          </p:cNvSpPr>
          <p:nvPr>
            <p:ph sz="half" idx="1"/>
          </p:nvPr>
        </p:nvSpPr>
        <p:spPr>
          <a:xfrm>
            <a:off x="457200" y="1600200"/>
            <a:ext cx="5524500" cy="4667435"/>
          </a:xfrm>
        </p:spPr>
        <p:txBody>
          <a:bodyPr/>
          <a:lstStyle/>
          <a:p>
            <a:r>
              <a:rPr lang="en-US" sz="1700" b="1" dirty="0"/>
              <a:t>Digital Chips</a:t>
            </a:r>
          </a:p>
          <a:p>
            <a:pPr lvl="1"/>
            <a:r>
              <a:rPr lang="en-US" sz="1700" dirty="0"/>
              <a:t>Work with discrete values (0 and 1)</a:t>
            </a:r>
          </a:p>
          <a:p>
            <a:pPr lvl="1"/>
            <a:r>
              <a:rPr lang="en-US" sz="1700" dirty="0"/>
              <a:t>Perform logic and computation</a:t>
            </a:r>
          </a:p>
          <a:p>
            <a:pPr lvl="1"/>
            <a:r>
              <a:rPr lang="en-US" sz="1700" dirty="0"/>
              <a:t>Examples:</a:t>
            </a:r>
          </a:p>
          <a:p>
            <a:pPr lvl="2"/>
            <a:r>
              <a:rPr lang="en-US" sz="1700" dirty="0"/>
              <a:t>CPUs</a:t>
            </a:r>
          </a:p>
          <a:p>
            <a:pPr lvl="2"/>
            <a:r>
              <a:rPr lang="en-US" sz="1700" dirty="0"/>
              <a:t>Microcontrollers</a:t>
            </a:r>
          </a:p>
          <a:p>
            <a:pPr lvl="2"/>
            <a:r>
              <a:rPr lang="en-US" sz="1700" dirty="0"/>
              <a:t>GPUs</a:t>
            </a:r>
          </a:p>
          <a:p>
            <a:r>
              <a:rPr lang="en-US" sz="1700" b="1" dirty="0"/>
              <a:t>Analog Chips</a:t>
            </a:r>
          </a:p>
          <a:p>
            <a:pPr lvl="1"/>
            <a:r>
              <a:rPr lang="en-US" sz="1700" dirty="0"/>
              <a:t>Work with continuous voltages and currents</a:t>
            </a:r>
          </a:p>
          <a:p>
            <a:pPr lvl="1"/>
            <a:r>
              <a:rPr lang="en-US" sz="1700" dirty="0"/>
              <a:t>Amplify and condition real-world signals</a:t>
            </a:r>
          </a:p>
          <a:p>
            <a:pPr lvl="1"/>
            <a:r>
              <a:rPr lang="en-US" sz="1700" dirty="0"/>
              <a:t>Examples:</a:t>
            </a:r>
          </a:p>
          <a:p>
            <a:pPr lvl="2"/>
            <a:r>
              <a:rPr lang="en-US" sz="1700" dirty="0"/>
              <a:t>Audio amplifiers</a:t>
            </a:r>
          </a:p>
          <a:p>
            <a:pPr lvl="2"/>
            <a:r>
              <a:rPr lang="en-US" sz="1700" dirty="0"/>
              <a:t>Power management ICs</a:t>
            </a:r>
          </a:p>
          <a:p>
            <a:pPr lvl="2"/>
            <a:r>
              <a:rPr lang="en-US" sz="1700" dirty="0"/>
              <a:t>Sensor interfaces</a:t>
            </a:r>
          </a:p>
        </p:txBody>
      </p:sp>
      <p:sp>
        <p:nvSpPr>
          <p:cNvPr id="4" name="Content Placeholder 3">
            <a:extLst>
              <a:ext uri="{FF2B5EF4-FFF2-40B4-BE49-F238E27FC236}">
                <a16:creationId xmlns:a16="http://schemas.microsoft.com/office/drawing/2014/main" id="{0665D4A9-F041-AC78-5C28-800B9612052F}"/>
              </a:ext>
            </a:extLst>
          </p:cNvPr>
          <p:cNvSpPr>
            <a:spLocks noGrp="1"/>
          </p:cNvSpPr>
          <p:nvPr>
            <p:ph sz="half" idx="13"/>
          </p:nvPr>
        </p:nvSpPr>
        <p:spPr>
          <a:xfrm>
            <a:off x="6202466" y="1600201"/>
            <a:ext cx="5524500" cy="2254624"/>
          </a:xfrm>
        </p:spPr>
        <p:txBody>
          <a:bodyPr/>
          <a:lstStyle/>
          <a:p>
            <a:r>
              <a:rPr lang="en-US" sz="1700" b="1" dirty="0"/>
              <a:t>RF (Radio Frequency) Chips</a:t>
            </a:r>
          </a:p>
          <a:p>
            <a:pPr lvl="1"/>
            <a:r>
              <a:rPr lang="en-US" sz="1700" dirty="0"/>
              <a:t>Process high-frequency wireless signals</a:t>
            </a:r>
          </a:p>
          <a:p>
            <a:pPr lvl="1"/>
            <a:r>
              <a:rPr lang="en-US" sz="1700" dirty="0"/>
              <a:t>Enable communication</a:t>
            </a:r>
          </a:p>
          <a:p>
            <a:pPr lvl="1"/>
            <a:r>
              <a:rPr lang="en-US" sz="1700" dirty="0"/>
              <a:t>Examples:</a:t>
            </a:r>
          </a:p>
          <a:p>
            <a:pPr lvl="2"/>
            <a:r>
              <a:rPr lang="en-US" sz="1700" dirty="0" err="1"/>
              <a:t>WiFi</a:t>
            </a:r>
            <a:r>
              <a:rPr lang="en-US" sz="1700" dirty="0"/>
              <a:t> chips</a:t>
            </a:r>
          </a:p>
          <a:p>
            <a:pPr lvl="2"/>
            <a:r>
              <a:rPr lang="en-US" sz="1700" dirty="0"/>
              <a:t>Bluetooth chips</a:t>
            </a:r>
          </a:p>
          <a:p>
            <a:pPr lvl="2"/>
            <a:r>
              <a:rPr lang="en-US" sz="1700" dirty="0"/>
              <a:t>Cellular transceivers</a:t>
            </a:r>
          </a:p>
        </p:txBody>
      </p:sp>
      <p:pic>
        <p:nvPicPr>
          <p:cNvPr id="6" name="Picture 5" descr="Line drawing of three microchips arranged horizontally, each containing different symbols representing electronic concepts. From left to right, chips display a circuit diagram, a waveform signal, and a wireless transmission icon with concentric curved lines emanating from an antenna.">
            <a:extLst>
              <a:ext uri="{FF2B5EF4-FFF2-40B4-BE49-F238E27FC236}">
                <a16:creationId xmlns:a16="http://schemas.microsoft.com/office/drawing/2014/main" id="{50A62D29-672B-A53D-2B2C-623D5321FFBC}"/>
              </a:ext>
            </a:extLst>
          </p:cNvPr>
          <p:cNvPicPr>
            <a:picLocks noChangeAspect="1"/>
          </p:cNvPicPr>
          <p:nvPr/>
        </p:nvPicPr>
        <p:blipFill>
          <a:blip r:embed="rId2">
            <a:extLst>
              <a:ext uri="{28A0092B-C50C-407E-A947-70E740481C1C}">
                <a14:useLocalDpi xmlns:a14="http://schemas.microsoft.com/office/drawing/2010/main" val="0"/>
              </a:ext>
            </a:extLst>
          </a:blip>
          <a:srcRect l="5642" t="27189" r="3900" b="33072"/>
          <a:stretch>
            <a:fillRect/>
          </a:stretch>
        </p:blipFill>
        <p:spPr>
          <a:xfrm>
            <a:off x="6145316" y="4315539"/>
            <a:ext cx="5638800" cy="1651441"/>
          </a:xfrm>
          <a:prstGeom prst="rect">
            <a:avLst/>
          </a:prstGeom>
        </p:spPr>
      </p:pic>
    </p:spTree>
    <p:extLst>
      <p:ext uri="{BB962C8B-B14F-4D97-AF65-F5344CB8AC3E}">
        <p14:creationId xmlns:p14="http://schemas.microsoft.com/office/powerpoint/2010/main" val="114831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7EF2D-0021-DC1F-DBB6-D8DE3BA9B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84F15-426E-1B76-B136-D1225FDA438C}"/>
              </a:ext>
            </a:extLst>
          </p:cNvPr>
          <p:cNvSpPr>
            <a:spLocks noGrp="1"/>
          </p:cNvSpPr>
          <p:nvPr>
            <p:ph type="title"/>
          </p:nvPr>
        </p:nvSpPr>
        <p:spPr>
          <a:xfrm>
            <a:off x="457200" y="457200"/>
            <a:ext cx="11269766" cy="1143000"/>
          </a:xfrm>
        </p:spPr>
        <p:txBody>
          <a:bodyPr anchor="ctr">
            <a:normAutofit/>
          </a:bodyPr>
          <a:lstStyle/>
          <a:p>
            <a:r>
              <a:rPr lang="en-US" dirty="0"/>
              <a:t>The Semiconductor Ecosystem</a:t>
            </a:r>
          </a:p>
        </p:txBody>
      </p:sp>
      <p:pic>
        <p:nvPicPr>
          <p:cNvPr id="6" name="Content Placeholder 5" descr="Line art diagram illustrating a central microchip connected to six professionals working in various scientific and technological fields, symbolizing global collaboration and data exchange. The globe at the top center with location markers emphasizes worldwide connectivity, while each person is engaged with specialized equipment such as a microscope, laptop, computer, and industrial tools, highlighting interdisciplinary innovation.">
            <a:extLst>
              <a:ext uri="{FF2B5EF4-FFF2-40B4-BE49-F238E27FC236}">
                <a16:creationId xmlns:a16="http://schemas.microsoft.com/office/drawing/2014/main" id="{5BC860FC-528D-A978-E82C-BE9E461FA70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30307" y="1600199"/>
            <a:ext cx="4491317" cy="3330296"/>
          </a:xfrm>
        </p:spPr>
      </p:pic>
      <p:sp>
        <p:nvSpPr>
          <p:cNvPr id="4" name="Content Placeholder 3">
            <a:extLst>
              <a:ext uri="{FF2B5EF4-FFF2-40B4-BE49-F238E27FC236}">
                <a16:creationId xmlns:a16="http://schemas.microsoft.com/office/drawing/2014/main" id="{896AA6AE-BD01-F2A9-8629-95DB80DF9907}"/>
              </a:ext>
            </a:extLst>
          </p:cNvPr>
          <p:cNvSpPr>
            <a:spLocks noGrp="1"/>
          </p:cNvSpPr>
          <p:nvPr>
            <p:ph sz="half" idx="13"/>
          </p:nvPr>
        </p:nvSpPr>
        <p:spPr>
          <a:xfrm>
            <a:off x="5091953" y="1600200"/>
            <a:ext cx="6635013" cy="4800600"/>
          </a:xfrm>
        </p:spPr>
        <p:txBody>
          <a:bodyPr/>
          <a:lstStyle/>
          <a:p>
            <a:r>
              <a:rPr lang="en-US" sz="1800" b="1" dirty="0"/>
              <a:t>Designing a Chip Requires Many Roles</a:t>
            </a:r>
          </a:p>
          <a:p>
            <a:pPr lvl="1"/>
            <a:r>
              <a:rPr lang="en-US" sz="1800" dirty="0"/>
              <a:t>Digital designers - create logic and RTL</a:t>
            </a:r>
          </a:p>
          <a:p>
            <a:pPr lvl="1"/>
            <a:r>
              <a:rPr lang="en-US" sz="1800" dirty="0"/>
              <a:t>Analog/RF engineers - design signal circuits</a:t>
            </a:r>
          </a:p>
          <a:p>
            <a:pPr lvl="1"/>
            <a:r>
              <a:rPr lang="en-US" sz="1800" dirty="0"/>
              <a:t>Verification engineers - test and debug designs</a:t>
            </a:r>
          </a:p>
          <a:p>
            <a:pPr lvl="1"/>
            <a:r>
              <a:rPr lang="en-US" sz="1800" dirty="0"/>
              <a:t>Physical design engineers - convert logic into layout</a:t>
            </a:r>
          </a:p>
          <a:p>
            <a:r>
              <a:rPr lang="en-US" sz="1800" b="1" dirty="0"/>
              <a:t>Manufacturing the Chip</a:t>
            </a:r>
          </a:p>
          <a:p>
            <a:pPr lvl="1"/>
            <a:r>
              <a:rPr lang="en-US" sz="1800" dirty="0"/>
              <a:t>Foundries fabricate chips in silicon</a:t>
            </a:r>
          </a:p>
          <a:p>
            <a:pPr lvl="2"/>
            <a:r>
              <a:rPr lang="en-US" sz="1800" dirty="0"/>
              <a:t>e.g., TSMC, Samsung, Intel</a:t>
            </a:r>
          </a:p>
          <a:p>
            <a:pPr lvl="1"/>
            <a:r>
              <a:rPr lang="en-US" sz="1800" dirty="0"/>
              <a:t>Chips are built in multi-billion-dollar fabrication facilities (“fabs”)</a:t>
            </a:r>
          </a:p>
          <a:p>
            <a:r>
              <a:rPr lang="en-US" sz="1800" b="1" dirty="0"/>
              <a:t>After Fabrication</a:t>
            </a:r>
          </a:p>
          <a:p>
            <a:pPr lvl="1"/>
            <a:r>
              <a:rPr lang="en-US" sz="1800" dirty="0"/>
              <a:t>Packaging engineers connect the chip to the outside world</a:t>
            </a:r>
          </a:p>
          <a:p>
            <a:pPr lvl="1"/>
            <a:r>
              <a:rPr lang="en-US" sz="1800" dirty="0"/>
              <a:t>Test engineers ensure chips work correctly</a:t>
            </a:r>
          </a:p>
          <a:p>
            <a:pPr lvl="1"/>
            <a:r>
              <a:rPr lang="en-US" sz="1800" dirty="0"/>
              <a:t>Chips are integrated into products</a:t>
            </a:r>
          </a:p>
        </p:txBody>
      </p:sp>
    </p:spTree>
    <p:extLst>
      <p:ext uri="{BB962C8B-B14F-4D97-AF65-F5344CB8AC3E}">
        <p14:creationId xmlns:p14="http://schemas.microsoft.com/office/powerpoint/2010/main" val="784117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43321-C551-2C2A-A740-2368D628C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0795E-83EF-B88A-FAB3-B7CAE3F9724D}"/>
              </a:ext>
            </a:extLst>
          </p:cNvPr>
          <p:cNvSpPr>
            <a:spLocks noGrp="1"/>
          </p:cNvSpPr>
          <p:nvPr>
            <p:ph type="title"/>
          </p:nvPr>
        </p:nvSpPr>
        <p:spPr/>
        <p:txBody>
          <a:bodyPr anchor="ctr">
            <a:normAutofit fontScale="90000"/>
          </a:bodyPr>
          <a:lstStyle/>
          <a:p>
            <a:r>
              <a:rPr lang="en-US" dirty="0"/>
              <a:t>From Idea to Silicon: How Is a Chip Created?</a:t>
            </a:r>
          </a:p>
        </p:txBody>
      </p:sp>
      <p:sp>
        <p:nvSpPr>
          <p:cNvPr id="10" name="Content Placeholder 2">
            <a:extLst>
              <a:ext uri="{FF2B5EF4-FFF2-40B4-BE49-F238E27FC236}">
                <a16:creationId xmlns:a16="http://schemas.microsoft.com/office/drawing/2014/main" id="{CB680089-361C-1A73-FFEB-9D7EB85B3BB1}"/>
              </a:ext>
            </a:extLst>
          </p:cNvPr>
          <p:cNvSpPr>
            <a:spLocks noGrp="1"/>
          </p:cNvSpPr>
          <p:nvPr>
            <p:ph sz="half" idx="1"/>
          </p:nvPr>
        </p:nvSpPr>
        <p:spPr>
          <a:xfrm>
            <a:off x="457200" y="1600201"/>
            <a:ext cx="5524500" cy="2792505"/>
          </a:xfrm>
        </p:spPr>
        <p:txBody>
          <a:bodyPr/>
          <a:lstStyle/>
          <a:p>
            <a:r>
              <a:rPr lang="en-US" sz="1600" b="1" dirty="0"/>
              <a:t>Step 1: Define the Problem</a:t>
            </a:r>
          </a:p>
          <a:p>
            <a:pPr lvl="1"/>
            <a:r>
              <a:rPr lang="en-US" sz="1600" dirty="0"/>
              <a:t>What should the chip do?</a:t>
            </a:r>
          </a:p>
          <a:p>
            <a:pPr lvl="1"/>
            <a:r>
              <a:rPr lang="en-US" sz="1600" dirty="0"/>
              <a:t>What are the inputs and outputs?</a:t>
            </a:r>
          </a:p>
          <a:p>
            <a:pPr lvl="1"/>
            <a:r>
              <a:rPr lang="en-US" sz="1600" dirty="0"/>
              <a:t>What performance is required?</a:t>
            </a:r>
          </a:p>
          <a:p>
            <a:r>
              <a:rPr lang="en-US" sz="1600" b="1" dirty="0"/>
              <a:t>Step 2: Design the System</a:t>
            </a:r>
          </a:p>
          <a:p>
            <a:pPr lvl="1"/>
            <a:r>
              <a:rPr lang="en-US" sz="1600" dirty="0"/>
              <a:t>Create architecture and block diagrams</a:t>
            </a:r>
          </a:p>
          <a:p>
            <a:pPr lvl="1"/>
            <a:r>
              <a:rPr lang="en-US" sz="1600" dirty="0"/>
              <a:t>Design digital logic and analog circuits</a:t>
            </a:r>
          </a:p>
          <a:p>
            <a:pPr lvl="1"/>
            <a:r>
              <a:rPr lang="en-US" sz="1600" dirty="0"/>
              <a:t>Simulate and verify functionality</a:t>
            </a:r>
          </a:p>
        </p:txBody>
      </p:sp>
      <p:sp>
        <p:nvSpPr>
          <p:cNvPr id="9" name="Content Placeholder 8">
            <a:extLst>
              <a:ext uri="{FF2B5EF4-FFF2-40B4-BE49-F238E27FC236}">
                <a16:creationId xmlns:a16="http://schemas.microsoft.com/office/drawing/2014/main" id="{A45FE297-92A5-F243-8FD7-F920345E4977}"/>
              </a:ext>
            </a:extLst>
          </p:cNvPr>
          <p:cNvSpPr>
            <a:spLocks noGrp="1"/>
          </p:cNvSpPr>
          <p:nvPr>
            <p:ph sz="half" idx="13"/>
          </p:nvPr>
        </p:nvSpPr>
        <p:spPr>
          <a:xfrm>
            <a:off x="6202466" y="1600201"/>
            <a:ext cx="5524500" cy="2792505"/>
          </a:xfrm>
        </p:spPr>
        <p:txBody>
          <a:bodyPr/>
          <a:lstStyle/>
          <a:p>
            <a:r>
              <a:rPr lang="en-US" sz="1600" b="1" dirty="0"/>
              <a:t>Step 3: Fabricate the Chip</a:t>
            </a:r>
          </a:p>
          <a:p>
            <a:pPr lvl="1"/>
            <a:r>
              <a:rPr lang="en-US" sz="1600" dirty="0"/>
              <a:t>Convert design into physical layout</a:t>
            </a:r>
          </a:p>
          <a:p>
            <a:pPr lvl="1"/>
            <a:r>
              <a:rPr lang="en-US" sz="1600" dirty="0"/>
              <a:t>Manufacture in a semiconductor fab</a:t>
            </a:r>
          </a:p>
          <a:p>
            <a:pPr lvl="1"/>
            <a:r>
              <a:rPr lang="en-US" sz="1600" dirty="0"/>
              <a:t>Test for defects and performance</a:t>
            </a:r>
          </a:p>
          <a:p>
            <a:r>
              <a:rPr lang="en-US" sz="1600" b="1" dirty="0"/>
              <a:t>Step 4: Package and Deploy</a:t>
            </a:r>
          </a:p>
          <a:p>
            <a:pPr lvl="1"/>
            <a:r>
              <a:rPr lang="en-US" sz="1600" dirty="0"/>
              <a:t>Connect chip to pins and package</a:t>
            </a:r>
          </a:p>
          <a:p>
            <a:pPr lvl="1"/>
            <a:r>
              <a:rPr lang="en-US" sz="1600" dirty="0"/>
              <a:t>Integrate into a product</a:t>
            </a:r>
          </a:p>
          <a:p>
            <a:pPr lvl="1"/>
            <a:r>
              <a:rPr lang="en-US" sz="1600" dirty="0"/>
              <a:t>Ship to customers</a:t>
            </a:r>
          </a:p>
        </p:txBody>
      </p:sp>
      <p:pic>
        <p:nvPicPr>
          <p:cNvPr id="11" name="Content Placeholder 5" descr="Diagram illustrating semiconductor chip manufacturing process, starting with computer code converted into logic gates, followed by photolithography on a silicon wafer, and ending with a finished microchip. Key components include a monitor displaying code, logic gate symbols, a patterned wafer, and a microchip with circuit details.">
            <a:extLst>
              <a:ext uri="{FF2B5EF4-FFF2-40B4-BE49-F238E27FC236}">
                <a16:creationId xmlns:a16="http://schemas.microsoft.com/office/drawing/2014/main" id="{E9F66D4B-2A40-C394-736F-95A127733D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989394" y="4363569"/>
            <a:ext cx="7984612" cy="1788460"/>
          </a:xfrm>
          <a:prstGeom prst="rect">
            <a:avLst/>
          </a:prstGeom>
        </p:spPr>
      </p:pic>
    </p:spTree>
    <p:extLst>
      <p:ext uri="{BB962C8B-B14F-4D97-AF65-F5344CB8AC3E}">
        <p14:creationId xmlns:p14="http://schemas.microsoft.com/office/powerpoint/2010/main" val="208016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2D0E-DBA5-3FF5-8652-E4522FC25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E7C78-EA59-3A72-417D-AFEBD5F748D2}"/>
              </a:ext>
            </a:extLst>
          </p:cNvPr>
          <p:cNvSpPr>
            <a:spLocks noGrp="1"/>
          </p:cNvSpPr>
          <p:nvPr>
            <p:ph type="title"/>
          </p:nvPr>
        </p:nvSpPr>
        <p:spPr/>
        <p:txBody>
          <a:bodyPr anchor="ctr">
            <a:normAutofit/>
          </a:bodyPr>
          <a:lstStyle/>
          <a:p>
            <a:r>
              <a:rPr lang="en-US" dirty="0"/>
              <a:t>System Thinking Example</a:t>
            </a:r>
          </a:p>
        </p:txBody>
      </p:sp>
      <p:sp>
        <p:nvSpPr>
          <p:cNvPr id="10" name="Content Placeholder 2">
            <a:extLst>
              <a:ext uri="{FF2B5EF4-FFF2-40B4-BE49-F238E27FC236}">
                <a16:creationId xmlns:a16="http://schemas.microsoft.com/office/drawing/2014/main" id="{18A8AE36-CEC0-E0E9-5C0C-22A2ABA7F2C4}"/>
              </a:ext>
            </a:extLst>
          </p:cNvPr>
          <p:cNvSpPr>
            <a:spLocks noGrp="1"/>
          </p:cNvSpPr>
          <p:nvPr>
            <p:ph sz="half" idx="1"/>
          </p:nvPr>
        </p:nvSpPr>
        <p:spPr>
          <a:xfrm>
            <a:off x="457200" y="1600200"/>
            <a:ext cx="5524500" cy="4639235"/>
          </a:xfrm>
        </p:spPr>
        <p:txBody>
          <a:bodyPr/>
          <a:lstStyle/>
          <a:p>
            <a:r>
              <a:rPr lang="en-US" sz="2000" b="1" dirty="0"/>
              <a:t>Smart Thermostat</a:t>
            </a:r>
          </a:p>
          <a:p>
            <a:pPr lvl="1"/>
            <a:r>
              <a:rPr lang="en-US" sz="2000" dirty="0"/>
              <a:t>Inputs</a:t>
            </a:r>
          </a:p>
          <a:p>
            <a:pPr lvl="1"/>
            <a:r>
              <a:rPr lang="en-US" sz="2000" dirty="0"/>
              <a:t>Room temperature sensor</a:t>
            </a:r>
          </a:p>
          <a:p>
            <a:pPr lvl="1"/>
            <a:r>
              <a:rPr lang="en-US" sz="2000" dirty="0"/>
              <a:t>User-set temperature</a:t>
            </a:r>
          </a:p>
          <a:p>
            <a:pPr lvl="1"/>
            <a:r>
              <a:rPr lang="en-US" sz="2000" dirty="0"/>
              <a:t>Time of day</a:t>
            </a:r>
          </a:p>
          <a:p>
            <a:pPr lvl="1"/>
            <a:r>
              <a:rPr lang="en-US" sz="2000" dirty="0"/>
              <a:t>Occupancy sensor</a:t>
            </a:r>
          </a:p>
          <a:p>
            <a:r>
              <a:rPr lang="en-US" sz="2000" b="1" dirty="0"/>
              <a:t>Rules / Processing</a:t>
            </a:r>
          </a:p>
          <a:p>
            <a:pPr lvl="1"/>
            <a:r>
              <a:rPr lang="en-US" sz="2000" dirty="0"/>
              <a:t>Compare current temperature to setpoint</a:t>
            </a:r>
          </a:p>
          <a:p>
            <a:pPr lvl="2"/>
            <a:r>
              <a:rPr lang="en-US" sz="2000" dirty="0"/>
              <a:t>If temp &lt; setpoint → turn heat on</a:t>
            </a:r>
          </a:p>
          <a:p>
            <a:pPr lvl="2"/>
            <a:r>
              <a:rPr lang="en-US" sz="2000" dirty="0"/>
              <a:t>If temp &gt; setpoint → turn cooling on</a:t>
            </a:r>
          </a:p>
          <a:p>
            <a:pPr lvl="1"/>
            <a:r>
              <a:rPr lang="en-US" sz="2000" dirty="0"/>
              <a:t>Schedule-based control logic</a:t>
            </a:r>
          </a:p>
          <a:p>
            <a:pPr lvl="1"/>
            <a:r>
              <a:rPr lang="en-US" sz="2000" dirty="0"/>
              <a:t>Energy optimization algorithms</a:t>
            </a:r>
          </a:p>
        </p:txBody>
      </p:sp>
      <p:sp>
        <p:nvSpPr>
          <p:cNvPr id="8" name="Content Placeholder 7">
            <a:extLst>
              <a:ext uri="{FF2B5EF4-FFF2-40B4-BE49-F238E27FC236}">
                <a16:creationId xmlns:a16="http://schemas.microsoft.com/office/drawing/2014/main" id="{58CA105E-E4EB-06D3-1294-70887444CFFD}"/>
              </a:ext>
            </a:extLst>
          </p:cNvPr>
          <p:cNvSpPr>
            <a:spLocks noGrp="1"/>
          </p:cNvSpPr>
          <p:nvPr>
            <p:ph sz="half" idx="13"/>
          </p:nvPr>
        </p:nvSpPr>
        <p:spPr>
          <a:xfrm>
            <a:off x="6202466" y="1600200"/>
            <a:ext cx="5524500" cy="1761565"/>
          </a:xfrm>
        </p:spPr>
        <p:txBody>
          <a:bodyPr/>
          <a:lstStyle/>
          <a:p>
            <a:r>
              <a:rPr lang="en-US" sz="2000" b="1" dirty="0"/>
              <a:t>Outputs</a:t>
            </a:r>
          </a:p>
          <a:p>
            <a:pPr lvl="1"/>
            <a:r>
              <a:rPr lang="en-US" sz="2000" dirty="0"/>
              <a:t>Control signal to HVAC system</a:t>
            </a:r>
          </a:p>
          <a:p>
            <a:pPr lvl="1"/>
            <a:r>
              <a:rPr lang="en-US" sz="2000" dirty="0"/>
              <a:t>Display updates</a:t>
            </a:r>
          </a:p>
          <a:p>
            <a:pPr lvl="1"/>
            <a:r>
              <a:rPr lang="en-US" sz="2000" dirty="0" err="1"/>
              <a:t>WiFi</a:t>
            </a:r>
            <a:r>
              <a:rPr lang="en-US" sz="2000" dirty="0"/>
              <a:t> communication to phone app</a:t>
            </a:r>
          </a:p>
        </p:txBody>
      </p:sp>
      <p:pic>
        <p:nvPicPr>
          <p:cNvPr id="13" name="Picture 12" descr="Diagram illustrating a smart thermostat system controlling home temperature remotely. It shows a thermometer sending data to a thermostat set at 72°, which wirelessly communicates with an HVAC unit and a smartphone displaying the same temperature.">
            <a:extLst>
              <a:ext uri="{FF2B5EF4-FFF2-40B4-BE49-F238E27FC236}">
                <a16:creationId xmlns:a16="http://schemas.microsoft.com/office/drawing/2014/main" id="{E547E20B-8526-A21E-AA67-A91DDD3F6E49}"/>
              </a:ext>
            </a:extLst>
          </p:cNvPr>
          <p:cNvPicPr>
            <a:picLocks noChangeAspect="1"/>
          </p:cNvPicPr>
          <p:nvPr/>
        </p:nvPicPr>
        <p:blipFill>
          <a:blip r:embed="rId2"/>
          <a:stretch>
            <a:fillRect/>
          </a:stretch>
        </p:blipFill>
        <p:spPr>
          <a:xfrm>
            <a:off x="6573941" y="3690660"/>
            <a:ext cx="4781550" cy="1466850"/>
          </a:xfrm>
          <a:prstGeom prst="rect">
            <a:avLst/>
          </a:prstGeom>
        </p:spPr>
      </p:pic>
    </p:spTree>
    <p:extLst>
      <p:ext uri="{BB962C8B-B14F-4D97-AF65-F5344CB8AC3E}">
        <p14:creationId xmlns:p14="http://schemas.microsoft.com/office/powerpoint/2010/main" val="583567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EFDD-E910-122F-2602-57251DF98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63986-C044-6BC5-6CD2-F6B9E25B9A8D}"/>
              </a:ext>
            </a:extLst>
          </p:cNvPr>
          <p:cNvSpPr>
            <a:spLocks noGrp="1"/>
          </p:cNvSpPr>
          <p:nvPr>
            <p:ph type="title"/>
          </p:nvPr>
        </p:nvSpPr>
        <p:spPr/>
        <p:txBody>
          <a:bodyPr anchor="ctr">
            <a:normAutofit/>
          </a:bodyPr>
          <a:lstStyle/>
          <a:p>
            <a:r>
              <a:rPr lang="en-US" dirty="0"/>
              <a:t>Key Takeaways: What Is a Chip?</a:t>
            </a:r>
          </a:p>
        </p:txBody>
      </p:sp>
      <p:sp>
        <p:nvSpPr>
          <p:cNvPr id="7" name="Content Placeholder 6">
            <a:extLst>
              <a:ext uri="{FF2B5EF4-FFF2-40B4-BE49-F238E27FC236}">
                <a16:creationId xmlns:a16="http://schemas.microsoft.com/office/drawing/2014/main" id="{0AEE2686-837D-DDEC-BD0A-93A0764B2CFC}"/>
              </a:ext>
            </a:extLst>
          </p:cNvPr>
          <p:cNvSpPr>
            <a:spLocks noGrp="1"/>
          </p:cNvSpPr>
          <p:nvPr>
            <p:ph sz="half" idx="1"/>
          </p:nvPr>
        </p:nvSpPr>
        <p:spPr>
          <a:xfrm>
            <a:off x="457200" y="1517905"/>
            <a:ext cx="5524500" cy="2090000"/>
          </a:xfrm>
        </p:spPr>
        <p:txBody>
          <a:bodyPr/>
          <a:lstStyle/>
          <a:p>
            <a:r>
              <a:rPr lang="en-US" sz="2000" b="1" dirty="0"/>
              <a:t>A Semiconductor Chip Is:</a:t>
            </a:r>
          </a:p>
          <a:p>
            <a:pPr lvl="1"/>
            <a:r>
              <a:rPr lang="en-US" sz="2000" dirty="0"/>
              <a:t>A physical device built from billions of transistors</a:t>
            </a:r>
          </a:p>
          <a:p>
            <a:pPr lvl="1"/>
            <a:r>
              <a:rPr lang="en-US" sz="2000" dirty="0"/>
              <a:t>A system that processes electrical signals</a:t>
            </a:r>
          </a:p>
          <a:p>
            <a:pPr lvl="1"/>
            <a:r>
              <a:rPr lang="en-US" sz="2000" dirty="0"/>
              <a:t>A rule-following machine designed by engineers</a:t>
            </a:r>
          </a:p>
          <a:p>
            <a:endParaRPr lang="en-US" sz="2000" dirty="0"/>
          </a:p>
        </p:txBody>
      </p:sp>
      <p:pic>
        <p:nvPicPr>
          <p:cNvPr id="10" name="Picture 9" descr="Diagram illustrating a microchip design integrating three MOSFET transistor symbols connected to a smartphone displaying a temperature of 72° and a rocket with flames. The diagram highlights the microchip's role in interfacing electronic components with devices for applications like temperature monitoring and aerospace technology.">
            <a:extLst>
              <a:ext uri="{FF2B5EF4-FFF2-40B4-BE49-F238E27FC236}">
                <a16:creationId xmlns:a16="http://schemas.microsoft.com/office/drawing/2014/main" id="{5A3B52A0-77F2-31F3-E54A-BF168EA8F5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133060" y="3737112"/>
            <a:ext cx="3840266" cy="2530523"/>
          </a:xfrm>
          <a:prstGeom prst="rect">
            <a:avLst/>
          </a:prstGeom>
        </p:spPr>
      </p:pic>
      <p:sp>
        <p:nvSpPr>
          <p:cNvPr id="8" name="Content Placeholder 7">
            <a:extLst>
              <a:ext uri="{FF2B5EF4-FFF2-40B4-BE49-F238E27FC236}">
                <a16:creationId xmlns:a16="http://schemas.microsoft.com/office/drawing/2014/main" id="{144AD2C7-F89D-0969-6489-58970AAE257B}"/>
              </a:ext>
            </a:extLst>
          </p:cNvPr>
          <p:cNvSpPr>
            <a:spLocks noGrp="1"/>
          </p:cNvSpPr>
          <p:nvPr>
            <p:ph sz="half" idx="13"/>
          </p:nvPr>
        </p:nvSpPr>
        <p:spPr>
          <a:xfrm>
            <a:off x="6202466" y="1517904"/>
            <a:ext cx="5524500" cy="4749731"/>
          </a:xfrm>
        </p:spPr>
        <p:txBody>
          <a:bodyPr/>
          <a:lstStyle/>
          <a:p>
            <a:r>
              <a:rPr lang="en-US" sz="2000" b="1" dirty="0"/>
              <a:t>Every Chip Follows the Same Pattern:</a:t>
            </a:r>
          </a:p>
          <a:p>
            <a:pPr lvl="1"/>
            <a:r>
              <a:rPr lang="en-US" sz="2000" dirty="0"/>
              <a:t>Inputs → Rules → Outputs</a:t>
            </a:r>
          </a:p>
          <a:p>
            <a:pPr lvl="1"/>
            <a:r>
              <a:rPr lang="en-US" sz="2000" dirty="0"/>
              <a:t>Sensors and data come in</a:t>
            </a:r>
          </a:p>
          <a:p>
            <a:pPr lvl="1"/>
            <a:r>
              <a:rPr lang="en-US" sz="2000" dirty="0"/>
              <a:t>Logic and physics process the signals</a:t>
            </a:r>
          </a:p>
          <a:p>
            <a:pPr lvl="1"/>
            <a:r>
              <a:rPr lang="en-US" sz="2000" dirty="0"/>
              <a:t>Actions or information come out</a:t>
            </a:r>
            <a:endParaRPr lang="en-US" sz="2000" b="1" dirty="0"/>
          </a:p>
          <a:p>
            <a:r>
              <a:rPr lang="en-US" sz="2000" b="1" dirty="0"/>
              <a:t>Modern Products Contain Many Chips</a:t>
            </a:r>
          </a:p>
          <a:p>
            <a:pPr lvl="1"/>
            <a:r>
              <a:rPr lang="en-US" sz="2000" dirty="0"/>
              <a:t>Digital chips for logic and computation</a:t>
            </a:r>
          </a:p>
          <a:p>
            <a:pPr lvl="1"/>
            <a:r>
              <a:rPr lang="en-US" sz="2000" dirty="0"/>
              <a:t>Analog chips for real-world signals</a:t>
            </a:r>
          </a:p>
          <a:p>
            <a:pPr lvl="1"/>
            <a:r>
              <a:rPr lang="en-US" sz="2000" dirty="0"/>
              <a:t>RF chips for wireless communication</a:t>
            </a:r>
          </a:p>
          <a:p>
            <a:pPr lvl="1"/>
            <a:r>
              <a:rPr lang="en-US" sz="2000" dirty="0"/>
              <a:t>Power chips for energy control</a:t>
            </a:r>
          </a:p>
        </p:txBody>
      </p:sp>
    </p:spTree>
    <p:extLst>
      <p:ext uri="{BB962C8B-B14F-4D97-AF65-F5344CB8AC3E}">
        <p14:creationId xmlns:p14="http://schemas.microsoft.com/office/powerpoint/2010/main" val="2346093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CE330F-915C-8781-9622-8A165317AFE3}"/>
              </a:ext>
            </a:extLst>
          </p:cNvPr>
          <p:cNvSpPr>
            <a:spLocks noGrp="1"/>
          </p:cNvSpPr>
          <p:nvPr>
            <p:ph type="title"/>
          </p:nvPr>
        </p:nvSpPr>
        <p:spPr/>
        <p:txBody>
          <a:bodyPr/>
          <a:lstStyle/>
          <a:p>
            <a:pPr algn="ctr"/>
            <a:r>
              <a:rPr lang="en-US" dirty="0"/>
              <a:t>Video: Inside the Cleanroom</a:t>
            </a:r>
            <a:br>
              <a:rPr lang="en-US" dirty="0"/>
            </a:br>
            <a:r>
              <a:rPr lang="en-US" dirty="0"/>
              <a:t>How Chips Get Made</a:t>
            </a:r>
          </a:p>
        </p:txBody>
      </p:sp>
      <p:pic>
        <p:nvPicPr>
          <p:cNvPr id="8" name="Content Placeholder 7">
            <a:hlinkClick r:id="rId2"/>
            <a:extLst>
              <a:ext uri="{FF2B5EF4-FFF2-40B4-BE49-F238E27FC236}">
                <a16:creationId xmlns:a16="http://schemas.microsoft.com/office/drawing/2014/main" id="{25BBAB2C-CDA0-3FB1-5965-5994BD76DF1B}"/>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2147925" y="1828800"/>
            <a:ext cx="7888212" cy="4359275"/>
          </a:xfrm>
          <a:prstGeom prst="rect">
            <a:avLst/>
          </a:prstGeom>
          <a:ln w="28575">
            <a:solidFill>
              <a:schemeClr val="tx2"/>
            </a:solidFill>
          </a:ln>
        </p:spPr>
      </p:pic>
      <p:sp>
        <p:nvSpPr>
          <p:cNvPr id="2" name="TextBox 1">
            <a:extLst>
              <a:ext uri="{FF2B5EF4-FFF2-40B4-BE49-F238E27FC236}">
                <a16:creationId xmlns:a16="http://schemas.microsoft.com/office/drawing/2014/main" id="{7D56E876-1E3D-5087-B734-69927B4361C6}"/>
              </a:ext>
            </a:extLst>
          </p:cNvPr>
          <p:cNvSpPr txBox="1"/>
          <p:nvPr/>
        </p:nvSpPr>
        <p:spPr>
          <a:xfrm>
            <a:off x="10151706" y="6484776"/>
            <a:ext cx="1861985" cy="307777"/>
          </a:xfrm>
          <a:prstGeom prst="rect">
            <a:avLst/>
          </a:prstGeom>
          <a:noFill/>
        </p:spPr>
        <p:txBody>
          <a:bodyPr wrap="none" rtlCol="0">
            <a:spAutoFit/>
          </a:bodyPr>
          <a:lstStyle/>
          <a:p>
            <a:r>
              <a:rPr lang="en-US" sz="1400" dirty="0">
                <a:solidFill>
                  <a:schemeClr val="bg1"/>
                </a:solidFill>
              </a:rPr>
              <a:t>Source: Tiny </a:t>
            </a:r>
            <a:r>
              <a:rPr lang="en-US" sz="1400" dirty="0" err="1">
                <a:solidFill>
                  <a:schemeClr val="bg1"/>
                </a:solidFill>
              </a:rPr>
              <a:t>Tapeout</a:t>
            </a:r>
            <a:endParaRPr lang="en-US" sz="1400" dirty="0">
              <a:solidFill>
                <a:schemeClr val="bg1"/>
              </a:solidFill>
            </a:endParaRPr>
          </a:p>
        </p:txBody>
      </p:sp>
    </p:spTree>
    <p:extLst>
      <p:ext uri="{BB962C8B-B14F-4D97-AF65-F5344CB8AC3E}">
        <p14:creationId xmlns:p14="http://schemas.microsoft.com/office/powerpoint/2010/main" val="304105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C37FEF-0980-049B-B637-0A069E9934ED}"/>
              </a:ext>
            </a:extLst>
          </p:cNvPr>
          <p:cNvSpPr>
            <a:spLocks noGrp="1"/>
          </p:cNvSpPr>
          <p:nvPr>
            <p:ph type="title"/>
          </p:nvPr>
        </p:nvSpPr>
        <p:spPr/>
        <p:txBody>
          <a:bodyPr/>
          <a:lstStyle/>
          <a:p>
            <a:r>
              <a:rPr lang="en-US" dirty="0"/>
              <a:t>This Week</a:t>
            </a:r>
          </a:p>
        </p:txBody>
      </p:sp>
      <p:sp>
        <p:nvSpPr>
          <p:cNvPr id="6" name="Content Placeholder 5">
            <a:extLst>
              <a:ext uri="{FF2B5EF4-FFF2-40B4-BE49-F238E27FC236}">
                <a16:creationId xmlns:a16="http://schemas.microsoft.com/office/drawing/2014/main" id="{8D56C057-4D35-9942-E837-AAAA9AA425CE}"/>
              </a:ext>
            </a:extLst>
          </p:cNvPr>
          <p:cNvSpPr>
            <a:spLocks noGrp="1"/>
          </p:cNvSpPr>
          <p:nvPr>
            <p:ph idx="1"/>
          </p:nvPr>
        </p:nvSpPr>
        <p:spPr/>
        <p:txBody>
          <a:bodyPr/>
          <a:lstStyle/>
          <a:p>
            <a:pPr marL="457200" indent="-457200">
              <a:buFont typeface="Arial" panose="020B0604020202020204" pitchFamily="34" charset="0"/>
              <a:buChar char="•"/>
            </a:pPr>
            <a:r>
              <a:rPr lang="en-US" sz="4000" b="1" dirty="0"/>
              <a:t>HS</a:t>
            </a:r>
            <a:r>
              <a:rPr lang="en-US" sz="4000" dirty="0"/>
              <a:t>: Identify systems, draw diagrams</a:t>
            </a:r>
          </a:p>
          <a:p>
            <a:pPr marL="457200" indent="-457200">
              <a:buFont typeface="Arial" panose="020B0604020202020204" pitchFamily="34" charset="0"/>
              <a:buChar char="•"/>
            </a:pPr>
            <a:r>
              <a:rPr lang="en-US" sz="4000" b="1" dirty="0"/>
              <a:t>CSUF</a:t>
            </a:r>
            <a:r>
              <a:rPr lang="en-US" sz="4000" dirty="0"/>
              <a:t>: Explore chip types and systems</a:t>
            </a:r>
          </a:p>
        </p:txBody>
      </p:sp>
    </p:spTree>
    <p:extLst>
      <p:ext uri="{BB962C8B-B14F-4D97-AF65-F5344CB8AC3E}">
        <p14:creationId xmlns:p14="http://schemas.microsoft.com/office/powerpoint/2010/main" val="409843220"/>
      </p:ext>
    </p:extLst>
  </p:cSld>
  <p:clrMapOvr>
    <a:masterClrMapping/>
  </p:clrMapOvr>
</p:sld>
</file>

<file path=ppt/theme/theme1.xml><?xml version="1.0" encoding="utf-8"?>
<a:theme xmlns:a="http://schemas.openxmlformats.org/drawingml/2006/main" name="Office Theme">
  <a:themeElements>
    <a:clrScheme name="CSUF">
      <a:dk1>
        <a:srgbClr val="00244E"/>
      </a:dk1>
      <a:lt1>
        <a:srgbClr val="FFFFFF"/>
      </a:lt1>
      <a:dk2>
        <a:srgbClr val="222222"/>
      </a:dk2>
      <a:lt2>
        <a:srgbClr val="EBEBEB"/>
      </a:lt2>
      <a:accent1>
        <a:srgbClr val="00244E"/>
      </a:accent1>
      <a:accent2>
        <a:srgbClr val="2973B6"/>
      </a:accent2>
      <a:accent3>
        <a:srgbClr val="8ACCE4"/>
      </a:accent3>
      <a:accent4>
        <a:srgbClr val="FF7900"/>
      </a:accent4>
      <a:accent5>
        <a:srgbClr val="EDA941"/>
      </a:accent5>
      <a:accent6>
        <a:srgbClr val="F3CD47"/>
      </a:accent6>
      <a:hlink>
        <a:srgbClr val="99B3B9"/>
      </a:hlink>
      <a:folHlink>
        <a:srgbClr val="DF6436"/>
      </a:folHlink>
    </a:clrScheme>
    <a:fontScheme name="CSUF-Theme-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5FE1AB7-F0CD-4A8B-BFA9-0AD7945DB4A0}" vid="{BBCA1856-BC87-4357-9E72-ED06542CD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CSUF-PPT-6-A</Template>
  <TotalTime>519</TotalTime>
  <Words>656</Words>
  <Application>Microsoft Office PowerPoint</Application>
  <PresentationFormat>Widescreen</PresentationFormat>
  <Paragraphs>131</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Office Theme</vt:lpstr>
      <vt:lpstr>Module 1</vt:lpstr>
      <vt:lpstr>What Is a Chip?</vt:lpstr>
      <vt:lpstr>What Does a Chip Actually Do?</vt:lpstr>
      <vt:lpstr>What Is a Chip Made Of?</vt:lpstr>
      <vt:lpstr>Not All Chips Are the Same</vt:lpstr>
      <vt:lpstr>The Semiconductor Ecosystem</vt:lpstr>
      <vt:lpstr>From Idea to Silicon: How Is a Chip Created?</vt:lpstr>
      <vt:lpstr>System Thinking Example</vt:lpstr>
      <vt:lpstr>Key Takeaways: What Is a Chip?</vt:lpstr>
      <vt:lpstr>Video: Inside the Cleanroom How Chips Get Made</vt:lpstr>
      <vt:lpstr>This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What Is a Chip?</dc:title>
  <dc:creator>Faller, John (Kenneth)</dc:creator>
  <cp:lastModifiedBy>Faller, John (Kenneth)</cp:lastModifiedBy>
  <cp:revision>154</cp:revision>
  <cp:lastPrinted>2023-01-31T22:42:47Z</cp:lastPrinted>
  <dcterms:created xsi:type="dcterms:W3CDTF">2024-12-31T21:42:59Z</dcterms:created>
  <dcterms:modified xsi:type="dcterms:W3CDTF">2026-03-27T22:07:21Z</dcterms:modified>
</cp:coreProperties>
</file>