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handoutMasterIdLst>
    <p:handoutMasterId r:id="rId32"/>
  </p:handout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2" r:id="rId18"/>
    <p:sldId id="275" r:id="rId19"/>
    <p:sldId id="276" r:id="rId20"/>
    <p:sldId id="277" r:id="rId21"/>
    <p:sldId id="278" r:id="rId22"/>
    <p:sldId id="284" r:id="rId23"/>
    <p:sldId id="285" r:id="rId24"/>
    <p:sldId id="286" r:id="rId25"/>
    <p:sldId id="287" r:id="rId26"/>
    <p:sldId id="280" r:id="rId27"/>
    <p:sldId id="281" r:id="rId28"/>
    <p:sldId id="282" r:id="rId29"/>
    <p:sldId id="283" r:id="rId30"/>
  </p:sldIdLst>
  <p:sldSz cx="12192000" cy="6858000"/>
  <p:notesSz cx="9220200" cy="6934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6247" autoAdjust="0"/>
  </p:normalViewPr>
  <p:slideViewPr>
    <p:cSldViewPr snapToGrid="0">
      <p:cViewPr varScale="1">
        <p:scale>
          <a:sx n="107" d="100"/>
          <a:sy n="107" d="100"/>
        </p:scale>
        <p:origin x="126"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6.sv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ata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37.svg"/></Relationships>
</file>

<file path=ppt/diagrams/_rels/data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7.svg"/></Relationships>
</file>

<file path=ppt/diagrams/_rels/data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5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37.svg"/></Relationships>
</file>

<file path=ppt/diagrams/_rels/drawing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svg"/><Relationship Id="rId1" Type="http://schemas.openxmlformats.org/officeDocument/2006/relationships/image" Target="../media/image44.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7.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5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43A893-58CE-410E-9D68-3E3B58D8C76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BBD98ED-0211-4707-B924-3CDC3F5D7991}">
      <dgm:prSet/>
      <dgm:spPr/>
      <dgm:t>
        <a:bodyPr/>
        <a:lstStyle/>
        <a:p>
          <a:r>
            <a:rPr lang="en-US" dirty="0"/>
            <a:t>Understand basic Verilog syntax and module structure</a:t>
          </a:r>
        </a:p>
      </dgm:t>
    </dgm:pt>
    <dgm:pt modelId="{071483FD-E2EC-44BC-8C62-2526F3DACD60}" type="parTrans" cxnId="{8CE55747-85D7-4C7A-B21C-BF4ACB1BE70F}">
      <dgm:prSet/>
      <dgm:spPr/>
      <dgm:t>
        <a:bodyPr/>
        <a:lstStyle/>
        <a:p>
          <a:endParaRPr lang="en-US"/>
        </a:p>
      </dgm:t>
    </dgm:pt>
    <dgm:pt modelId="{8547F917-3194-4FC8-BB6C-402E1A1B1404}" type="sibTrans" cxnId="{8CE55747-85D7-4C7A-B21C-BF4ACB1BE70F}">
      <dgm:prSet/>
      <dgm:spPr/>
      <dgm:t>
        <a:bodyPr/>
        <a:lstStyle/>
        <a:p>
          <a:endParaRPr lang="en-US"/>
        </a:p>
      </dgm:t>
    </dgm:pt>
    <dgm:pt modelId="{9A327701-2005-4A73-9379-63D610DD3A5B}">
      <dgm:prSet/>
      <dgm:spPr/>
      <dgm:t>
        <a:bodyPr/>
        <a:lstStyle/>
        <a:p>
          <a:r>
            <a:rPr lang="en-US"/>
            <a:t>Design and implement a simple ALU</a:t>
          </a:r>
        </a:p>
      </dgm:t>
    </dgm:pt>
    <dgm:pt modelId="{827A51A5-26DF-4EAE-AFD5-245ABBF8697A}" type="parTrans" cxnId="{6CCAA1FB-3C81-4293-9D4D-2ACEBCE3A454}">
      <dgm:prSet/>
      <dgm:spPr/>
      <dgm:t>
        <a:bodyPr/>
        <a:lstStyle/>
        <a:p>
          <a:endParaRPr lang="en-US"/>
        </a:p>
      </dgm:t>
    </dgm:pt>
    <dgm:pt modelId="{B554A481-4AFC-4DAE-8950-A137D1C51DCB}" type="sibTrans" cxnId="{6CCAA1FB-3C81-4293-9D4D-2ACEBCE3A454}">
      <dgm:prSet/>
      <dgm:spPr/>
      <dgm:t>
        <a:bodyPr/>
        <a:lstStyle/>
        <a:p>
          <a:endParaRPr lang="en-US"/>
        </a:p>
      </dgm:t>
    </dgm:pt>
    <dgm:pt modelId="{64934034-9AF3-4937-A18D-8E52E56B4C45}">
      <dgm:prSet/>
      <dgm:spPr/>
      <dgm:t>
        <a:bodyPr/>
        <a:lstStyle/>
        <a:p>
          <a:r>
            <a:rPr lang="en-US" dirty="0"/>
            <a:t>Perform simulation and interpret waveforms</a:t>
          </a:r>
        </a:p>
      </dgm:t>
    </dgm:pt>
    <dgm:pt modelId="{D41272B4-2015-4EDC-8B7F-33ECCF226096}" type="parTrans" cxnId="{9ADA5660-FE5B-4FDD-8195-DC1D5024C0D6}">
      <dgm:prSet/>
      <dgm:spPr/>
      <dgm:t>
        <a:bodyPr/>
        <a:lstStyle/>
        <a:p>
          <a:endParaRPr lang="en-US"/>
        </a:p>
      </dgm:t>
    </dgm:pt>
    <dgm:pt modelId="{758C04B9-92B5-4004-9B83-F40B92C2700D}" type="sibTrans" cxnId="{9ADA5660-FE5B-4FDD-8195-DC1D5024C0D6}">
      <dgm:prSet/>
      <dgm:spPr/>
      <dgm:t>
        <a:bodyPr/>
        <a:lstStyle/>
        <a:p>
          <a:endParaRPr lang="en-US"/>
        </a:p>
      </dgm:t>
    </dgm:pt>
    <dgm:pt modelId="{B0908BDF-4C0C-4742-B7EF-CAD00C5BD877}" type="pres">
      <dgm:prSet presAssocID="{EA43A893-58CE-410E-9D68-3E3B58D8C769}" presName="root" presStyleCnt="0">
        <dgm:presLayoutVars>
          <dgm:dir/>
          <dgm:resizeHandles val="exact"/>
        </dgm:presLayoutVars>
      </dgm:prSet>
      <dgm:spPr/>
    </dgm:pt>
    <dgm:pt modelId="{B9CCB570-AE0A-4CE3-AEA5-188BAB3D5F57}" type="pres">
      <dgm:prSet presAssocID="{7BBD98ED-0211-4707-B924-3CDC3F5D7991}" presName="compNode" presStyleCnt="0"/>
      <dgm:spPr/>
    </dgm:pt>
    <dgm:pt modelId="{202C3165-4C71-4D6B-9D46-820CD2CB60AE}" type="pres">
      <dgm:prSet presAssocID="{7BBD98ED-0211-4707-B924-3CDC3F5D7991}" presName="bgRect" presStyleLbl="bgShp" presStyleIdx="0" presStyleCnt="3"/>
      <dgm:spPr/>
    </dgm:pt>
    <dgm:pt modelId="{E240F021-78E9-4F66-87DB-ED3F83DA72B1}" type="pres">
      <dgm:prSet presAssocID="{7BBD98ED-0211-4707-B924-3CDC3F5D799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8281F868-C4F5-4131-8907-A59EADDB627A}" type="pres">
      <dgm:prSet presAssocID="{7BBD98ED-0211-4707-B924-3CDC3F5D7991}" presName="spaceRect" presStyleCnt="0"/>
      <dgm:spPr/>
    </dgm:pt>
    <dgm:pt modelId="{4FDF577F-A45E-4783-9073-BAE1A74334B2}" type="pres">
      <dgm:prSet presAssocID="{7BBD98ED-0211-4707-B924-3CDC3F5D7991}" presName="parTx" presStyleLbl="revTx" presStyleIdx="0" presStyleCnt="3">
        <dgm:presLayoutVars>
          <dgm:chMax val="0"/>
          <dgm:chPref val="0"/>
        </dgm:presLayoutVars>
      </dgm:prSet>
      <dgm:spPr/>
    </dgm:pt>
    <dgm:pt modelId="{CEB501D5-2FE6-4CE8-AD3F-8C340D344452}" type="pres">
      <dgm:prSet presAssocID="{8547F917-3194-4FC8-BB6C-402E1A1B1404}" presName="sibTrans" presStyleCnt="0"/>
      <dgm:spPr/>
    </dgm:pt>
    <dgm:pt modelId="{AC23321E-2A3D-422E-BE24-DC0FF39BB863}" type="pres">
      <dgm:prSet presAssocID="{9A327701-2005-4A73-9379-63D610DD3A5B}" presName="compNode" presStyleCnt="0"/>
      <dgm:spPr/>
    </dgm:pt>
    <dgm:pt modelId="{DA4E61A9-7BC8-48F6-8DC8-3B97BB7CAE88}" type="pres">
      <dgm:prSet presAssocID="{9A327701-2005-4A73-9379-63D610DD3A5B}" presName="bgRect" presStyleLbl="bgShp" presStyleIdx="1" presStyleCnt="3"/>
      <dgm:spPr/>
    </dgm:pt>
    <dgm:pt modelId="{FE1BF02E-5E82-401E-9B0D-4CE8CE469C73}" type="pres">
      <dgm:prSet presAssocID="{9A327701-2005-4A73-9379-63D610DD3A5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E8A234E1-D4F9-4AF5-A13B-B3096BC2D7A1}" type="pres">
      <dgm:prSet presAssocID="{9A327701-2005-4A73-9379-63D610DD3A5B}" presName="spaceRect" presStyleCnt="0"/>
      <dgm:spPr/>
    </dgm:pt>
    <dgm:pt modelId="{99893A7B-651E-4DDC-B639-FCE837C188D2}" type="pres">
      <dgm:prSet presAssocID="{9A327701-2005-4A73-9379-63D610DD3A5B}" presName="parTx" presStyleLbl="revTx" presStyleIdx="1" presStyleCnt="3">
        <dgm:presLayoutVars>
          <dgm:chMax val="0"/>
          <dgm:chPref val="0"/>
        </dgm:presLayoutVars>
      </dgm:prSet>
      <dgm:spPr/>
    </dgm:pt>
    <dgm:pt modelId="{34730FC1-9B4D-4960-914B-4614A6CF4C57}" type="pres">
      <dgm:prSet presAssocID="{B554A481-4AFC-4DAE-8950-A137D1C51DCB}" presName="sibTrans" presStyleCnt="0"/>
      <dgm:spPr/>
    </dgm:pt>
    <dgm:pt modelId="{2C1D1997-7A98-492D-99A9-B9AA5305A8F6}" type="pres">
      <dgm:prSet presAssocID="{64934034-9AF3-4937-A18D-8E52E56B4C45}" presName="compNode" presStyleCnt="0"/>
      <dgm:spPr/>
    </dgm:pt>
    <dgm:pt modelId="{05EA5E7B-8796-4972-B4D8-0DCF9CBAE2E2}" type="pres">
      <dgm:prSet presAssocID="{64934034-9AF3-4937-A18D-8E52E56B4C45}" presName="bgRect" presStyleLbl="bgShp" presStyleIdx="2" presStyleCnt="3"/>
      <dgm:spPr/>
    </dgm:pt>
    <dgm:pt modelId="{413BDA60-8AF2-437D-BB66-9CC953DBAB21}" type="pres">
      <dgm:prSet presAssocID="{64934034-9AF3-4937-A18D-8E52E56B4C4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AD585ADF-18D2-40BE-AAC9-A1A937F68BAE}" type="pres">
      <dgm:prSet presAssocID="{64934034-9AF3-4937-A18D-8E52E56B4C45}" presName="spaceRect" presStyleCnt="0"/>
      <dgm:spPr/>
    </dgm:pt>
    <dgm:pt modelId="{FEA2E3E8-913F-4753-9B19-B746F4D9C26F}" type="pres">
      <dgm:prSet presAssocID="{64934034-9AF3-4937-A18D-8E52E56B4C45}" presName="parTx" presStyleLbl="revTx" presStyleIdx="2" presStyleCnt="3">
        <dgm:presLayoutVars>
          <dgm:chMax val="0"/>
          <dgm:chPref val="0"/>
        </dgm:presLayoutVars>
      </dgm:prSet>
      <dgm:spPr/>
    </dgm:pt>
  </dgm:ptLst>
  <dgm:cxnLst>
    <dgm:cxn modelId="{3F23200C-3837-404B-B5F5-5A98CACE9A75}" type="presOf" srcId="{7BBD98ED-0211-4707-B924-3CDC3F5D7991}" destId="{4FDF577F-A45E-4783-9073-BAE1A74334B2}" srcOrd="0" destOrd="0" presId="urn:microsoft.com/office/officeart/2018/2/layout/IconVerticalSolidList"/>
    <dgm:cxn modelId="{BD050612-B5DD-44F9-A1EF-0225BBF63FEB}" type="presOf" srcId="{9A327701-2005-4A73-9379-63D610DD3A5B}" destId="{99893A7B-651E-4DDC-B639-FCE837C188D2}" srcOrd="0" destOrd="0" presId="urn:microsoft.com/office/officeart/2018/2/layout/IconVerticalSolidList"/>
    <dgm:cxn modelId="{9ADA5660-FE5B-4FDD-8195-DC1D5024C0D6}" srcId="{EA43A893-58CE-410E-9D68-3E3B58D8C769}" destId="{64934034-9AF3-4937-A18D-8E52E56B4C45}" srcOrd="2" destOrd="0" parTransId="{D41272B4-2015-4EDC-8B7F-33ECCF226096}" sibTransId="{758C04B9-92B5-4004-9B83-F40B92C2700D}"/>
    <dgm:cxn modelId="{8CE55747-85D7-4C7A-B21C-BF4ACB1BE70F}" srcId="{EA43A893-58CE-410E-9D68-3E3B58D8C769}" destId="{7BBD98ED-0211-4707-B924-3CDC3F5D7991}" srcOrd="0" destOrd="0" parTransId="{071483FD-E2EC-44BC-8C62-2526F3DACD60}" sibTransId="{8547F917-3194-4FC8-BB6C-402E1A1B1404}"/>
    <dgm:cxn modelId="{55977D73-CB37-4366-8E81-282E48772D1B}" type="presOf" srcId="{64934034-9AF3-4937-A18D-8E52E56B4C45}" destId="{FEA2E3E8-913F-4753-9B19-B746F4D9C26F}" srcOrd="0" destOrd="0" presId="urn:microsoft.com/office/officeart/2018/2/layout/IconVerticalSolidList"/>
    <dgm:cxn modelId="{1C29567E-7D86-42BD-9D84-AF309A2C09D9}" type="presOf" srcId="{EA43A893-58CE-410E-9D68-3E3B58D8C769}" destId="{B0908BDF-4C0C-4742-B7EF-CAD00C5BD877}" srcOrd="0" destOrd="0" presId="urn:microsoft.com/office/officeart/2018/2/layout/IconVerticalSolidList"/>
    <dgm:cxn modelId="{6CCAA1FB-3C81-4293-9D4D-2ACEBCE3A454}" srcId="{EA43A893-58CE-410E-9D68-3E3B58D8C769}" destId="{9A327701-2005-4A73-9379-63D610DD3A5B}" srcOrd="1" destOrd="0" parTransId="{827A51A5-26DF-4EAE-AFD5-245ABBF8697A}" sibTransId="{B554A481-4AFC-4DAE-8950-A137D1C51DCB}"/>
    <dgm:cxn modelId="{BE469E10-297C-457B-86B3-C38222FDFDA7}" type="presParOf" srcId="{B0908BDF-4C0C-4742-B7EF-CAD00C5BD877}" destId="{B9CCB570-AE0A-4CE3-AEA5-188BAB3D5F57}" srcOrd="0" destOrd="0" presId="urn:microsoft.com/office/officeart/2018/2/layout/IconVerticalSolidList"/>
    <dgm:cxn modelId="{9ED6BEB6-3BAF-4F22-89E2-3677BE0670A0}" type="presParOf" srcId="{B9CCB570-AE0A-4CE3-AEA5-188BAB3D5F57}" destId="{202C3165-4C71-4D6B-9D46-820CD2CB60AE}" srcOrd="0" destOrd="0" presId="urn:microsoft.com/office/officeart/2018/2/layout/IconVerticalSolidList"/>
    <dgm:cxn modelId="{C2F90A13-89B3-4301-A206-036F4D8FA205}" type="presParOf" srcId="{B9CCB570-AE0A-4CE3-AEA5-188BAB3D5F57}" destId="{E240F021-78E9-4F66-87DB-ED3F83DA72B1}" srcOrd="1" destOrd="0" presId="urn:microsoft.com/office/officeart/2018/2/layout/IconVerticalSolidList"/>
    <dgm:cxn modelId="{57DA1CDA-79CD-454F-A089-17C51C999B72}" type="presParOf" srcId="{B9CCB570-AE0A-4CE3-AEA5-188BAB3D5F57}" destId="{8281F868-C4F5-4131-8907-A59EADDB627A}" srcOrd="2" destOrd="0" presId="urn:microsoft.com/office/officeart/2018/2/layout/IconVerticalSolidList"/>
    <dgm:cxn modelId="{2258AC22-C534-46A1-9CF8-DDEF144FDA45}" type="presParOf" srcId="{B9CCB570-AE0A-4CE3-AEA5-188BAB3D5F57}" destId="{4FDF577F-A45E-4783-9073-BAE1A74334B2}" srcOrd="3" destOrd="0" presId="urn:microsoft.com/office/officeart/2018/2/layout/IconVerticalSolidList"/>
    <dgm:cxn modelId="{A191AF79-D357-4B3E-A47F-63B29AA9898E}" type="presParOf" srcId="{B0908BDF-4C0C-4742-B7EF-CAD00C5BD877}" destId="{CEB501D5-2FE6-4CE8-AD3F-8C340D344452}" srcOrd="1" destOrd="0" presId="urn:microsoft.com/office/officeart/2018/2/layout/IconVerticalSolidList"/>
    <dgm:cxn modelId="{0DF69DF7-7958-4A74-A230-2412C14D35D1}" type="presParOf" srcId="{B0908BDF-4C0C-4742-B7EF-CAD00C5BD877}" destId="{AC23321E-2A3D-422E-BE24-DC0FF39BB863}" srcOrd="2" destOrd="0" presId="urn:microsoft.com/office/officeart/2018/2/layout/IconVerticalSolidList"/>
    <dgm:cxn modelId="{49AA2826-9BDC-4749-92CE-7E3F25185BD1}" type="presParOf" srcId="{AC23321E-2A3D-422E-BE24-DC0FF39BB863}" destId="{DA4E61A9-7BC8-48F6-8DC8-3B97BB7CAE88}" srcOrd="0" destOrd="0" presId="urn:microsoft.com/office/officeart/2018/2/layout/IconVerticalSolidList"/>
    <dgm:cxn modelId="{500CE7EC-63EB-445A-A6C0-BA91D1F8ED57}" type="presParOf" srcId="{AC23321E-2A3D-422E-BE24-DC0FF39BB863}" destId="{FE1BF02E-5E82-401E-9B0D-4CE8CE469C73}" srcOrd="1" destOrd="0" presId="urn:microsoft.com/office/officeart/2018/2/layout/IconVerticalSolidList"/>
    <dgm:cxn modelId="{C9F4FB6A-8CA2-472F-AAB4-547BCB4CA1D3}" type="presParOf" srcId="{AC23321E-2A3D-422E-BE24-DC0FF39BB863}" destId="{E8A234E1-D4F9-4AF5-A13B-B3096BC2D7A1}" srcOrd="2" destOrd="0" presId="urn:microsoft.com/office/officeart/2018/2/layout/IconVerticalSolidList"/>
    <dgm:cxn modelId="{768B1F36-DC57-4205-97E0-E7F5DCF69E7E}" type="presParOf" srcId="{AC23321E-2A3D-422E-BE24-DC0FF39BB863}" destId="{99893A7B-651E-4DDC-B639-FCE837C188D2}" srcOrd="3" destOrd="0" presId="urn:microsoft.com/office/officeart/2018/2/layout/IconVerticalSolidList"/>
    <dgm:cxn modelId="{E969EF54-F0C5-4A71-B68D-6FFC7131BE76}" type="presParOf" srcId="{B0908BDF-4C0C-4742-B7EF-CAD00C5BD877}" destId="{34730FC1-9B4D-4960-914B-4614A6CF4C57}" srcOrd="3" destOrd="0" presId="urn:microsoft.com/office/officeart/2018/2/layout/IconVerticalSolidList"/>
    <dgm:cxn modelId="{192AA677-3CA2-4EE8-86ED-1A400B824B36}" type="presParOf" srcId="{B0908BDF-4C0C-4742-B7EF-CAD00C5BD877}" destId="{2C1D1997-7A98-492D-99A9-B9AA5305A8F6}" srcOrd="4" destOrd="0" presId="urn:microsoft.com/office/officeart/2018/2/layout/IconVerticalSolidList"/>
    <dgm:cxn modelId="{78234DC6-D4CA-4835-9AE2-CF3E9D532612}" type="presParOf" srcId="{2C1D1997-7A98-492D-99A9-B9AA5305A8F6}" destId="{05EA5E7B-8796-4972-B4D8-0DCF9CBAE2E2}" srcOrd="0" destOrd="0" presId="urn:microsoft.com/office/officeart/2018/2/layout/IconVerticalSolidList"/>
    <dgm:cxn modelId="{E934C9B5-6CD4-4B19-BA4F-FDC874AE926B}" type="presParOf" srcId="{2C1D1997-7A98-492D-99A9-B9AA5305A8F6}" destId="{413BDA60-8AF2-437D-BB66-9CC953DBAB21}" srcOrd="1" destOrd="0" presId="urn:microsoft.com/office/officeart/2018/2/layout/IconVerticalSolidList"/>
    <dgm:cxn modelId="{1BAC25A1-ADFE-4840-8B72-04D24F26942C}" type="presParOf" srcId="{2C1D1997-7A98-492D-99A9-B9AA5305A8F6}" destId="{AD585ADF-18D2-40BE-AAC9-A1A937F68BAE}" srcOrd="2" destOrd="0" presId="urn:microsoft.com/office/officeart/2018/2/layout/IconVerticalSolidList"/>
    <dgm:cxn modelId="{20BADCA0-30AC-49DC-8285-CCB96C91EF9D}" type="presParOf" srcId="{2C1D1997-7A98-492D-99A9-B9AA5305A8F6}" destId="{FEA2E3E8-913F-4753-9B19-B746F4D9C26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05EBDE-3A92-4D85-B79C-A97F62F5933A}" type="doc">
      <dgm:prSet loTypeId="urn:microsoft.com/office/officeart/2005/8/layout/vList5" loCatId="list" qsTypeId="urn:microsoft.com/office/officeart/2005/8/quickstyle/simple4" qsCatId="simple" csTypeId="urn:microsoft.com/office/officeart/2005/8/colors/accent1_2" csCatId="accent1"/>
      <dgm:spPr/>
      <dgm:t>
        <a:bodyPr/>
        <a:lstStyle/>
        <a:p>
          <a:endParaRPr lang="en-US"/>
        </a:p>
      </dgm:t>
    </dgm:pt>
    <dgm:pt modelId="{041CD344-C18D-4190-9E03-22152D090F8D}">
      <dgm:prSet/>
      <dgm:spPr/>
      <dgm:t>
        <a:bodyPr/>
        <a:lstStyle/>
        <a:p>
          <a:r>
            <a:rPr lang="en-US"/>
            <a:t>assign</a:t>
          </a:r>
        </a:p>
      </dgm:t>
    </dgm:pt>
    <dgm:pt modelId="{AFBFBAAB-D741-4A09-B6E0-0DD6481E45AA}" type="parTrans" cxnId="{A46BC419-2BAB-44B8-950D-40F5EF2AD750}">
      <dgm:prSet/>
      <dgm:spPr/>
      <dgm:t>
        <a:bodyPr/>
        <a:lstStyle/>
        <a:p>
          <a:endParaRPr lang="en-US"/>
        </a:p>
      </dgm:t>
    </dgm:pt>
    <dgm:pt modelId="{BDBF401A-CEED-4463-826C-7284335B2BCB}" type="sibTrans" cxnId="{A46BC419-2BAB-44B8-950D-40F5EF2AD750}">
      <dgm:prSet/>
      <dgm:spPr/>
      <dgm:t>
        <a:bodyPr/>
        <a:lstStyle/>
        <a:p>
          <a:endParaRPr lang="en-US"/>
        </a:p>
      </dgm:t>
    </dgm:pt>
    <dgm:pt modelId="{0D07448B-9C43-4AA5-8CF5-ED29F9A41048}">
      <dgm:prSet/>
      <dgm:spPr/>
      <dgm:t>
        <a:bodyPr/>
        <a:lstStyle/>
        <a:p>
          <a:r>
            <a:rPr lang="en-US"/>
            <a:t>Continuous (combinational)</a:t>
          </a:r>
        </a:p>
      </dgm:t>
    </dgm:pt>
    <dgm:pt modelId="{3285E696-2D4C-4DAE-8610-E8D4961DD425}" type="parTrans" cxnId="{ADE3FB36-1A61-41D5-9393-FCD3B926A1BE}">
      <dgm:prSet/>
      <dgm:spPr/>
      <dgm:t>
        <a:bodyPr/>
        <a:lstStyle/>
        <a:p>
          <a:endParaRPr lang="en-US"/>
        </a:p>
      </dgm:t>
    </dgm:pt>
    <dgm:pt modelId="{7A16F9E4-CEBA-448E-A278-7FCF90E2BDED}" type="sibTrans" cxnId="{ADE3FB36-1A61-41D5-9393-FCD3B926A1BE}">
      <dgm:prSet/>
      <dgm:spPr/>
      <dgm:t>
        <a:bodyPr/>
        <a:lstStyle/>
        <a:p>
          <a:endParaRPr lang="en-US"/>
        </a:p>
      </dgm:t>
    </dgm:pt>
    <dgm:pt modelId="{67150C8D-E9B9-4BCE-847F-176C0959F2A7}">
      <dgm:prSet/>
      <dgm:spPr/>
      <dgm:t>
        <a:bodyPr/>
        <a:lstStyle/>
        <a:p>
          <a:r>
            <a:rPr lang="en-US" dirty="0"/>
            <a:t>always block</a:t>
          </a:r>
        </a:p>
      </dgm:t>
    </dgm:pt>
    <dgm:pt modelId="{0ACE2770-0A91-4E9B-9582-FFCDF7A9B463}" type="parTrans" cxnId="{A7CAC172-2832-42BD-AD1E-DAF4E38EA0DD}">
      <dgm:prSet/>
      <dgm:spPr/>
      <dgm:t>
        <a:bodyPr/>
        <a:lstStyle/>
        <a:p>
          <a:endParaRPr lang="en-US"/>
        </a:p>
      </dgm:t>
    </dgm:pt>
    <dgm:pt modelId="{741F49B8-D01C-4B35-A75C-8C03743281C7}" type="sibTrans" cxnId="{A7CAC172-2832-42BD-AD1E-DAF4E38EA0DD}">
      <dgm:prSet/>
      <dgm:spPr/>
      <dgm:t>
        <a:bodyPr/>
        <a:lstStyle/>
        <a:p>
          <a:endParaRPr lang="en-US"/>
        </a:p>
      </dgm:t>
    </dgm:pt>
    <dgm:pt modelId="{0C9C84F5-BC1E-4053-9899-11E2915158C8}">
      <dgm:prSet/>
      <dgm:spPr/>
      <dgm:t>
        <a:bodyPr/>
        <a:lstStyle/>
        <a:p>
          <a:r>
            <a:rPr lang="en-US" dirty="0"/>
            <a:t>Procedural (sequential or combinational)</a:t>
          </a:r>
        </a:p>
      </dgm:t>
    </dgm:pt>
    <dgm:pt modelId="{B10C5CD8-C21E-460E-AACA-DD18F0CE37AD}" type="parTrans" cxnId="{2D9A16CF-AD1B-423E-AE27-7AFFC0C18379}">
      <dgm:prSet/>
      <dgm:spPr/>
      <dgm:t>
        <a:bodyPr/>
        <a:lstStyle/>
        <a:p>
          <a:endParaRPr lang="en-US"/>
        </a:p>
      </dgm:t>
    </dgm:pt>
    <dgm:pt modelId="{0871C405-DEAC-4BCA-91F2-733C5EDC4D65}" type="sibTrans" cxnId="{2D9A16CF-AD1B-423E-AE27-7AFFC0C18379}">
      <dgm:prSet/>
      <dgm:spPr/>
      <dgm:t>
        <a:bodyPr/>
        <a:lstStyle/>
        <a:p>
          <a:endParaRPr lang="en-US"/>
        </a:p>
      </dgm:t>
    </dgm:pt>
    <dgm:pt modelId="{F7BC2A02-B88C-4E85-8D78-3A3E92E27679}" type="pres">
      <dgm:prSet presAssocID="{DC05EBDE-3A92-4D85-B79C-A97F62F5933A}" presName="Name0" presStyleCnt="0">
        <dgm:presLayoutVars>
          <dgm:dir/>
          <dgm:animLvl val="lvl"/>
          <dgm:resizeHandles val="exact"/>
        </dgm:presLayoutVars>
      </dgm:prSet>
      <dgm:spPr/>
    </dgm:pt>
    <dgm:pt modelId="{D70DC852-9B1E-40FB-AD18-9FB0D9242FBE}" type="pres">
      <dgm:prSet presAssocID="{041CD344-C18D-4190-9E03-22152D090F8D}" presName="linNode" presStyleCnt="0"/>
      <dgm:spPr/>
    </dgm:pt>
    <dgm:pt modelId="{0FB5649E-FAAB-400A-908F-89E197F40B4E}" type="pres">
      <dgm:prSet presAssocID="{041CD344-C18D-4190-9E03-22152D090F8D}" presName="parentText" presStyleLbl="node1" presStyleIdx="0" presStyleCnt="2">
        <dgm:presLayoutVars>
          <dgm:chMax val="1"/>
          <dgm:bulletEnabled val="1"/>
        </dgm:presLayoutVars>
      </dgm:prSet>
      <dgm:spPr/>
    </dgm:pt>
    <dgm:pt modelId="{DB121803-F687-4E65-BA9A-1519A72BC232}" type="pres">
      <dgm:prSet presAssocID="{041CD344-C18D-4190-9E03-22152D090F8D}" presName="descendantText" presStyleLbl="alignAccFollowNode1" presStyleIdx="0" presStyleCnt="2">
        <dgm:presLayoutVars>
          <dgm:bulletEnabled val="1"/>
        </dgm:presLayoutVars>
      </dgm:prSet>
      <dgm:spPr/>
    </dgm:pt>
    <dgm:pt modelId="{44F3316D-57C6-43B4-AC5E-2AE23F50D181}" type="pres">
      <dgm:prSet presAssocID="{BDBF401A-CEED-4463-826C-7284335B2BCB}" presName="sp" presStyleCnt="0"/>
      <dgm:spPr/>
    </dgm:pt>
    <dgm:pt modelId="{42064F13-1395-4F33-A3FE-670049810686}" type="pres">
      <dgm:prSet presAssocID="{67150C8D-E9B9-4BCE-847F-176C0959F2A7}" presName="linNode" presStyleCnt="0"/>
      <dgm:spPr/>
    </dgm:pt>
    <dgm:pt modelId="{D7D3E54D-6B88-4ABB-8C6C-FB1F7E046DFF}" type="pres">
      <dgm:prSet presAssocID="{67150C8D-E9B9-4BCE-847F-176C0959F2A7}" presName="parentText" presStyleLbl="node1" presStyleIdx="1" presStyleCnt="2">
        <dgm:presLayoutVars>
          <dgm:chMax val="1"/>
          <dgm:bulletEnabled val="1"/>
        </dgm:presLayoutVars>
      </dgm:prSet>
      <dgm:spPr/>
    </dgm:pt>
    <dgm:pt modelId="{7D417C6C-C872-4A22-82A1-2FC9C847BAD0}" type="pres">
      <dgm:prSet presAssocID="{67150C8D-E9B9-4BCE-847F-176C0959F2A7}" presName="descendantText" presStyleLbl="alignAccFollowNode1" presStyleIdx="1" presStyleCnt="2">
        <dgm:presLayoutVars>
          <dgm:bulletEnabled val="1"/>
        </dgm:presLayoutVars>
      </dgm:prSet>
      <dgm:spPr/>
    </dgm:pt>
  </dgm:ptLst>
  <dgm:cxnLst>
    <dgm:cxn modelId="{A46BC419-2BAB-44B8-950D-40F5EF2AD750}" srcId="{DC05EBDE-3A92-4D85-B79C-A97F62F5933A}" destId="{041CD344-C18D-4190-9E03-22152D090F8D}" srcOrd="0" destOrd="0" parTransId="{AFBFBAAB-D741-4A09-B6E0-0DD6481E45AA}" sibTransId="{BDBF401A-CEED-4463-826C-7284335B2BCB}"/>
    <dgm:cxn modelId="{ADE3FB36-1A61-41D5-9393-FCD3B926A1BE}" srcId="{041CD344-C18D-4190-9E03-22152D090F8D}" destId="{0D07448B-9C43-4AA5-8CF5-ED29F9A41048}" srcOrd="0" destOrd="0" parTransId="{3285E696-2D4C-4DAE-8610-E8D4961DD425}" sibTransId="{7A16F9E4-CEBA-448E-A278-7FCF90E2BDED}"/>
    <dgm:cxn modelId="{937BCB48-16C1-48D5-A08F-9F4D13F6DA1A}" type="presOf" srcId="{041CD344-C18D-4190-9E03-22152D090F8D}" destId="{0FB5649E-FAAB-400A-908F-89E197F40B4E}" srcOrd="0" destOrd="0" presId="urn:microsoft.com/office/officeart/2005/8/layout/vList5"/>
    <dgm:cxn modelId="{A7CAC172-2832-42BD-AD1E-DAF4E38EA0DD}" srcId="{DC05EBDE-3A92-4D85-B79C-A97F62F5933A}" destId="{67150C8D-E9B9-4BCE-847F-176C0959F2A7}" srcOrd="1" destOrd="0" parTransId="{0ACE2770-0A91-4E9B-9582-FFCDF7A9B463}" sibTransId="{741F49B8-D01C-4B35-A75C-8C03743281C7}"/>
    <dgm:cxn modelId="{566E9E76-15FE-49E2-A1C0-481CA95AAB3E}" type="presOf" srcId="{0C9C84F5-BC1E-4053-9899-11E2915158C8}" destId="{7D417C6C-C872-4A22-82A1-2FC9C847BAD0}" srcOrd="0" destOrd="0" presId="urn:microsoft.com/office/officeart/2005/8/layout/vList5"/>
    <dgm:cxn modelId="{7E6B718A-1461-433F-B88D-86324B61F1E0}" type="presOf" srcId="{0D07448B-9C43-4AA5-8CF5-ED29F9A41048}" destId="{DB121803-F687-4E65-BA9A-1519A72BC232}" srcOrd="0" destOrd="0" presId="urn:microsoft.com/office/officeart/2005/8/layout/vList5"/>
    <dgm:cxn modelId="{D47262BA-E418-4E7A-AD8A-3702BFA607D8}" type="presOf" srcId="{DC05EBDE-3A92-4D85-B79C-A97F62F5933A}" destId="{F7BC2A02-B88C-4E85-8D78-3A3E92E27679}" srcOrd="0" destOrd="0" presId="urn:microsoft.com/office/officeart/2005/8/layout/vList5"/>
    <dgm:cxn modelId="{062FBDC3-EB95-45A1-B520-38E1548BBB39}" type="presOf" srcId="{67150C8D-E9B9-4BCE-847F-176C0959F2A7}" destId="{D7D3E54D-6B88-4ABB-8C6C-FB1F7E046DFF}" srcOrd="0" destOrd="0" presId="urn:microsoft.com/office/officeart/2005/8/layout/vList5"/>
    <dgm:cxn modelId="{2D9A16CF-AD1B-423E-AE27-7AFFC0C18379}" srcId="{67150C8D-E9B9-4BCE-847F-176C0959F2A7}" destId="{0C9C84F5-BC1E-4053-9899-11E2915158C8}" srcOrd="0" destOrd="0" parTransId="{B10C5CD8-C21E-460E-AACA-DD18F0CE37AD}" sibTransId="{0871C405-DEAC-4BCA-91F2-733C5EDC4D65}"/>
    <dgm:cxn modelId="{2CD24531-513C-4318-AB7C-608957CFBFE3}" type="presParOf" srcId="{F7BC2A02-B88C-4E85-8D78-3A3E92E27679}" destId="{D70DC852-9B1E-40FB-AD18-9FB0D9242FBE}" srcOrd="0" destOrd="0" presId="urn:microsoft.com/office/officeart/2005/8/layout/vList5"/>
    <dgm:cxn modelId="{4324A894-6FA1-4932-8E52-BFFF2871CD23}" type="presParOf" srcId="{D70DC852-9B1E-40FB-AD18-9FB0D9242FBE}" destId="{0FB5649E-FAAB-400A-908F-89E197F40B4E}" srcOrd="0" destOrd="0" presId="urn:microsoft.com/office/officeart/2005/8/layout/vList5"/>
    <dgm:cxn modelId="{972A54B3-B3BE-4903-8931-F18453C52869}" type="presParOf" srcId="{D70DC852-9B1E-40FB-AD18-9FB0D9242FBE}" destId="{DB121803-F687-4E65-BA9A-1519A72BC232}" srcOrd="1" destOrd="0" presId="urn:microsoft.com/office/officeart/2005/8/layout/vList5"/>
    <dgm:cxn modelId="{897D9339-5599-4389-9B54-6732C46ED434}" type="presParOf" srcId="{F7BC2A02-B88C-4E85-8D78-3A3E92E27679}" destId="{44F3316D-57C6-43B4-AC5E-2AE23F50D181}" srcOrd="1" destOrd="0" presId="urn:microsoft.com/office/officeart/2005/8/layout/vList5"/>
    <dgm:cxn modelId="{24D34D6D-BA36-4163-982E-88186C130541}" type="presParOf" srcId="{F7BC2A02-B88C-4E85-8D78-3A3E92E27679}" destId="{42064F13-1395-4F33-A3FE-670049810686}" srcOrd="2" destOrd="0" presId="urn:microsoft.com/office/officeart/2005/8/layout/vList5"/>
    <dgm:cxn modelId="{5459A62B-05AD-487D-B50E-22603285A8CB}" type="presParOf" srcId="{42064F13-1395-4F33-A3FE-670049810686}" destId="{D7D3E54D-6B88-4ABB-8C6C-FB1F7E046DFF}" srcOrd="0" destOrd="0" presId="urn:microsoft.com/office/officeart/2005/8/layout/vList5"/>
    <dgm:cxn modelId="{93B21837-8539-44A0-A0E5-1F036FBF730A}" type="presParOf" srcId="{42064F13-1395-4F33-A3FE-670049810686}" destId="{7D417C6C-C872-4A22-82A1-2FC9C847BAD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796904-0A36-4AD4-B122-93BA1285CD49}"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76E010EF-A14C-46AD-86C8-12D72423E82A}">
      <dgm:prSet/>
      <dgm:spPr/>
      <dgm:t>
        <a:bodyPr/>
        <a:lstStyle/>
        <a:p>
          <a:r>
            <a:rPr lang="en-US" dirty="0"/>
            <a:t>Simulation is how we test hardware</a:t>
          </a:r>
        </a:p>
      </dgm:t>
      <dgm:extLst>
        <a:ext uri="{E40237B7-FDA0-4F09-8148-C483321AD2D9}">
          <dgm14:cNvPr xmlns:dgm14="http://schemas.microsoft.com/office/drawing/2010/diagram" id="0" name="" descr="Simulation is how we test hardware&#10;Equivalent to unit testing in software&#10;Run before building real hardware&#10;"/>
        </a:ext>
      </dgm:extLst>
    </dgm:pt>
    <dgm:pt modelId="{B1C34044-A98E-488F-A7EA-9E3887CDFD00}" type="parTrans" cxnId="{B8786ED2-0816-47D1-816B-D78A16F9E355}">
      <dgm:prSet/>
      <dgm:spPr/>
      <dgm:t>
        <a:bodyPr/>
        <a:lstStyle/>
        <a:p>
          <a:endParaRPr lang="en-US"/>
        </a:p>
      </dgm:t>
    </dgm:pt>
    <dgm:pt modelId="{8333C8E4-94E9-44AC-A077-227044D31300}" type="sibTrans" cxnId="{B8786ED2-0816-47D1-816B-D78A16F9E355}">
      <dgm:prSet/>
      <dgm:spPr/>
      <dgm:t>
        <a:bodyPr/>
        <a:lstStyle/>
        <a:p>
          <a:endParaRPr lang="en-US"/>
        </a:p>
      </dgm:t>
    </dgm:pt>
    <dgm:pt modelId="{DBB1C6F3-348D-435F-8B97-8F30031A96B4}">
      <dgm:prSet/>
      <dgm:spPr/>
      <dgm:t>
        <a:bodyPr/>
        <a:lstStyle/>
        <a:p>
          <a:r>
            <a:rPr lang="en-US"/>
            <a:t>Equivalent to unit testing in software</a:t>
          </a:r>
        </a:p>
      </dgm:t>
      <dgm:extLst>
        <a:ext uri="{E40237B7-FDA0-4F09-8148-C483321AD2D9}">
          <dgm14:cNvPr xmlns:dgm14="http://schemas.microsoft.com/office/drawing/2010/diagram" id="0" name="" descr="Simulation is how we test hardware&#10;Equivalent to unit testing in software&#10;Run before building real hardware&#10;"/>
        </a:ext>
      </dgm:extLst>
    </dgm:pt>
    <dgm:pt modelId="{68D64604-A4AD-4063-937A-6CF4D6092F52}" type="parTrans" cxnId="{A5ACDA0A-2BD8-4ADF-BE67-A2D2DD79FEA9}">
      <dgm:prSet/>
      <dgm:spPr/>
      <dgm:t>
        <a:bodyPr/>
        <a:lstStyle/>
        <a:p>
          <a:endParaRPr lang="en-US"/>
        </a:p>
      </dgm:t>
    </dgm:pt>
    <dgm:pt modelId="{7CBDC8A2-CD3A-401C-AE6A-B6A35D3A0672}" type="sibTrans" cxnId="{A5ACDA0A-2BD8-4ADF-BE67-A2D2DD79FEA9}">
      <dgm:prSet/>
      <dgm:spPr/>
      <dgm:t>
        <a:bodyPr/>
        <a:lstStyle/>
        <a:p>
          <a:endParaRPr lang="en-US"/>
        </a:p>
      </dgm:t>
    </dgm:pt>
    <dgm:pt modelId="{9BD0EFC5-44B1-420B-98B9-33E144C656CB}">
      <dgm:prSet/>
      <dgm:spPr/>
      <dgm:t>
        <a:bodyPr/>
        <a:lstStyle/>
        <a:p>
          <a:r>
            <a:rPr lang="en-US" dirty="0"/>
            <a:t>Run before building real hardware</a:t>
          </a:r>
        </a:p>
      </dgm:t>
      <dgm:extLst>
        <a:ext uri="{E40237B7-FDA0-4F09-8148-C483321AD2D9}">
          <dgm14:cNvPr xmlns:dgm14="http://schemas.microsoft.com/office/drawing/2010/diagram" id="0" name="" descr="Simulation is how we test hardware&#10;Equivalent to unit testing in software&#10;Run before building real hardware&#10;"/>
        </a:ext>
      </dgm:extLst>
    </dgm:pt>
    <dgm:pt modelId="{8CECD9C8-DA3D-492F-80B7-F1C38136E394}" type="parTrans" cxnId="{EE29FD30-0D8A-47EB-BFCC-3DF57926C589}">
      <dgm:prSet/>
      <dgm:spPr/>
      <dgm:t>
        <a:bodyPr/>
        <a:lstStyle/>
        <a:p>
          <a:endParaRPr lang="en-US"/>
        </a:p>
      </dgm:t>
    </dgm:pt>
    <dgm:pt modelId="{E75A48A1-ECEC-4937-8528-214A8705BE43}" type="sibTrans" cxnId="{EE29FD30-0D8A-47EB-BFCC-3DF57926C589}">
      <dgm:prSet/>
      <dgm:spPr/>
      <dgm:t>
        <a:bodyPr/>
        <a:lstStyle/>
        <a:p>
          <a:endParaRPr lang="en-US"/>
        </a:p>
      </dgm:t>
    </dgm:pt>
    <dgm:pt modelId="{6322AA59-A25B-4DCA-9C9F-7CBF089EDB20}" type="pres">
      <dgm:prSet presAssocID="{0D796904-0A36-4AD4-B122-93BA1285CD49}" presName="root" presStyleCnt="0">
        <dgm:presLayoutVars>
          <dgm:dir/>
          <dgm:resizeHandles val="exact"/>
        </dgm:presLayoutVars>
      </dgm:prSet>
      <dgm:spPr/>
    </dgm:pt>
    <dgm:pt modelId="{F2816971-B04C-4E13-A52D-B5025D7C0A26}" type="pres">
      <dgm:prSet presAssocID="{76E010EF-A14C-46AD-86C8-12D72423E82A}" presName="compNode" presStyleCnt="0"/>
      <dgm:spPr/>
    </dgm:pt>
    <dgm:pt modelId="{EEBC2BE5-51D5-4768-A8B9-BF75F4012C50}" type="pres">
      <dgm:prSet presAssocID="{76E010EF-A14C-46AD-86C8-12D72423E82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7D906EB9-2983-42D7-87E5-40FE57818E69}" type="pres">
      <dgm:prSet presAssocID="{76E010EF-A14C-46AD-86C8-12D72423E82A}" presName="spaceRect" presStyleCnt="0"/>
      <dgm:spPr/>
    </dgm:pt>
    <dgm:pt modelId="{7B4CD379-FF63-430E-B029-6628122543E9}" type="pres">
      <dgm:prSet presAssocID="{76E010EF-A14C-46AD-86C8-12D72423E82A}" presName="textRect" presStyleLbl="revTx" presStyleIdx="0" presStyleCnt="3">
        <dgm:presLayoutVars>
          <dgm:chMax val="1"/>
          <dgm:chPref val="1"/>
        </dgm:presLayoutVars>
      </dgm:prSet>
      <dgm:spPr/>
    </dgm:pt>
    <dgm:pt modelId="{05F0B36D-8DA6-4BEC-AB08-E822218CE623}" type="pres">
      <dgm:prSet presAssocID="{8333C8E4-94E9-44AC-A077-227044D31300}" presName="sibTrans" presStyleCnt="0"/>
      <dgm:spPr/>
    </dgm:pt>
    <dgm:pt modelId="{F05E6C3F-4BD4-4145-A3A4-D570D82CFFC2}" type="pres">
      <dgm:prSet presAssocID="{DBB1C6F3-348D-435F-8B97-8F30031A96B4}" presName="compNode" presStyleCnt="0"/>
      <dgm:spPr/>
    </dgm:pt>
    <dgm:pt modelId="{F4184000-2ED9-4745-BC9C-1D94ABFF0432}" type="pres">
      <dgm:prSet presAssocID="{DBB1C6F3-348D-435F-8B97-8F30031A96B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F563F758-2846-452A-9620-02CCF3DBBA1D}" type="pres">
      <dgm:prSet presAssocID="{DBB1C6F3-348D-435F-8B97-8F30031A96B4}" presName="spaceRect" presStyleCnt="0"/>
      <dgm:spPr/>
    </dgm:pt>
    <dgm:pt modelId="{C6695B95-590A-42A2-99E3-F24FAE4E0C15}" type="pres">
      <dgm:prSet presAssocID="{DBB1C6F3-348D-435F-8B97-8F30031A96B4}" presName="textRect" presStyleLbl="revTx" presStyleIdx="1" presStyleCnt="3">
        <dgm:presLayoutVars>
          <dgm:chMax val="1"/>
          <dgm:chPref val="1"/>
        </dgm:presLayoutVars>
      </dgm:prSet>
      <dgm:spPr/>
    </dgm:pt>
    <dgm:pt modelId="{9FBF5111-6EAD-4D97-B8AC-2BAE8BEB9DAB}" type="pres">
      <dgm:prSet presAssocID="{7CBDC8A2-CD3A-401C-AE6A-B6A35D3A0672}" presName="sibTrans" presStyleCnt="0"/>
      <dgm:spPr/>
    </dgm:pt>
    <dgm:pt modelId="{B7CA1026-8463-4E4C-9785-872EC87A4F98}" type="pres">
      <dgm:prSet presAssocID="{9BD0EFC5-44B1-420B-98B9-33E144C656CB}" presName="compNode" presStyleCnt="0"/>
      <dgm:spPr/>
    </dgm:pt>
    <dgm:pt modelId="{28A30751-51BA-4F1C-8432-C2763C83948C}" type="pres">
      <dgm:prSet presAssocID="{9BD0EFC5-44B1-420B-98B9-33E144C656C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28BB38D4-D3F7-4F61-AF4B-C82E3F06E41E}" type="pres">
      <dgm:prSet presAssocID="{9BD0EFC5-44B1-420B-98B9-33E144C656CB}" presName="spaceRect" presStyleCnt="0"/>
      <dgm:spPr/>
    </dgm:pt>
    <dgm:pt modelId="{62877D3B-7248-4049-AD19-6173A1D70AAD}" type="pres">
      <dgm:prSet presAssocID="{9BD0EFC5-44B1-420B-98B9-33E144C656CB}" presName="textRect" presStyleLbl="revTx" presStyleIdx="2" presStyleCnt="3">
        <dgm:presLayoutVars>
          <dgm:chMax val="1"/>
          <dgm:chPref val="1"/>
        </dgm:presLayoutVars>
      </dgm:prSet>
      <dgm:spPr/>
    </dgm:pt>
  </dgm:ptLst>
  <dgm:cxnLst>
    <dgm:cxn modelId="{A5ACDA0A-2BD8-4ADF-BE67-A2D2DD79FEA9}" srcId="{0D796904-0A36-4AD4-B122-93BA1285CD49}" destId="{DBB1C6F3-348D-435F-8B97-8F30031A96B4}" srcOrd="1" destOrd="0" parTransId="{68D64604-A4AD-4063-937A-6CF4D6092F52}" sibTransId="{7CBDC8A2-CD3A-401C-AE6A-B6A35D3A0672}"/>
    <dgm:cxn modelId="{EE29FD30-0D8A-47EB-BFCC-3DF57926C589}" srcId="{0D796904-0A36-4AD4-B122-93BA1285CD49}" destId="{9BD0EFC5-44B1-420B-98B9-33E144C656CB}" srcOrd="2" destOrd="0" parTransId="{8CECD9C8-DA3D-492F-80B7-F1C38136E394}" sibTransId="{E75A48A1-ECEC-4937-8528-214A8705BE43}"/>
    <dgm:cxn modelId="{77848561-73F4-4038-A7F5-3A3D3443BD6A}" type="presOf" srcId="{DBB1C6F3-348D-435F-8B97-8F30031A96B4}" destId="{C6695B95-590A-42A2-99E3-F24FAE4E0C15}" srcOrd="0" destOrd="0" presId="urn:microsoft.com/office/officeart/2018/2/layout/IconLabelList"/>
    <dgm:cxn modelId="{C8C0B78A-8720-4C1E-9A13-D956466298E4}" type="presOf" srcId="{76E010EF-A14C-46AD-86C8-12D72423E82A}" destId="{7B4CD379-FF63-430E-B029-6628122543E9}" srcOrd="0" destOrd="0" presId="urn:microsoft.com/office/officeart/2018/2/layout/IconLabelList"/>
    <dgm:cxn modelId="{D4E68F9D-A3FC-4ACD-A8D6-7CA33877C530}" type="presOf" srcId="{9BD0EFC5-44B1-420B-98B9-33E144C656CB}" destId="{62877D3B-7248-4049-AD19-6173A1D70AAD}" srcOrd="0" destOrd="0" presId="urn:microsoft.com/office/officeart/2018/2/layout/IconLabelList"/>
    <dgm:cxn modelId="{59541FB4-06B2-4692-919B-695F242BFC19}" type="presOf" srcId="{0D796904-0A36-4AD4-B122-93BA1285CD49}" destId="{6322AA59-A25B-4DCA-9C9F-7CBF089EDB20}" srcOrd="0" destOrd="0" presId="urn:microsoft.com/office/officeart/2018/2/layout/IconLabelList"/>
    <dgm:cxn modelId="{B8786ED2-0816-47D1-816B-D78A16F9E355}" srcId="{0D796904-0A36-4AD4-B122-93BA1285CD49}" destId="{76E010EF-A14C-46AD-86C8-12D72423E82A}" srcOrd="0" destOrd="0" parTransId="{B1C34044-A98E-488F-A7EA-9E3887CDFD00}" sibTransId="{8333C8E4-94E9-44AC-A077-227044D31300}"/>
    <dgm:cxn modelId="{79BE3668-33BD-4ECB-B9D6-95C6088496B9}" type="presParOf" srcId="{6322AA59-A25B-4DCA-9C9F-7CBF089EDB20}" destId="{F2816971-B04C-4E13-A52D-B5025D7C0A26}" srcOrd="0" destOrd="0" presId="urn:microsoft.com/office/officeart/2018/2/layout/IconLabelList"/>
    <dgm:cxn modelId="{B5F363E9-5E29-430C-A399-F07955F8ED2B}" type="presParOf" srcId="{F2816971-B04C-4E13-A52D-B5025D7C0A26}" destId="{EEBC2BE5-51D5-4768-A8B9-BF75F4012C50}" srcOrd="0" destOrd="0" presId="urn:microsoft.com/office/officeart/2018/2/layout/IconLabelList"/>
    <dgm:cxn modelId="{AFDEACF3-5924-44C6-8ABB-EBAE3206CA41}" type="presParOf" srcId="{F2816971-B04C-4E13-A52D-B5025D7C0A26}" destId="{7D906EB9-2983-42D7-87E5-40FE57818E69}" srcOrd="1" destOrd="0" presId="urn:microsoft.com/office/officeart/2018/2/layout/IconLabelList"/>
    <dgm:cxn modelId="{0FCAB39F-CDDE-43AC-89E3-0ACB1A711217}" type="presParOf" srcId="{F2816971-B04C-4E13-A52D-B5025D7C0A26}" destId="{7B4CD379-FF63-430E-B029-6628122543E9}" srcOrd="2" destOrd="0" presId="urn:microsoft.com/office/officeart/2018/2/layout/IconLabelList"/>
    <dgm:cxn modelId="{62E69479-16E3-4F16-9D9F-5868D832B7A8}" type="presParOf" srcId="{6322AA59-A25B-4DCA-9C9F-7CBF089EDB20}" destId="{05F0B36D-8DA6-4BEC-AB08-E822218CE623}" srcOrd="1" destOrd="0" presId="urn:microsoft.com/office/officeart/2018/2/layout/IconLabelList"/>
    <dgm:cxn modelId="{E0092372-6A85-49FB-A258-F1270B7725D4}" type="presParOf" srcId="{6322AA59-A25B-4DCA-9C9F-7CBF089EDB20}" destId="{F05E6C3F-4BD4-4145-A3A4-D570D82CFFC2}" srcOrd="2" destOrd="0" presId="urn:microsoft.com/office/officeart/2018/2/layout/IconLabelList"/>
    <dgm:cxn modelId="{A881859E-08A8-47D8-9257-1089FD5566AF}" type="presParOf" srcId="{F05E6C3F-4BD4-4145-A3A4-D570D82CFFC2}" destId="{F4184000-2ED9-4745-BC9C-1D94ABFF0432}" srcOrd="0" destOrd="0" presId="urn:microsoft.com/office/officeart/2018/2/layout/IconLabelList"/>
    <dgm:cxn modelId="{586EC148-328C-477F-8B38-D770ECCC0877}" type="presParOf" srcId="{F05E6C3F-4BD4-4145-A3A4-D570D82CFFC2}" destId="{F563F758-2846-452A-9620-02CCF3DBBA1D}" srcOrd="1" destOrd="0" presId="urn:microsoft.com/office/officeart/2018/2/layout/IconLabelList"/>
    <dgm:cxn modelId="{B6025F79-F4DC-484D-9852-DC0A541EF889}" type="presParOf" srcId="{F05E6C3F-4BD4-4145-A3A4-D570D82CFFC2}" destId="{C6695B95-590A-42A2-99E3-F24FAE4E0C15}" srcOrd="2" destOrd="0" presId="urn:microsoft.com/office/officeart/2018/2/layout/IconLabelList"/>
    <dgm:cxn modelId="{59DC471A-BAE9-4658-9106-7CA2915E914B}" type="presParOf" srcId="{6322AA59-A25B-4DCA-9C9F-7CBF089EDB20}" destId="{9FBF5111-6EAD-4D97-B8AC-2BAE8BEB9DAB}" srcOrd="3" destOrd="0" presId="urn:microsoft.com/office/officeart/2018/2/layout/IconLabelList"/>
    <dgm:cxn modelId="{60BC75AD-CF31-4145-A424-7637D706BDE2}" type="presParOf" srcId="{6322AA59-A25B-4DCA-9C9F-7CBF089EDB20}" destId="{B7CA1026-8463-4E4C-9785-872EC87A4F98}" srcOrd="4" destOrd="0" presId="urn:microsoft.com/office/officeart/2018/2/layout/IconLabelList"/>
    <dgm:cxn modelId="{1659FA51-161A-414D-864A-9C0FEF5C055A}" type="presParOf" srcId="{B7CA1026-8463-4E4C-9785-872EC87A4F98}" destId="{28A30751-51BA-4F1C-8432-C2763C83948C}" srcOrd="0" destOrd="0" presId="urn:microsoft.com/office/officeart/2018/2/layout/IconLabelList"/>
    <dgm:cxn modelId="{5AA5FC49-900F-4A18-A851-7902BFD69CA3}" type="presParOf" srcId="{B7CA1026-8463-4E4C-9785-872EC87A4F98}" destId="{28BB38D4-D3F7-4F61-AF4B-C82E3F06E41E}" srcOrd="1" destOrd="0" presId="urn:microsoft.com/office/officeart/2018/2/layout/IconLabelList"/>
    <dgm:cxn modelId="{51F1BA74-A9EA-456E-9D7D-CBBD9B10ABFE}" type="presParOf" srcId="{B7CA1026-8463-4E4C-9785-872EC87A4F98}" destId="{62877D3B-7248-4049-AD19-6173A1D70AA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F4D05B-36B5-4B1D-9503-B99CE94DE17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85BBFF0-613B-47A1-9E2A-F776E968285A}">
      <dgm:prSet/>
      <dgm:spPr/>
      <dgm:t>
        <a:bodyPr/>
        <a:lstStyle/>
        <a:p>
          <a:r>
            <a:rPr lang="en-US" dirty="0"/>
            <a:t>Catch bugs early</a:t>
          </a:r>
        </a:p>
      </dgm:t>
    </dgm:pt>
    <dgm:pt modelId="{F02C13F3-1911-4010-879D-47677076BBAC}" type="parTrans" cxnId="{623048C3-07A1-4FC2-9835-0F784BEBD7DD}">
      <dgm:prSet/>
      <dgm:spPr/>
      <dgm:t>
        <a:bodyPr/>
        <a:lstStyle/>
        <a:p>
          <a:endParaRPr lang="en-US"/>
        </a:p>
      </dgm:t>
    </dgm:pt>
    <dgm:pt modelId="{92037799-275C-4AAD-AC0B-345CA7F9A24C}" type="sibTrans" cxnId="{623048C3-07A1-4FC2-9835-0F784BEBD7DD}">
      <dgm:prSet/>
      <dgm:spPr/>
      <dgm:t>
        <a:bodyPr/>
        <a:lstStyle/>
        <a:p>
          <a:endParaRPr lang="en-US"/>
        </a:p>
      </dgm:t>
    </dgm:pt>
    <dgm:pt modelId="{D62A48B7-BA4D-49CC-AF0D-BA2EE964BF25}">
      <dgm:prSet/>
      <dgm:spPr/>
      <dgm:t>
        <a:bodyPr/>
        <a:lstStyle/>
        <a:p>
          <a:r>
            <a:rPr lang="en-US" dirty="0"/>
            <a:t>Faster than hardware debugging</a:t>
          </a:r>
        </a:p>
      </dgm:t>
    </dgm:pt>
    <dgm:pt modelId="{CBAC7181-7BFF-4091-A891-CAC4BA6D9D8A}" type="parTrans" cxnId="{1CF49D73-6F5A-4874-B815-75DDB56A25FF}">
      <dgm:prSet/>
      <dgm:spPr/>
      <dgm:t>
        <a:bodyPr/>
        <a:lstStyle/>
        <a:p>
          <a:endParaRPr lang="en-US"/>
        </a:p>
      </dgm:t>
    </dgm:pt>
    <dgm:pt modelId="{F140643D-51CC-43A4-AC66-B2445587DB1C}" type="sibTrans" cxnId="{1CF49D73-6F5A-4874-B815-75DDB56A25FF}">
      <dgm:prSet/>
      <dgm:spPr/>
      <dgm:t>
        <a:bodyPr/>
        <a:lstStyle/>
        <a:p>
          <a:endParaRPr lang="en-US"/>
        </a:p>
      </dgm:t>
    </dgm:pt>
    <dgm:pt modelId="{FB41C694-D72B-4787-BE2F-48F9913A70C7}">
      <dgm:prSet/>
      <dgm:spPr/>
      <dgm:t>
        <a:bodyPr/>
        <a:lstStyle/>
        <a:p>
          <a:r>
            <a:rPr lang="en-US" dirty="0"/>
            <a:t>No risk of damaging hardware</a:t>
          </a:r>
        </a:p>
      </dgm:t>
    </dgm:pt>
    <dgm:pt modelId="{141C183B-2771-4894-8F70-DFAE91BA8077}" type="parTrans" cxnId="{01BCB18F-CC53-4C8C-BB1F-4B88A5940595}">
      <dgm:prSet/>
      <dgm:spPr/>
      <dgm:t>
        <a:bodyPr/>
        <a:lstStyle/>
        <a:p>
          <a:endParaRPr lang="en-US"/>
        </a:p>
      </dgm:t>
    </dgm:pt>
    <dgm:pt modelId="{F6F2443C-B19A-4C93-851D-6D2E663F9E99}" type="sibTrans" cxnId="{01BCB18F-CC53-4C8C-BB1F-4B88A5940595}">
      <dgm:prSet/>
      <dgm:spPr/>
      <dgm:t>
        <a:bodyPr/>
        <a:lstStyle/>
        <a:p>
          <a:endParaRPr lang="en-US"/>
        </a:p>
      </dgm:t>
    </dgm:pt>
    <dgm:pt modelId="{D2165793-2253-4C80-9275-A6EE66CCF221}" type="pres">
      <dgm:prSet presAssocID="{AFF4D05B-36B5-4B1D-9503-B99CE94DE17F}" presName="root" presStyleCnt="0">
        <dgm:presLayoutVars>
          <dgm:dir/>
          <dgm:resizeHandles val="exact"/>
        </dgm:presLayoutVars>
      </dgm:prSet>
      <dgm:spPr/>
    </dgm:pt>
    <dgm:pt modelId="{35CEF969-F40A-4149-95E4-FCDC0C327E64}" type="pres">
      <dgm:prSet presAssocID="{385BBFF0-613B-47A1-9E2A-F776E968285A}" presName="compNode" presStyleCnt="0"/>
      <dgm:spPr/>
    </dgm:pt>
    <dgm:pt modelId="{20A58306-6912-4ACB-9A5C-419DFD8E7DCC}" type="pres">
      <dgm:prSet presAssocID="{385BBFF0-613B-47A1-9E2A-F776E968285A}" presName="bgRect" presStyleLbl="bgShp" presStyleIdx="0" presStyleCnt="3"/>
      <dgm:spPr/>
    </dgm:pt>
    <dgm:pt modelId="{D13E0FE6-63F0-4866-969E-EB8AA47BD5B4}" type="pres">
      <dgm:prSet presAssocID="{385BBFF0-613B-47A1-9E2A-F776E968285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g"/>
        </a:ext>
      </dgm:extLst>
    </dgm:pt>
    <dgm:pt modelId="{BF20BF5F-4996-446B-A547-C4C5EBA25D5A}" type="pres">
      <dgm:prSet presAssocID="{385BBFF0-613B-47A1-9E2A-F776E968285A}" presName="spaceRect" presStyleCnt="0"/>
      <dgm:spPr/>
    </dgm:pt>
    <dgm:pt modelId="{26484959-0FB5-4FF4-98CA-8F1E28C966BE}" type="pres">
      <dgm:prSet presAssocID="{385BBFF0-613B-47A1-9E2A-F776E968285A}" presName="parTx" presStyleLbl="revTx" presStyleIdx="0" presStyleCnt="3">
        <dgm:presLayoutVars>
          <dgm:chMax val="0"/>
          <dgm:chPref val="0"/>
        </dgm:presLayoutVars>
      </dgm:prSet>
      <dgm:spPr/>
    </dgm:pt>
    <dgm:pt modelId="{4466F7BD-F2FE-4CA9-9303-02606FBC047F}" type="pres">
      <dgm:prSet presAssocID="{92037799-275C-4AAD-AC0B-345CA7F9A24C}" presName="sibTrans" presStyleCnt="0"/>
      <dgm:spPr/>
    </dgm:pt>
    <dgm:pt modelId="{54FAF244-0EEA-48AE-94E4-192C02D61357}" type="pres">
      <dgm:prSet presAssocID="{D62A48B7-BA4D-49CC-AF0D-BA2EE964BF25}" presName="compNode" presStyleCnt="0"/>
      <dgm:spPr/>
    </dgm:pt>
    <dgm:pt modelId="{8ECBFA03-2571-4254-98A8-0A684216B8BE}" type="pres">
      <dgm:prSet presAssocID="{D62A48B7-BA4D-49CC-AF0D-BA2EE964BF25}" presName="bgRect" presStyleLbl="bgShp" presStyleIdx="1" presStyleCnt="3"/>
      <dgm:spPr/>
    </dgm:pt>
    <dgm:pt modelId="{ABA431EA-FC5F-456B-8D36-7563088DBF36}" type="pres">
      <dgm:prSet presAssocID="{D62A48B7-BA4D-49CC-AF0D-BA2EE964BF2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AD899541-801E-41E9-96BB-923B757560BC}" type="pres">
      <dgm:prSet presAssocID="{D62A48B7-BA4D-49CC-AF0D-BA2EE964BF25}" presName="spaceRect" presStyleCnt="0"/>
      <dgm:spPr/>
    </dgm:pt>
    <dgm:pt modelId="{1077CA7B-E5BD-4A39-8A91-B385D579F859}" type="pres">
      <dgm:prSet presAssocID="{D62A48B7-BA4D-49CC-AF0D-BA2EE964BF25}" presName="parTx" presStyleLbl="revTx" presStyleIdx="1" presStyleCnt="3">
        <dgm:presLayoutVars>
          <dgm:chMax val="0"/>
          <dgm:chPref val="0"/>
        </dgm:presLayoutVars>
      </dgm:prSet>
      <dgm:spPr/>
    </dgm:pt>
    <dgm:pt modelId="{50497AB3-4D5C-4A02-BCF7-3D29BB1744E0}" type="pres">
      <dgm:prSet presAssocID="{F140643D-51CC-43A4-AC66-B2445587DB1C}" presName="sibTrans" presStyleCnt="0"/>
      <dgm:spPr/>
    </dgm:pt>
    <dgm:pt modelId="{558FDE63-B5A1-4847-A0D7-5203986CECF1}" type="pres">
      <dgm:prSet presAssocID="{FB41C694-D72B-4787-BE2F-48F9913A70C7}" presName="compNode" presStyleCnt="0"/>
      <dgm:spPr/>
    </dgm:pt>
    <dgm:pt modelId="{2DEA2718-FD9E-4C51-9B5B-DE0745157F03}" type="pres">
      <dgm:prSet presAssocID="{FB41C694-D72B-4787-BE2F-48F9913A70C7}" presName="bgRect" presStyleLbl="bgShp" presStyleIdx="2" presStyleCnt="3"/>
      <dgm:spPr/>
    </dgm:pt>
    <dgm:pt modelId="{627EA9F3-8956-43B4-8AA2-7594BE951DB7}" type="pres">
      <dgm:prSet presAssocID="{FB41C694-D72B-4787-BE2F-48F9913A70C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aptop"/>
        </a:ext>
      </dgm:extLst>
    </dgm:pt>
    <dgm:pt modelId="{08C0CDE9-F695-4D17-88F7-1CC0816C91D0}" type="pres">
      <dgm:prSet presAssocID="{FB41C694-D72B-4787-BE2F-48F9913A70C7}" presName="spaceRect" presStyleCnt="0"/>
      <dgm:spPr/>
    </dgm:pt>
    <dgm:pt modelId="{A7E1D20F-A000-4852-9F72-E24D4A883A37}" type="pres">
      <dgm:prSet presAssocID="{FB41C694-D72B-4787-BE2F-48F9913A70C7}" presName="parTx" presStyleLbl="revTx" presStyleIdx="2" presStyleCnt="3">
        <dgm:presLayoutVars>
          <dgm:chMax val="0"/>
          <dgm:chPref val="0"/>
        </dgm:presLayoutVars>
      </dgm:prSet>
      <dgm:spPr/>
    </dgm:pt>
  </dgm:ptLst>
  <dgm:cxnLst>
    <dgm:cxn modelId="{5969F011-D7DC-4F3F-9611-C4FFE3672834}" type="presOf" srcId="{D62A48B7-BA4D-49CC-AF0D-BA2EE964BF25}" destId="{1077CA7B-E5BD-4A39-8A91-B385D579F859}" srcOrd="0" destOrd="0" presId="urn:microsoft.com/office/officeart/2018/2/layout/IconVerticalSolidList"/>
    <dgm:cxn modelId="{0C08FC68-6CEF-4E03-A7DB-9529FFDB2A33}" type="presOf" srcId="{FB41C694-D72B-4787-BE2F-48F9913A70C7}" destId="{A7E1D20F-A000-4852-9F72-E24D4A883A37}" srcOrd="0" destOrd="0" presId="urn:microsoft.com/office/officeart/2018/2/layout/IconVerticalSolidList"/>
    <dgm:cxn modelId="{1CF49D73-6F5A-4874-B815-75DDB56A25FF}" srcId="{AFF4D05B-36B5-4B1D-9503-B99CE94DE17F}" destId="{D62A48B7-BA4D-49CC-AF0D-BA2EE964BF25}" srcOrd="1" destOrd="0" parTransId="{CBAC7181-7BFF-4091-A891-CAC4BA6D9D8A}" sibTransId="{F140643D-51CC-43A4-AC66-B2445587DB1C}"/>
    <dgm:cxn modelId="{C5D92E54-EE52-443C-90DC-057DA4ED74B3}" type="presOf" srcId="{AFF4D05B-36B5-4B1D-9503-B99CE94DE17F}" destId="{D2165793-2253-4C80-9275-A6EE66CCF221}" srcOrd="0" destOrd="0" presId="urn:microsoft.com/office/officeart/2018/2/layout/IconVerticalSolidList"/>
    <dgm:cxn modelId="{FEDB0B7D-A3E5-4EA6-A234-2AD065499304}" type="presOf" srcId="{385BBFF0-613B-47A1-9E2A-F776E968285A}" destId="{26484959-0FB5-4FF4-98CA-8F1E28C966BE}" srcOrd="0" destOrd="0" presId="urn:microsoft.com/office/officeart/2018/2/layout/IconVerticalSolidList"/>
    <dgm:cxn modelId="{01BCB18F-CC53-4C8C-BB1F-4B88A5940595}" srcId="{AFF4D05B-36B5-4B1D-9503-B99CE94DE17F}" destId="{FB41C694-D72B-4787-BE2F-48F9913A70C7}" srcOrd="2" destOrd="0" parTransId="{141C183B-2771-4894-8F70-DFAE91BA8077}" sibTransId="{F6F2443C-B19A-4C93-851D-6D2E663F9E99}"/>
    <dgm:cxn modelId="{623048C3-07A1-4FC2-9835-0F784BEBD7DD}" srcId="{AFF4D05B-36B5-4B1D-9503-B99CE94DE17F}" destId="{385BBFF0-613B-47A1-9E2A-F776E968285A}" srcOrd="0" destOrd="0" parTransId="{F02C13F3-1911-4010-879D-47677076BBAC}" sibTransId="{92037799-275C-4AAD-AC0B-345CA7F9A24C}"/>
    <dgm:cxn modelId="{13597A37-8FE2-46CB-ADC0-CE11BE62F038}" type="presParOf" srcId="{D2165793-2253-4C80-9275-A6EE66CCF221}" destId="{35CEF969-F40A-4149-95E4-FCDC0C327E64}" srcOrd="0" destOrd="0" presId="urn:microsoft.com/office/officeart/2018/2/layout/IconVerticalSolidList"/>
    <dgm:cxn modelId="{FE03610D-3C98-40D4-B115-A1D91642B07E}" type="presParOf" srcId="{35CEF969-F40A-4149-95E4-FCDC0C327E64}" destId="{20A58306-6912-4ACB-9A5C-419DFD8E7DCC}" srcOrd="0" destOrd="0" presId="urn:microsoft.com/office/officeart/2018/2/layout/IconVerticalSolidList"/>
    <dgm:cxn modelId="{66196495-208C-4A35-BFEC-27367791CAD5}" type="presParOf" srcId="{35CEF969-F40A-4149-95E4-FCDC0C327E64}" destId="{D13E0FE6-63F0-4866-969E-EB8AA47BD5B4}" srcOrd="1" destOrd="0" presId="urn:microsoft.com/office/officeart/2018/2/layout/IconVerticalSolidList"/>
    <dgm:cxn modelId="{D93355D7-2A64-4C2B-8398-207042B53926}" type="presParOf" srcId="{35CEF969-F40A-4149-95E4-FCDC0C327E64}" destId="{BF20BF5F-4996-446B-A547-C4C5EBA25D5A}" srcOrd="2" destOrd="0" presId="urn:microsoft.com/office/officeart/2018/2/layout/IconVerticalSolidList"/>
    <dgm:cxn modelId="{B4EE81F2-4A4B-4A49-AE7B-DBE8A1A27F41}" type="presParOf" srcId="{35CEF969-F40A-4149-95E4-FCDC0C327E64}" destId="{26484959-0FB5-4FF4-98CA-8F1E28C966BE}" srcOrd="3" destOrd="0" presId="urn:microsoft.com/office/officeart/2018/2/layout/IconVerticalSolidList"/>
    <dgm:cxn modelId="{018CA058-8442-437C-9057-01456E3AD57F}" type="presParOf" srcId="{D2165793-2253-4C80-9275-A6EE66CCF221}" destId="{4466F7BD-F2FE-4CA9-9303-02606FBC047F}" srcOrd="1" destOrd="0" presId="urn:microsoft.com/office/officeart/2018/2/layout/IconVerticalSolidList"/>
    <dgm:cxn modelId="{D52C5860-2F4E-4459-9A02-EA18EA612733}" type="presParOf" srcId="{D2165793-2253-4C80-9275-A6EE66CCF221}" destId="{54FAF244-0EEA-48AE-94E4-192C02D61357}" srcOrd="2" destOrd="0" presId="urn:microsoft.com/office/officeart/2018/2/layout/IconVerticalSolidList"/>
    <dgm:cxn modelId="{41456D27-572A-4B91-9F60-06ADEFA75933}" type="presParOf" srcId="{54FAF244-0EEA-48AE-94E4-192C02D61357}" destId="{8ECBFA03-2571-4254-98A8-0A684216B8BE}" srcOrd="0" destOrd="0" presId="urn:microsoft.com/office/officeart/2018/2/layout/IconVerticalSolidList"/>
    <dgm:cxn modelId="{524E0635-4008-404E-A285-EC0C42896D2B}" type="presParOf" srcId="{54FAF244-0EEA-48AE-94E4-192C02D61357}" destId="{ABA431EA-FC5F-456B-8D36-7563088DBF36}" srcOrd="1" destOrd="0" presId="urn:microsoft.com/office/officeart/2018/2/layout/IconVerticalSolidList"/>
    <dgm:cxn modelId="{9BD46B04-041A-4100-9A00-8574C128DF3E}" type="presParOf" srcId="{54FAF244-0EEA-48AE-94E4-192C02D61357}" destId="{AD899541-801E-41E9-96BB-923B757560BC}" srcOrd="2" destOrd="0" presId="urn:microsoft.com/office/officeart/2018/2/layout/IconVerticalSolidList"/>
    <dgm:cxn modelId="{1D98E33B-9950-459E-8F80-BC9E66B8FAC5}" type="presParOf" srcId="{54FAF244-0EEA-48AE-94E4-192C02D61357}" destId="{1077CA7B-E5BD-4A39-8A91-B385D579F859}" srcOrd="3" destOrd="0" presId="urn:microsoft.com/office/officeart/2018/2/layout/IconVerticalSolidList"/>
    <dgm:cxn modelId="{3C2D307D-1D0F-41B2-A7F6-44D89B35B643}" type="presParOf" srcId="{D2165793-2253-4C80-9275-A6EE66CCF221}" destId="{50497AB3-4D5C-4A02-BCF7-3D29BB1744E0}" srcOrd="3" destOrd="0" presId="urn:microsoft.com/office/officeart/2018/2/layout/IconVerticalSolidList"/>
    <dgm:cxn modelId="{DC83E1EE-DC8C-4D3C-9524-6D991B22796D}" type="presParOf" srcId="{D2165793-2253-4C80-9275-A6EE66CCF221}" destId="{558FDE63-B5A1-4847-A0D7-5203986CECF1}" srcOrd="4" destOrd="0" presId="urn:microsoft.com/office/officeart/2018/2/layout/IconVerticalSolidList"/>
    <dgm:cxn modelId="{8D749EF3-4509-4BC2-9771-910A46F51A79}" type="presParOf" srcId="{558FDE63-B5A1-4847-A0D7-5203986CECF1}" destId="{2DEA2718-FD9E-4C51-9B5B-DE0745157F03}" srcOrd="0" destOrd="0" presId="urn:microsoft.com/office/officeart/2018/2/layout/IconVerticalSolidList"/>
    <dgm:cxn modelId="{5E6EB3E8-286C-46B4-8EDD-73E38F5EA19F}" type="presParOf" srcId="{558FDE63-B5A1-4847-A0D7-5203986CECF1}" destId="{627EA9F3-8956-43B4-8AA2-7594BE951DB7}" srcOrd="1" destOrd="0" presId="urn:microsoft.com/office/officeart/2018/2/layout/IconVerticalSolidList"/>
    <dgm:cxn modelId="{F189EB67-26DC-4F01-85A3-75F1BC29DAE9}" type="presParOf" srcId="{558FDE63-B5A1-4847-A0D7-5203986CECF1}" destId="{08C0CDE9-F695-4D17-88F7-1CC0816C91D0}" srcOrd="2" destOrd="0" presId="urn:microsoft.com/office/officeart/2018/2/layout/IconVerticalSolidList"/>
    <dgm:cxn modelId="{D5A8C224-6230-4B10-B1B1-8E931A1F9515}" type="presParOf" srcId="{558FDE63-B5A1-4847-A0D7-5203986CECF1}" destId="{A7E1D20F-A000-4852-9F72-E24D4A883A3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6630037-F9AC-4C01-9C20-F3D1DD437AD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34D677D-ED2E-48F7-8BA3-7224B1A93C05}">
      <dgm:prSet/>
      <dgm:spPr/>
      <dgm:t>
        <a:bodyPr/>
        <a:lstStyle/>
        <a:p>
          <a:r>
            <a:rPr lang="en-US" dirty="0"/>
            <a:t>Special Verilog modules for testing</a:t>
          </a:r>
        </a:p>
      </dgm:t>
    </dgm:pt>
    <dgm:pt modelId="{0B25C9C4-B2CC-4484-9926-4A57454F8B8E}" type="parTrans" cxnId="{31A065E7-415E-47AB-9D72-634D762E9BD1}">
      <dgm:prSet/>
      <dgm:spPr/>
      <dgm:t>
        <a:bodyPr/>
        <a:lstStyle/>
        <a:p>
          <a:endParaRPr lang="en-US"/>
        </a:p>
      </dgm:t>
    </dgm:pt>
    <dgm:pt modelId="{D68AAD2D-5CA1-4A72-A05D-1C2F04975CB9}" type="sibTrans" cxnId="{31A065E7-415E-47AB-9D72-634D762E9BD1}">
      <dgm:prSet/>
      <dgm:spPr/>
      <dgm:t>
        <a:bodyPr/>
        <a:lstStyle/>
        <a:p>
          <a:endParaRPr lang="en-US"/>
        </a:p>
      </dgm:t>
    </dgm:pt>
    <dgm:pt modelId="{01B724AA-F3F0-40A8-8E58-538D26A6F8A1}">
      <dgm:prSet/>
      <dgm:spPr/>
      <dgm:t>
        <a:bodyPr/>
        <a:lstStyle/>
        <a:p>
          <a:r>
            <a:rPr lang="en-US"/>
            <a:t>No inputs/outputs</a:t>
          </a:r>
        </a:p>
      </dgm:t>
    </dgm:pt>
    <dgm:pt modelId="{D0D80B36-535E-4DCB-9578-6AF6F13C23BD}" type="sibTrans" cxnId="{FD025D75-E70E-4903-9BBB-8EB48324FE34}">
      <dgm:prSet/>
      <dgm:spPr/>
      <dgm:t>
        <a:bodyPr/>
        <a:lstStyle/>
        <a:p>
          <a:endParaRPr lang="en-US"/>
        </a:p>
      </dgm:t>
    </dgm:pt>
    <dgm:pt modelId="{5D64E63E-7C93-42A0-934A-A5FFFDD35654}" type="parTrans" cxnId="{FD025D75-E70E-4903-9BBB-8EB48324FE34}">
      <dgm:prSet/>
      <dgm:spPr/>
      <dgm:t>
        <a:bodyPr/>
        <a:lstStyle/>
        <a:p>
          <a:endParaRPr lang="en-US"/>
        </a:p>
      </dgm:t>
    </dgm:pt>
    <dgm:pt modelId="{C2749216-4F8B-4589-84F4-6E1EF7D896F0}">
      <dgm:prSet/>
      <dgm:spPr/>
      <dgm:t>
        <a:bodyPr/>
        <a:lstStyle/>
        <a:p>
          <a:r>
            <a:rPr lang="en-US" dirty="0"/>
            <a:t>Drive signals into your design</a:t>
          </a:r>
        </a:p>
      </dgm:t>
    </dgm:pt>
    <dgm:pt modelId="{201B341D-BF04-424B-804C-00AEC2D9719C}" type="sibTrans" cxnId="{981E396C-4F01-4B69-B1F0-ECE9546C708B}">
      <dgm:prSet/>
      <dgm:spPr/>
      <dgm:t>
        <a:bodyPr/>
        <a:lstStyle/>
        <a:p>
          <a:endParaRPr lang="en-US"/>
        </a:p>
      </dgm:t>
    </dgm:pt>
    <dgm:pt modelId="{52822843-21D4-451D-9C51-FBC9794EA590}" type="parTrans" cxnId="{981E396C-4F01-4B69-B1F0-ECE9546C708B}">
      <dgm:prSet/>
      <dgm:spPr/>
      <dgm:t>
        <a:bodyPr/>
        <a:lstStyle/>
        <a:p>
          <a:endParaRPr lang="en-US"/>
        </a:p>
      </dgm:t>
    </dgm:pt>
    <dgm:pt modelId="{7DFBF038-B2A2-4843-981C-02999B4A7029}" type="pres">
      <dgm:prSet presAssocID="{F6630037-F9AC-4C01-9C20-F3D1DD437ADC}" presName="root" presStyleCnt="0">
        <dgm:presLayoutVars>
          <dgm:dir/>
          <dgm:resizeHandles val="exact"/>
        </dgm:presLayoutVars>
      </dgm:prSet>
      <dgm:spPr/>
    </dgm:pt>
    <dgm:pt modelId="{53F0003C-ADD4-4F68-89FF-1DF123FF17D0}" type="pres">
      <dgm:prSet presAssocID="{634D677D-ED2E-48F7-8BA3-7224B1A93C05}" presName="compNode" presStyleCnt="0"/>
      <dgm:spPr/>
    </dgm:pt>
    <dgm:pt modelId="{37133767-3F14-410E-BFA6-5BEB12B1D7A7}" type="pres">
      <dgm:prSet presAssocID="{634D677D-ED2E-48F7-8BA3-7224B1A93C05}" presName="bgRect" presStyleLbl="bgShp" presStyleIdx="0" presStyleCnt="3"/>
      <dgm:spPr/>
    </dgm:pt>
    <dgm:pt modelId="{F00427FA-ECAF-43DB-AC8A-D175B0B48EC5}" type="pres">
      <dgm:prSet presAssocID="{634D677D-ED2E-48F7-8BA3-7224B1A93C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069E679-8707-4E53-9706-B8456C7DB7D5}" type="pres">
      <dgm:prSet presAssocID="{634D677D-ED2E-48F7-8BA3-7224B1A93C05}" presName="spaceRect" presStyleCnt="0"/>
      <dgm:spPr/>
    </dgm:pt>
    <dgm:pt modelId="{A765203E-97DA-4213-948B-23AB1738DA33}" type="pres">
      <dgm:prSet presAssocID="{634D677D-ED2E-48F7-8BA3-7224B1A93C05}" presName="parTx" presStyleLbl="revTx" presStyleIdx="0" presStyleCnt="3">
        <dgm:presLayoutVars>
          <dgm:chMax val="0"/>
          <dgm:chPref val="0"/>
        </dgm:presLayoutVars>
      </dgm:prSet>
      <dgm:spPr/>
    </dgm:pt>
    <dgm:pt modelId="{3831A0C3-48FC-47C6-B524-BDE003143B1C}" type="pres">
      <dgm:prSet presAssocID="{D68AAD2D-5CA1-4A72-A05D-1C2F04975CB9}" presName="sibTrans" presStyleCnt="0"/>
      <dgm:spPr/>
    </dgm:pt>
    <dgm:pt modelId="{5BEA2FDC-AEC4-40DE-BCED-212036D2AF9A}" type="pres">
      <dgm:prSet presAssocID="{01B724AA-F3F0-40A8-8E58-538D26A6F8A1}" presName="compNode" presStyleCnt="0"/>
      <dgm:spPr/>
    </dgm:pt>
    <dgm:pt modelId="{807668F7-FCEB-4677-A8B3-1B482AF958B0}" type="pres">
      <dgm:prSet presAssocID="{01B724AA-F3F0-40A8-8E58-538D26A6F8A1}" presName="bgRect" presStyleLbl="bgShp" presStyleIdx="1" presStyleCnt="3"/>
      <dgm:spPr/>
    </dgm:pt>
    <dgm:pt modelId="{B152736C-F4C9-4AC3-B455-85E6FADB726E}" type="pres">
      <dgm:prSet presAssocID="{01B724AA-F3F0-40A8-8E58-538D26A6F8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47031BD1-2176-4862-8153-43ABB68876C5}" type="pres">
      <dgm:prSet presAssocID="{01B724AA-F3F0-40A8-8E58-538D26A6F8A1}" presName="spaceRect" presStyleCnt="0"/>
      <dgm:spPr/>
    </dgm:pt>
    <dgm:pt modelId="{128B2065-BB9A-429F-AF1F-340E35AB046A}" type="pres">
      <dgm:prSet presAssocID="{01B724AA-F3F0-40A8-8E58-538D26A6F8A1}" presName="parTx" presStyleLbl="revTx" presStyleIdx="1" presStyleCnt="3">
        <dgm:presLayoutVars>
          <dgm:chMax val="0"/>
          <dgm:chPref val="0"/>
        </dgm:presLayoutVars>
      </dgm:prSet>
      <dgm:spPr/>
    </dgm:pt>
    <dgm:pt modelId="{4FE0BAC5-D1EA-437D-9BC4-F16382B9F236}" type="pres">
      <dgm:prSet presAssocID="{D0D80B36-535E-4DCB-9578-6AF6F13C23BD}" presName="sibTrans" presStyleCnt="0"/>
      <dgm:spPr/>
    </dgm:pt>
    <dgm:pt modelId="{69F612AA-857D-4B4C-8CC7-118E08C574B8}" type="pres">
      <dgm:prSet presAssocID="{C2749216-4F8B-4589-84F4-6E1EF7D896F0}" presName="compNode" presStyleCnt="0"/>
      <dgm:spPr/>
    </dgm:pt>
    <dgm:pt modelId="{80551178-20AB-413B-88F7-FBBC66CC1B50}" type="pres">
      <dgm:prSet presAssocID="{C2749216-4F8B-4589-84F4-6E1EF7D896F0}" presName="bgRect" presStyleLbl="bgShp" presStyleIdx="2" presStyleCnt="3"/>
      <dgm:spPr/>
    </dgm:pt>
    <dgm:pt modelId="{6D05645F-22D3-4C9A-8293-BE8D4680D281}" type="pres">
      <dgm:prSet presAssocID="{C2749216-4F8B-4589-84F4-6E1EF7D896F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DB1A963C-4B07-49BC-A5D3-04506ED4EA1F}" type="pres">
      <dgm:prSet presAssocID="{C2749216-4F8B-4589-84F4-6E1EF7D896F0}" presName="spaceRect" presStyleCnt="0"/>
      <dgm:spPr/>
    </dgm:pt>
    <dgm:pt modelId="{1807C8C2-8F17-407F-82DD-5FAB80C2D8F9}" type="pres">
      <dgm:prSet presAssocID="{C2749216-4F8B-4589-84F4-6E1EF7D896F0}" presName="parTx" presStyleLbl="revTx" presStyleIdx="2" presStyleCnt="3">
        <dgm:presLayoutVars>
          <dgm:chMax val="0"/>
          <dgm:chPref val="0"/>
        </dgm:presLayoutVars>
      </dgm:prSet>
      <dgm:spPr/>
    </dgm:pt>
  </dgm:ptLst>
  <dgm:cxnLst>
    <dgm:cxn modelId="{5498AA5F-F429-4A51-B80C-C2B05988C4A7}" type="presOf" srcId="{C2749216-4F8B-4589-84F4-6E1EF7D896F0}" destId="{1807C8C2-8F17-407F-82DD-5FAB80C2D8F9}" srcOrd="0" destOrd="0" presId="urn:microsoft.com/office/officeart/2018/2/layout/IconVerticalSolidList"/>
    <dgm:cxn modelId="{981E396C-4F01-4B69-B1F0-ECE9546C708B}" srcId="{F6630037-F9AC-4C01-9C20-F3D1DD437ADC}" destId="{C2749216-4F8B-4589-84F4-6E1EF7D896F0}" srcOrd="2" destOrd="0" parTransId="{52822843-21D4-451D-9C51-FBC9794EA590}" sibTransId="{201B341D-BF04-424B-804C-00AEC2D9719C}"/>
    <dgm:cxn modelId="{FD025D75-E70E-4903-9BBB-8EB48324FE34}" srcId="{F6630037-F9AC-4C01-9C20-F3D1DD437ADC}" destId="{01B724AA-F3F0-40A8-8E58-538D26A6F8A1}" srcOrd="1" destOrd="0" parTransId="{5D64E63E-7C93-42A0-934A-A5FFFDD35654}" sibTransId="{D0D80B36-535E-4DCB-9578-6AF6F13C23BD}"/>
    <dgm:cxn modelId="{4DA62882-B595-4385-96D5-A5B0AE5F2C94}" type="presOf" srcId="{634D677D-ED2E-48F7-8BA3-7224B1A93C05}" destId="{A765203E-97DA-4213-948B-23AB1738DA33}" srcOrd="0" destOrd="0" presId="urn:microsoft.com/office/officeart/2018/2/layout/IconVerticalSolidList"/>
    <dgm:cxn modelId="{4BCF95CC-2592-48F3-8955-2D05551C3733}" type="presOf" srcId="{01B724AA-F3F0-40A8-8E58-538D26A6F8A1}" destId="{128B2065-BB9A-429F-AF1F-340E35AB046A}" srcOrd="0" destOrd="0" presId="urn:microsoft.com/office/officeart/2018/2/layout/IconVerticalSolidList"/>
    <dgm:cxn modelId="{4A935DE4-2A84-4EC8-9F95-648D4CDDB057}" type="presOf" srcId="{F6630037-F9AC-4C01-9C20-F3D1DD437ADC}" destId="{7DFBF038-B2A2-4843-981C-02999B4A7029}" srcOrd="0" destOrd="0" presId="urn:microsoft.com/office/officeart/2018/2/layout/IconVerticalSolidList"/>
    <dgm:cxn modelId="{31A065E7-415E-47AB-9D72-634D762E9BD1}" srcId="{F6630037-F9AC-4C01-9C20-F3D1DD437ADC}" destId="{634D677D-ED2E-48F7-8BA3-7224B1A93C05}" srcOrd="0" destOrd="0" parTransId="{0B25C9C4-B2CC-4484-9926-4A57454F8B8E}" sibTransId="{D68AAD2D-5CA1-4A72-A05D-1C2F04975CB9}"/>
    <dgm:cxn modelId="{ED3D4E89-441B-404C-9902-C3656A5CC244}" type="presParOf" srcId="{7DFBF038-B2A2-4843-981C-02999B4A7029}" destId="{53F0003C-ADD4-4F68-89FF-1DF123FF17D0}" srcOrd="0" destOrd="0" presId="urn:microsoft.com/office/officeart/2018/2/layout/IconVerticalSolidList"/>
    <dgm:cxn modelId="{9C164C37-106D-41AF-8E90-87856F9D34FB}" type="presParOf" srcId="{53F0003C-ADD4-4F68-89FF-1DF123FF17D0}" destId="{37133767-3F14-410E-BFA6-5BEB12B1D7A7}" srcOrd="0" destOrd="0" presId="urn:microsoft.com/office/officeart/2018/2/layout/IconVerticalSolidList"/>
    <dgm:cxn modelId="{DF00149D-9A49-440D-9C2D-64A59CFD63FC}" type="presParOf" srcId="{53F0003C-ADD4-4F68-89FF-1DF123FF17D0}" destId="{F00427FA-ECAF-43DB-AC8A-D175B0B48EC5}" srcOrd="1" destOrd="0" presId="urn:microsoft.com/office/officeart/2018/2/layout/IconVerticalSolidList"/>
    <dgm:cxn modelId="{34B95532-E060-4F66-B56F-ED893C061B9E}" type="presParOf" srcId="{53F0003C-ADD4-4F68-89FF-1DF123FF17D0}" destId="{E069E679-8707-4E53-9706-B8456C7DB7D5}" srcOrd="2" destOrd="0" presId="urn:microsoft.com/office/officeart/2018/2/layout/IconVerticalSolidList"/>
    <dgm:cxn modelId="{2AAFC163-8FDD-4F16-B14B-AB4F738322C0}" type="presParOf" srcId="{53F0003C-ADD4-4F68-89FF-1DF123FF17D0}" destId="{A765203E-97DA-4213-948B-23AB1738DA33}" srcOrd="3" destOrd="0" presId="urn:microsoft.com/office/officeart/2018/2/layout/IconVerticalSolidList"/>
    <dgm:cxn modelId="{F7301B7D-448E-4299-8984-B33AECEE7C14}" type="presParOf" srcId="{7DFBF038-B2A2-4843-981C-02999B4A7029}" destId="{3831A0C3-48FC-47C6-B524-BDE003143B1C}" srcOrd="1" destOrd="0" presId="urn:microsoft.com/office/officeart/2018/2/layout/IconVerticalSolidList"/>
    <dgm:cxn modelId="{7E0A1F82-385D-4382-9CCD-E56B42768B17}" type="presParOf" srcId="{7DFBF038-B2A2-4843-981C-02999B4A7029}" destId="{5BEA2FDC-AEC4-40DE-BCED-212036D2AF9A}" srcOrd="2" destOrd="0" presId="urn:microsoft.com/office/officeart/2018/2/layout/IconVerticalSolidList"/>
    <dgm:cxn modelId="{3579A911-C008-42AD-827C-8DB744907AEE}" type="presParOf" srcId="{5BEA2FDC-AEC4-40DE-BCED-212036D2AF9A}" destId="{807668F7-FCEB-4677-A8B3-1B482AF958B0}" srcOrd="0" destOrd="0" presId="urn:microsoft.com/office/officeart/2018/2/layout/IconVerticalSolidList"/>
    <dgm:cxn modelId="{652C90A9-FBD7-4A0E-B7BA-A6D81D8EF059}" type="presParOf" srcId="{5BEA2FDC-AEC4-40DE-BCED-212036D2AF9A}" destId="{B152736C-F4C9-4AC3-B455-85E6FADB726E}" srcOrd="1" destOrd="0" presId="urn:microsoft.com/office/officeart/2018/2/layout/IconVerticalSolidList"/>
    <dgm:cxn modelId="{C9B43F04-CBB9-47E6-9567-39A7EAA892CA}" type="presParOf" srcId="{5BEA2FDC-AEC4-40DE-BCED-212036D2AF9A}" destId="{47031BD1-2176-4862-8153-43ABB68876C5}" srcOrd="2" destOrd="0" presId="urn:microsoft.com/office/officeart/2018/2/layout/IconVerticalSolidList"/>
    <dgm:cxn modelId="{7C8E33CD-2B59-42F7-B84B-6AA18A9EBD73}" type="presParOf" srcId="{5BEA2FDC-AEC4-40DE-BCED-212036D2AF9A}" destId="{128B2065-BB9A-429F-AF1F-340E35AB046A}" srcOrd="3" destOrd="0" presId="urn:microsoft.com/office/officeart/2018/2/layout/IconVerticalSolidList"/>
    <dgm:cxn modelId="{5BE5814D-AFA5-4E5F-9C57-693F4E089E54}" type="presParOf" srcId="{7DFBF038-B2A2-4843-981C-02999B4A7029}" destId="{4FE0BAC5-D1EA-437D-9BC4-F16382B9F236}" srcOrd="3" destOrd="0" presId="urn:microsoft.com/office/officeart/2018/2/layout/IconVerticalSolidList"/>
    <dgm:cxn modelId="{82EE7FC4-8E24-4EEF-8E54-74CDEB330A44}" type="presParOf" srcId="{7DFBF038-B2A2-4843-981C-02999B4A7029}" destId="{69F612AA-857D-4B4C-8CC7-118E08C574B8}" srcOrd="4" destOrd="0" presId="urn:microsoft.com/office/officeart/2018/2/layout/IconVerticalSolidList"/>
    <dgm:cxn modelId="{E2429F42-FA53-4414-BEAC-EB771F9F1FCA}" type="presParOf" srcId="{69F612AA-857D-4B4C-8CC7-118E08C574B8}" destId="{80551178-20AB-413B-88F7-FBBC66CC1B50}" srcOrd="0" destOrd="0" presId="urn:microsoft.com/office/officeart/2018/2/layout/IconVerticalSolidList"/>
    <dgm:cxn modelId="{57E6106C-B4A8-470E-9395-1C4FB441C36F}" type="presParOf" srcId="{69F612AA-857D-4B4C-8CC7-118E08C574B8}" destId="{6D05645F-22D3-4C9A-8293-BE8D4680D281}" srcOrd="1" destOrd="0" presId="urn:microsoft.com/office/officeart/2018/2/layout/IconVerticalSolidList"/>
    <dgm:cxn modelId="{3B4F6C4C-F188-4749-9712-A294989D9801}" type="presParOf" srcId="{69F612AA-857D-4B4C-8CC7-118E08C574B8}" destId="{DB1A963C-4B07-49BC-A5D3-04506ED4EA1F}" srcOrd="2" destOrd="0" presId="urn:microsoft.com/office/officeart/2018/2/layout/IconVerticalSolidList"/>
    <dgm:cxn modelId="{3C3DFA37-5C3D-4CEB-B262-8EB8E2CAAF69}" type="presParOf" srcId="{69F612AA-857D-4B4C-8CC7-118E08C574B8}" destId="{1807C8C2-8F17-407F-82DD-5FAB80C2D8F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C4C5442-1308-4061-8F4B-F33B3FF5CFD1}"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938D6F59-5205-4B22-AD68-AB11579A849B}">
      <dgm:prSet/>
      <dgm:spPr/>
      <dgm:t>
        <a:bodyPr/>
        <a:lstStyle/>
        <a:p>
          <a:r>
            <a:rPr lang="en-US" dirty="0"/>
            <a:t>Apply multiple test cases automatically</a:t>
          </a:r>
        </a:p>
      </dgm:t>
    </dgm:pt>
    <dgm:pt modelId="{380C4B5B-9513-4691-9D10-DA641CDEE721}" type="parTrans" cxnId="{97A337A0-7D7D-43D3-9F31-F6929FE8CB66}">
      <dgm:prSet/>
      <dgm:spPr/>
      <dgm:t>
        <a:bodyPr/>
        <a:lstStyle/>
        <a:p>
          <a:endParaRPr lang="en-US"/>
        </a:p>
      </dgm:t>
    </dgm:pt>
    <dgm:pt modelId="{8EAD7CE2-AAF1-40CD-B48D-7E8DEC683C9A}" type="sibTrans" cxnId="{97A337A0-7D7D-43D3-9F31-F6929FE8CB66}">
      <dgm:prSet/>
      <dgm:spPr/>
      <dgm:t>
        <a:bodyPr/>
        <a:lstStyle/>
        <a:p>
          <a:endParaRPr lang="en-US"/>
        </a:p>
      </dgm:t>
    </dgm:pt>
    <dgm:pt modelId="{E37A2D95-387B-402E-9A42-DAA095EB3283}">
      <dgm:prSet/>
      <dgm:spPr/>
      <dgm:t>
        <a:bodyPr/>
        <a:lstStyle/>
        <a:p>
          <a:r>
            <a:rPr lang="en-US"/>
            <a:t>Repeatable and scalable</a:t>
          </a:r>
        </a:p>
      </dgm:t>
    </dgm:pt>
    <dgm:pt modelId="{F3FA750C-B726-41C6-8296-C75DF885AA04}" type="parTrans" cxnId="{E6BBDAA0-F96F-4945-8008-AD72918C428C}">
      <dgm:prSet/>
      <dgm:spPr/>
      <dgm:t>
        <a:bodyPr/>
        <a:lstStyle/>
        <a:p>
          <a:endParaRPr lang="en-US"/>
        </a:p>
      </dgm:t>
    </dgm:pt>
    <dgm:pt modelId="{5D8FDE8F-B290-4A40-86DF-B35A601EF3FD}" type="sibTrans" cxnId="{E6BBDAA0-F96F-4945-8008-AD72918C428C}">
      <dgm:prSet/>
      <dgm:spPr/>
      <dgm:t>
        <a:bodyPr/>
        <a:lstStyle/>
        <a:p>
          <a:endParaRPr lang="en-US"/>
        </a:p>
      </dgm:t>
    </dgm:pt>
    <dgm:pt modelId="{AB273A4C-D534-467B-A29C-A7C9FAA94446}">
      <dgm:prSet/>
      <dgm:spPr/>
      <dgm:t>
        <a:bodyPr/>
        <a:lstStyle/>
        <a:p>
          <a:r>
            <a:rPr lang="en-US" dirty="0"/>
            <a:t>Key mindset: </a:t>
          </a:r>
        </a:p>
        <a:p>
          <a:r>
            <a:rPr lang="en-US" dirty="0"/>
            <a:t>design → test → debug → repeat</a:t>
          </a:r>
        </a:p>
      </dgm:t>
    </dgm:pt>
    <dgm:pt modelId="{FADBCDCB-7042-46E5-BC58-88E302BB9CBB}" type="parTrans" cxnId="{A891AA87-70D9-497C-83FC-9835253D0E0B}">
      <dgm:prSet/>
      <dgm:spPr/>
      <dgm:t>
        <a:bodyPr/>
        <a:lstStyle/>
        <a:p>
          <a:endParaRPr lang="en-US"/>
        </a:p>
      </dgm:t>
    </dgm:pt>
    <dgm:pt modelId="{97C443D7-B6FA-4BFC-812C-869947D0264F}" type="sibTrans" cxnId="{A891AA87-70D9-497C-83FC-9835253D0E0B}">
      <dgm:prSet/>
      <dgm:spPr/>
      <dgm:t>
        <a:bodyPr/>
        <a:lstStyle/>
        <a:p>
          <a:endParaRPr lang="en-US"/>
        </a:p>
      </dgm:t>
    </dgm:pt>
    <dgm:pt modelId="{D0D89E19-D44D-412E-8BB9-DB2F66D66010}" type="pres">
      <dgm:prSet presAssocID="{5C4C5442-1308-4061-8F4B-F33B3FF5CFD1}" presName="root" presStyleCnt="0">
        <dgm:presLayoutVars>
          <dgm:dir/>
          <dgm:resizeHandles val="exact"/>
        </dgm:presLayoutVars>
      </dgm:prSet>
      <dgm:spPr/>
    </dgm:pt>
    <dgm:pt modelId="{E3304864-958C-4D9C-A2AC-E23BC8EFD1F3}" type="pres">
      <dgm:prSet presAssocID="{938D6F59-5205-4B22-AD68-AB11579A849B}" presName="compNode" presStyleCnt="0"/>
      <dgm:spPr/>
    </dgm:pt>
    <dgm:pt modelId="{D72E8ECD-32BA-42F8-B003-9D5A4E19A0C9}" type="pres">
      <dgm:prSet presAssocID="{938D6F59-5205-4B22-AD68-AB11579A849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E6676325-6BE9-4FA6-851B-856B0533FB3E}" type="pres">
      <dgm:prSet presAssocID="{938D6F59-5205-4B22-AD68-AB11579A849B}" presName="spaceRect" presStyleCnt="0"/>
      <dgm:spPr/>
    </dgm:pt>
    <dgm:pt modelId="{37703E79-309D-4C32-844E-4E1477F47022}" type="pres">
      <dgm:prSet presAssocID="{938D6F59-5205-4B22-AD68-AB11579A849B}" presName="textRect" presStyleLbl="revTx" presStyleIdx="0" presStyleCnt="3">
        <dgm:presLayoutVars>
          <dgm:chMax val="1"/>
          <dgm:chPref val="1"/>
        </dgm:presLayoutVars>
      </dgm:prSet>
      <dgm:spPr/>
    </dgm:pt>
    <dgm:pt modelId="{1728F6FC-129F-49D3-A499-83279ADEB483}" type="pres">
      <dgm:prSet presAssocID="{8EAD7CE2-AAF1-40CD-B48D-7E8DEC683C9A}" presName="sibTrans" presStyleCnt="0"/>
      <dgm:spPr/>
    </dgm:pt>
    <dgm:pt modelId="{2FD98B83-9F0D-4C2B-81A7-8AE412145161}" type="pres">
      <dgm:prSet presAssocID="{E37A2D95-387B-402E-9A42-DAA095EB3283}" presName="compNode" presStyleCnt="0"/>
      <dgm:spPr/>
    </dgm:pt>
    <dgm:pt modelId="{6AF8A12B-CE0E-4804-B8D8-38D633D03A66}" type="pres">
      <dgm:prSet presAssocID="{E37A2D95-387B-402E-9A42-DAA095EB32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epeat"/>
        </a:ext>
      </dgm:extLst>
    </dgm:pt>
    <dgm:pt modelId="{4AF69F0C-828D-46A1-848B-6FEB895DA03C}" type="pres">
      <dgm:prSet presAssocID="{E37A2D95-387B-402E-9A42-DAA095EB3283}" presName="spaceRect" presStyleCnt="0"/>
      <dgm:spPr/>
    </dgm:pt>
    <dgm:pt modelId="{8194C393-89BD-4183-ACAE-72EEA837C3E4}" type="pres">
      <dgm:prSet presAssocID="{E37A2D95-387B-402E-9A42-DAA095EB3283}" presName="textRect" presStyleLbl="revTx" presStyleIdx="1" presStyleCnt="3">
        <dgm:presLayoutVars>
          <dgm:chMax val="1"/>
          <dgm:chPref val="1"/>
        </dgm:presLayoutVars>
      </dgm:prSet>
      <dgm:spPr/>
    </dgm:pt>
    <dgm:pt modelId="{1BEB966C-14C3-4AAB-B41F-BC61831B8779}" type="pres">
      <dgm:prSet presAssocID="{5D8FDE8F-B290-4A40-86DF-B35A601EF3FD}" presName="sibTrans" presStyleCnt="0"/>
      <dgm:spPr/>
    </dgm:pt>
    <dgm:pt modelId="{FDE9C7D3-5EB3-49D7-BF18-0CFC09EB3282}" type="pres">
      <dgm:prSet presAssocID="{AB273A4C-D534-467B-A29C-A7C9FAA94446}" presName="compNode" presStyleCnt="0"/>
      <dgm:spPr/>
    </dgm:pt>
    <dgm:pt modelId="{70FDD57D-315C-4529-B66F-63F20399F4EC}" type="pres">
      <dgm:prSet presAssocID="{AB273A4C-D534-467B-A29C-A7C9FAA9444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D6E88991-702A-454D-BB87-1457F637A7D8}" type="pres">
      <dgm:prSet presAssocID="{AB273A4C-D534-467B-A29C-A7C9FAA94446}" presName="spaceRect" presStyleCnt="0"/>
      <dgm:spPr/>
    </dgm:pt>
    <dgm:pt modelId="{CA27D0FB-C42F-44AF-A1C4-DAAD5C6F8566}" type="pres">
      <dgm:prSet presAssocID="{AB273A4C-D534-467B-A29C-A7C9FAA94446}" presName="textRect" presStyleLbl="revTx" presStyleIdx="2" presStyleCnt="3">
        <dgm:presLayoutVars>
          <dgm:chMax val="1"/>
          <dgm:chPref val="1"/>
        </dgm:presLayoutVars>
      </dgm:prSet>
      <dgm:spPr/>
    </dgm:pt>
  </dgm:ptLst>
  <dgm:cxnLst>
    <dgm:cxn modelId="{19D39615-26BD-47A8-AC4B-BC7A06426123}" type="presOf" srcId="{AB273A4C-D534-467B-A29C-A7C9FAA94446}" destId="{CA27D0FB-C42F-44AF-A1C4-DAAD5C6F8566}" srcOrd="0" destOrd="0" presId="urn:microsoft.com/office/officeart/2018/2/layout/IconLabelList"/>
    <dgm:cxn modelId="{6940971C-925F-4B95-B479-086672F20A31}" type="presOf" srcId="{5C4C5442-1308-4061-8F4B-F33B3FF5CFD1}" destId="{D0D89E19-D44D-412E-8BB9-DB2F66D66010}" srcOrd="0" destOrd="0" presId="urn:microsoft.com/office/officeart/2018/2/layout/IconLabelList"/>
    <dgm:cxn modelId="{C3926648-68FB-4A0C-9D70-BD395A4805AC}" type="presOf" srcId="{938D6F59-5205-4B22-AD68-AB11579A849B}" destId="{37703E79-309D-4C32-844E-4E1477F47022}" srcOrd="0" destOrd="0" presId="urn:microsoft.com/office/officeart/2018/2/layout/IconLabelList"/>
    <dgm:cxn modelId="{B6C76674-ED44-430A-88C0-4CB7E04D2F5A}" type="presOf" srcId="{E37A2D95-387B-402E-9A42-DAA095EB3283}" destId="{8194C393-89BD-4183-ACAE-72EEA837C3E4}" srcOrd="0" destOrd="0" presId="urn:microsoft.com/office/officeart/2018/2/layout/IconLabelList"/>
    <dgm:cxn modelId="{A891AA87-70D9-497C-83FC-9835253D0E0B}" srcId="{5C4C5442-1308-4061-8F4B-F33B3FF5CFD1}" destId="{AB273A4C-D534-467B-A29C-A7C9FAA94446}" srcOrd="2" destOrd="0" parTransId="{FADBCDCB-7042-46E5-BC58-88E302BB9CBB}" sibTransId="{97C443D7-B6FA-4BFC-812C-869947D0264F}"/>
    <dgm:cxn modelId="{97A337A0-7D7D-43D3-9F31-F6929FE8CB66}" srcId="{5C4C5442-1308-4061-8F4B-F33B3FF5CFD1}" destId="{938D6F59-5205-4B22-AD68-AB11579A849B}" srcOrd="0" destOrd="0" parTransId="{380C4B5B-9513-4691-9D10-DA641CDEE721}" sibTransId="{8EAD7CE2-AAF1-40CD-B48D-7E8DEC683C9A}"/>
    <dgm:cxn modelId="{E6BBDAA0-F96F-4945-8008-AD72918C428C}" srcId="{5C4C5442-1308-4061-8F4B-F33B3FF5CFD1}" destId="{E37A2D95-387B-402E-9A42-DAA095EB3283}" srcOrd="1" destOrd="0" parTransId="{F3FA750C-B726-41C6-8296-C75DF885AA04}" sibTransId="{5D8FDE8F-B290-4A40-86DF-B35A601EF3FD}"/>
    <dgm:cxn modelId="{596B7C50-69CF-4FCA-B1CE-199C546CEFA3}" type="presParOf" srcId="{D0D89E19-D44D-412E-8BB9-DB2F66D66010}" destId="{E3304864-958C-4D9C-A2AC-E23BC8EFD1F3}" srcOrd="0" destOrd="0" presId="urn:microsoft.com/office/officeart/2018/2/layout/IconLabelList"/>
    <dgm:cxn modelId="{0F79A73D-7FAB-4214-B25F-A0E1F570DD1C}" type="presParOf" srcId="{E3304864-958C-4D9C-A2AC-E23BC8EFD1F3}" destId="{D72E8ECD-32BA-42F8-B003-9D5A4E19A0C9}" srcOrd="0" destOrd="0" presId="urn:microsoft.com/office/officeart/2018/2/layout/IconLabelList"/>
    <dgm:cxn modelId="{7EF7FD0E-8977-4E73-80AF-83CF21747D71}" type="presParOf" srcId="{E3304864-958C-4D9C-A2AC-E23BC8EFD1F3}" destId="{E6676325-6BE9-4FA6-851B-856B0533FB3E}" srcOrd="1" destOrd="0" presId="urn:microsoft.com/office/officeart/2018/2/layout/IconLabelList"/>
    <dgm:cxn modelId="{AE015B0F-0362-4209-A0E8-BB2FB0E244AD}" type="presParOf" srcId="{E3304864-958C-4D9C-A2AC-E23BC8EFD1F3}" destId="{37703E79-309D-4C32-844E-4E1477F47022}" srcOrd="2" destOrd="0" presId="urn:microsoft.com/office/officeart/2018/2/layout/IconLabelList"/>
    <dgm:cxn modelId="{F4824D45-0FC1-43E8-9629-8CC7807221C4}" type="presParOf" srcId="{D0D89E19-D44D-412E-8BB9-DB2F66D66010}" destId="{1728F6FC-129F-49D3-A499-83279ADEB483}" srcOrd="1" destOrd="0" presId="urn:microsoft.com/office/officeart/2018/2/layout/IconLabelList"/>
    <dgm:cxn modelId="{A5D87223-5DDC-4B14-BA75-8B23788632FE}" type="presParOf" srcId="{D0D89E19-D44D-412E-8BB9-DB2F66D66010}" destId="{2FD98B83-9F0D-4C2B-81A7-8AE412145161}" srcOrd="2" destOrd="0" presId="urn:microsoft.com/office/officeart/2018/2/layout/IconLabelList"/>
    <dgm:cxn modelId="{3296AF16-1475-4BAE-8BE1-68A129103DAF}" type="presParOf" srcId="{2FD98B83-9F0D-4C2B-81A7-8AE412145161}" destId="{6AF8A12B-CE0E-4804-B8D8-38D633D03A66}" srcOrd="0" destOrd="0" presId="urn:microsoft.com/office/officeart/2018/2/layout/IconLabelList"/>
    <dgm:cxn modelId="{9F305EE9-AD22-40F9-9C4D-DEA78706A307}" type="presParOf" srcId="{2FD98B83-9F0D-4C2B-81A7-8AE412145161}" destId="{4AF69F0C-828D-46A1-848B-6FEB895DA03C}" srcOrd="1" destOrd="0" presId="urn:microsoft.com/office/officeart/2018/2/layout/IconLabelList"/>
    <dgm:cxn modelId="{E3B8572D-92F1-4CA5-9750-8A14D5DBEABC}" type="presParOf" srcId="{2FD98B83-9F0D-4C2B-81A7-8AE412145161}" destId="{8194C393-89BD-4183-ACAE-72EEA837C3E4}" srcOrd="2" destOrd="0" presId="urn:microsoft.com/office/officeart/2018/2/layout/IconLabelList"/>
    <dgm:cxn modelId="{CA12F4C0-74A7-4B1E-B518-E7EB5FAFB3B3}" type="presParOf" srcId="{D0D89E19-D44D-412E-8BB9-DB2F66D66010}" destId="{1BEB966C-14C3-4AAB-B41F-BC61831B8779}" srcOrd="3" destOrd="0" presId="urn:microsoft.com/office/officeart/2018/2/layout/IconLabelList"/>
    <dgm:cxn modelId="{E2C2D2FD-9E55-453D-8C55-289437AAA43E}" type="presParOf" srcId="{D0D89E19-D44D-412E-8BB9-DB2F66D66010}" destId="{FDE9C7D3-5EB3-49D7-BF18-0CFC09EB3282}" srcOrd="4" destOrd="0" presId="urn:microsoft.com/office/officeart/2018/2/layout/IconLabelList"/>
    <dgm:cxn modelId="{C2B5838D-3B2B-4741-97E6-CBC0B6141A8E}" type="presParOf" srcId="{FDE9C7D3-5EB3-49D7-BF18-0CFC09EB3282}" destId="{70FDD57D-315C-4529-B66F-63F20399F4EC}" srcOrd="0" destOrd="0" presId="urn:microsoft.com/office/officeart/2018/2/layout/IconLabelList"/>
    <dgm:cxn modelId="{C8157C45-A126-417F-B1E9-A45D926D35F6}" type="presParOf" srcId="{FDE9C7D3-5EB3-49D7-BF18-0CFC09EB3282}" destId="{D6E88991-702A-454D-BB87-1457F637A7D8}" srcOrd="1" destOrd="0" presId="urn:microsoft.com/office/officeart/2018/2/layout/IconLabelList"/>
    <dgm:cxn modelId="{7BFB318E-4208-4E13-80FD-055D67CE6C62}" type="presParOf" srcId="{FDE9C7D3-5EB3-49D7-BF18-0CFC09EB3282}" destId="{CA27D0FB-C42F-44AF-A1C4-DAAD5C6F856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55249B-DB1F-49BD-BC18-685CC2595D53}" type="doc">
      <dgm:prSet loTypeId="urn:microsoft.com/office/officeart/2016/7/layout/ChevronBlockProcess" loCatId="process" qsTypeId="urn:microsoft.com/office/officeart/2005/8/quickstyle/simple2" qsCatId="simple" csTypeId="urn:microsoft.com/office/officeart/2005/8/colors/accent1_2" csCatId="accent1"/>
      <dgm:spPr/>
      <dgm:t>
        <a:bodyPr/>
        <a:lstStyle/>
        <a:p>
          <a:endParaRPr lang="en-US"/>
        </a:p>
      </dgm:t>
    </dgm:pt>
    <dgm:pt modelId="{7235D053-4D35-4A15-9D5C-24F244B38799}">
      <dgm:prSet/>
      <dgm:spPr/>
      <dgm:t>
        <a:bodyPr/>
        <a:lstStyle/>
        <a:p>
          <a:r>
            <a:rPr lang="en-US"/>
            <a:t>Write</a:t>
          </a:r>
        </a:p>
      </dgm:t>
    </dgm:pt>
    <dgm:pt modelId="{D347CB8A-A38C-4069-858D-3E26854A40BA}" type="parTrans" cxnId="{43DBFB50-0C47-42A8-B561-2A5E413ACCA8}">
      <dgm:prSet/>
      <dgm:spPr/>
      <dgm:t>
        <a:bodyPr/>
        <a:lstStyle/>
        <a:p>
          <a:endParaRPr lang="en-US"/>
        </a:p>
      </dgm:t>
    </dgm:pt>
    <dgm:pt modelId="{B79C4341-4E07-47EA-8F0E-196239C93E97}" type="sibTrans" cxnId="{43DBFB50-0C47-42A8-B561-2A5E413ACCA8}">
      <dgm:prSet/>
      <dgm:spPr/>
      <dgm:t>
        <a:bodyPr/>
        <a:lstStyle/>
        <a:p>
          <a:endParaRPr lang="en-US"/>
        </a:p>
      </dgm:t>
    </dgm:pt>
    <dgm:pt modelId="{6D8B9844-A059-4DB4-A9AB-702079E19DB6}">
      <dgm:prSet/>
      <dgm:spPr/>
      <dgm:t>
        <a:bodyPr/>
        <a:lstStyle/>
        <a:p>
          <a:r>
            <a:rPr lang="en-US" dirty="0"/>
            <a:t>Write Verilog module (design)</a:t>
          </a:r>
        </a:p>
      </dgm:t>
    </dgm:pt>
    <dgm:pt modelId="{F2CA66FB-D0EC-4AC3-ACA1-FE2FC13C5D07}" type="parTrans" cxnId="{A4057D89-2E28-4F87-A595-45F909A805BC}">
      <dgm:prSet/>
      <dgm:spPr/>
      <dgm:t>
        <a:bodyPr/>
        <a:lstStyle/>
        <a:p>
          <a:endParaRPr lang="en-US"/>
        </a:p>
      </dgm:t>
    </dgm:pt>
    <dgm:pt modelId="{D26A712F-B51B-4902-8461-54C50CF5D4A8}" type="sibTrans" cxnId="{A4057D89-2E28-4F87-A595-45F909A805BC}">
      <dgm:prSet/>
      <dgm:spPr/>
      <dgm:t>
        <a:bodyPr/>
        <a:lstStyle/>
        <a:p>
          <a:endParaRPr lang="en-US"/>
        </a:p>
      </dgm:t>
    </dgm:pt>
    <dgm:pt modelId="{67BEE3C3-ABAD-4F86-9860-13BE20661F17}">
      <dgm:prSet/>
      <dgm:spPr/>
      <dgm:t>
        <a:bodyPr/>
        <a:lstStyle/>
        <a:p>
          <a:r>
            <a:rPr lang="en-US"/>
            <a:t>Write</a:t>
          </a:r>
        </a:p>
      </dgm:t>
    </dgm:pt>
    <dgm:pt modelId="{A7650D8E-E79A-476E-B706-A43D68EC3F18}" type="parTrans" cxnId="{1320044A-B616-41BB-98A7-B6B4C4A9A70F}">
      <dgm:prSet/>
      <dgm:spPr/>
      <dgm:t>
        <a:bodyPr/>
        <a:lstStyle/>
        <a:p>
          <a:endParaRPr lang="en-US"/>
        </a:p>
      </dgm:t>
    </dgm:pt>
    <dgm:pt modelId="{FB8F8180-6D16-4A4A-928C-3F63D9B592D9}" type="sibTrans" cxnId="{1320044A-B616-41BB-98A7-B6B4C4A9A70F}">
      <dgm:prSet/>
      <dgm:spPr/>
      <dgm:t>
        <a:bodyPr/>
        <a:lstStyle/>
        <a:p>
          <a:endParaRPr lang="en-US"/>
        </a:p>
      </dgm:t>
    </dgm:pt>
    <dgm:pt modelId="{55EB4A8D-C82A-4E87-9663-C6523F0AD298}">
      <dgm:prSet/>
      <dgm:spPr/>
      <dgm:t>
        <a:bodyPr/>
        <a:lstStyle/>
        <a:p>
          <a:r>
            <a:rPr lang="en-US"/>
            <a:t>Write testbench (tests)</a:t>
          </a:r>
        </a:p>
      </dgm:t>
    </dgm:pt>
    <dgm:pt modelId="{5373C9F7-3EEB-43FD-99BF-0EA0F60F103E}" type="parTrans" cxnId="{86E2DE77-FEF3-4E2C-8AEF-45B28F6EEB67}">
      <dgm:prSet/>
      <dgm:spPr/>
      <dgm:t>
        <a:bodyPr/>
        <a:lstStyle/>
        <a:p>
          <a:endParaRPr lang="en-US"/>
        </a:p>
      </dgm:t>
    </dgm:pt>
    <dgm:pt modelId="{469D4C16-895D-4A6F-93AD-DC593727FACE}" type="sibTrans" cxnId="{86E2DE77-FEF3-4E2C-8AEF-45B28F6EEB67}">
      <dgm:prSet/>
      <dgm:spPr/>
      <dgm:t>
        <a:bodyPr/>
        <a:lstStyle/>
        <a:p>
          <a:endParaRPr lang="en-US"/>
        </a:p>
      </dgm:t>
    </dgm:pt>
    <dgm:pt modelId="{C7723D45-5AA3-4F82-95F4-7849785C4830}">
      <dgm:prSet/>
      <dgm:spPr/>
      <dgm:t>
        <a:bodyPr/>
        <a:lstStyle/>
        <a:p>
          <a:r>
            <a:rPr lang="en-US"/>
            <a:t>Run</a:t>
          </a:r>
        </a:p>
      </dgm:t>
    </dgm:pt>
    <dgm:pt modelId="{BEA3B82E-8269-41FC-8444-C12DE3CCE748}" type="parTrans" cxnId="{2ED29D5F-8AC5-4847-B9EA-6360122C23AC}">
      <dgm:prSet/>
      <dgm:spPr/>
      <dgm:t>
        <a:bodyPr/>
        <a:lstStyle/>
        <a:p>
          <a:endParaRPr lang="en-US"/>
        </a:p>
      </dgm:t>
    </dgm:pt>
    <dgm:pt modelId="{90E54AB0-7754-4D23-8CBB-9B054C508E3B}" type="sibTrans" cxnId="{2ED29D5F-8AC5-4847-B9EA-6360122C23AC}">
      <dgm:prSet/>
      <dgm:spPr/>
      <dgm:t>
        <a:bodyPr/>
        <a:lstStyle/>
        <a:p>
          <a:endParaRPr lang="en-US"/>
        </a:p>
      </dgm:t>
    </dgm:pt>
    <dgm:pt modelId="{E20237DB-0D48-447E-B5E0-F6CCFD9F3845}">
      <dgm:prSet/>
      <dgm:spPr/>
      <dgm:t>
        <a:bodyPr/>
        <a:lstStyle/>
        <a:p>
          <a:r>
            <a:rPr lang="en-US"/>
            <a:t>Run simulation (execute tests)</a:t>
          </a:r>
        </a:p>
      </dgm:t>
    </dgm:pt>
    <dgm:pt modelId="{E542D92A-ACAE-4959-B7DD-FFD1897265A0}" type="parTrans" cxnId="{2842E697-825F-4C55-BA9F-80E738E6236D}">
      <dgm:prSet/>
      <dgm:spPr/>
      <dgm:t>
        <a:bodyPr/>
        <a:lstStyle/>
        <a:p>
          <a:endParaRPr lang="en-US"/>
        </a:p>
      </dgm:t>
    </dgm:pt>
    <dgm:pt modelId="{00AF6C74-8EA8-4506-8374-AD392363401B}" type="sibTrans" cxnId="{2842E697-825F-4C55-BA9F-80E738E6236D}">
      <dgm:prSet/>
      <dgm:spPr/>
      <dgm:t>
        <a:bodyPr/>
        <a:lstStyle/>
        <a:p>
          <a:endParaRPr lang="en-US"/>
        </a:p>
      </dgm:t>
    </dgm:pt>
    <dgm:pt modelId="{BBFE1C32-4025-477A-9CD6-E15EF2A18414}">
      <dgm:prSet/>
      <dgm:spPr/>
      <dgm:t>
        <a:bodyPr/>
        <a:lstStyle/>
        <a:p>
          <a:r>
            <a:rPr lang="en-US"/>
            <a:t>Analyze</a:t>
          </a:r>
        </a:p>
      </dgm:t>
    </dgm:pt>
    <dgm:pt modelId="{1632F242-D208-4CDA-B304-28537BF9D214}" type="parTrans" cxnId="{C0A4D52C-E18B-4F1E-89F3-AE610703D753}">
      <dgm:prSet/>
      <dgm:spPr/>
      <dgm:t>
        <a:bodyPr/>
        <a:lstStyle/>
        <a:p>
          <a:endParaRPr lang="en-US"/>
        </a:p>
      </dgm:t>
    </dgm:pt>
    <dgm:pt modelId="{F7F1F17C-423F-47F4-95F6-0AA64050BBB9}" type="sibTrans" cxnId="{C0A4D52C-E18B-4F1E-89F3-AE610703D753}">
      <dgm:prSet/>
      <dgm:spPr/>
      <dgm:t>
        <a:bodyPr/>
        <a:lstStyle/>
        <a:p>
          <a:endParaRPr lang="en-US"/>
        </a:p>
      </dgm:t>
    </dgm:pt>
    <dgm:pt modelId="{AE90ACD9-2A81-4961-9F37-6CDFE6FF3EC4}">
      <dgm:prSet/>
      <dgm:spPr/>
      <dgm:t>
        <a:bodyPr/>
        <a:lstStyle/>
        <a:p>
          <a:r>
            <a:rPr lang="en-US" dirty="0"/>
            <a:t>Analyze waveforms (debug)</a:t>
          </a:r>
        </a:p>
      </dgm:t>
    </dgm:pt>
    <dgm:pt modelId="{55B92753-3B5D-4FCA-AF9A-BC9EFF28CC6E}" type="parTrans" cxnId="{DEC8A4A5-7DED-496F-82A8-A61CF2C7C325}">
      <dgm:prSet/>
      <dgm:spPr/>
      <dgm:t>
        <a:bodyPr/>
        <a:lstStyle/>
        <a:p>
          <a:endParaRPr lang="en-US"/>
        </a:p>
      </dgm:t>
    </dgm:pt>
    <dgm:pt modelId="{1A3BBF3D-EAF8-415E-A015-19E5FE5FC73B}" type="sibTrans" cxnId="{DEC8A4A5-7DED-496F-82A8-A61CF2C7C325}">
      <dgm:prSet/>
      <dgm:spPr/>
      <dgm:t>
        <a:bodyPr/>
        <a:lstStyle/>
        <a:p>
          <a:endParaRPr lang="en-US"/>
        </a:p>
      </dgm:t>
    </dgm:pt>
    <dgm:pt modelId="{4813A8B3-049B-4EE9-B80F-134648B7A3B2}" type="pres">
      <dgm:prSet presAssocID="{4455249B-DB1F-49BD-BC18-685CC2595D53}" presName="Name0" presStyleCnt="0">
        <dgm:presLayoutVars>
          <dgm:dir/>
          <dgm:animLvl val="lvl"/>
          <dgm:resizeHandles val="exact"/>
        </dgm:presLayoutVars>
      </dgm:prSet>
      <dgm:spPr/>
    </dgm:pt>
    <dgm:pt modelId="{5E5C7362-FEDE-4C3C-8626-AF5678C0216E}" type="pres">
      <dgm:prSet presAssocID="{7235D053-4D35-4A15-9D5C-24F244B38799}" presName="composite" presStyleCnt="0"/>
      <dgm:spPr/>
    </dgm:pt>
    <dgm:pt modelId="{848F777D-9389-4DB9-9D1A-D8BE50108BD7}" type="pres">
      <dgm:prSet presAssocID="{7235D053-4D35-4A15-9D5C-24F244B38799}" presName="parTx" presStyleLbl="alignNode1" presStyleIdx="0" presStyleCnt="4">
        <dgm:presLayoutVars>
          <dgm:chMax val="0"/>
          <dgm:chPref val="0"/>
        </dgm:presLayoutVars>
      </dgm:prSet>
      <dgm:spPr/>
    </dgm:pt>
    <dgm:pt modelId="{4C1E167A-D107-4147-8BD6-16CF5A5DCF91}" type="pres">
      <dgm:prSet presAssocID="{7235D053-4D35-4A15-9D5C-24F244B38799}" presName="desTx" presStyleLbl="alignAccFollowNode1" presStyleIdx="0" presStyleCnt="4">
        <dgm:presLayoutVars/>
      </dgm:prSet>
      <dgm:spPr/>
    </dgm:pt>
    <dgm:pt modelId="{A10AAA0B-6BF1-4F6B-8615-8C918CEA7B68}" type="pres">
      <dgm:prSet presAssocID="{B79C4341-4E07-47EA-8F0E-196239C93E97}" presName="space" presStyleCnt="0"/>
      <dgm:spPr/>
    </dgm:pt>
    <dgm:pt modelId="{129E3F01-2E53-4987-87F0-57A2372F2F55}" type="pres">
      <dgm:prSet presAssocID="{67BEE3C3-ABAD-4F86-9860-13BE20661F17}" presName="composite" presStyleCnt="0"/>
      <dgm:spPr/>
    </dgm:pt>
    <dgm:pt modelId="{D0A08B6E-D6C4-4602-8B62-8680A505C198}" type="pres">
      <dgm:prSet presAssocID="{67BEE3C3-ABAD-4F86-9860-13BE20661F17}" presName="parTx" presStyleLbl="alignNode1" presStyleIdx="1" presStyleCnt="4">
        <dgm:presLayoutVars>
          <dgm:chMax val="0"/>
          <dgm:chPref val="0"/>
        </dgm:presLayoutVars>
      </dgm:prSet>
      <dgm:spPr/>
    </dgm:pt>
    <dgm:pt modelId="{FC3557E0-51EB-4121-A10C-A03140ACD02B}" type="pres">
      <dgm:prSet presAssocID="{67BEE3C3-ABAD-4F86-9860-13BE20661F17}" presName="desTx" presStyleLbl="alignAccFollowNode1" presStyleIdx="1" presStyleCnt="4">
        <dgm:presLayoutVars/>
      </dgm:prSet>
      <dgm:spPr/>
    </dgm:pt>
    <dgm:pt modelId="{418752F1-04CC-4304-806C-F5D2EAC98327}" type="pres">
      <dgm:prSet presAssocID="{FB8F8180-6D16-4A4A-928C-3F63D9B592D9}" presName="space" presStyleCnt="0"/>
      <dgm:spPr/>
    </dgm:pt>
    <dgm:pt modelId="{F70A9D09-03A4-4FAE-A82F-6128AA5DD71E}" type="pres">
      <dgm:prSet presAssocID="{C7723D45-5AA3-4F82-95F4-7849785C4830}" presName="composite" presStyleCnt="0"/>
      <dgm:spPr/>
    </dgm:pt>
    <dgm:pt modelId="{CFF0A9F8-62E9-48BF-8C49-FC9B854B458B}" type="pres">
      <dgm:prSet presAssocID="{C7723D45-5AA3-4F82-95F4-7849785C4830}" presName="parTx" presStyleLbl="alignNode1" presStyleIdx="2" presStyleCnt="4">
        <dgm:presLayoutVars>
          <dgm:chMax val="0"/>
          <dgm:chPref val="0"/>
        </dgm:presLayoutVars>
      </dgm:prSet>
      <dgm:spPr/>
    </dgm:pt>
    <dgm:pt modelId="{D4906896-C0AE-40D2-9A98-97F72EC65AB9}" type="pres">
      <dgm:prSet presAssocID="{C7723D45-5AA3-4F82-95F4-7849785C4830}" presName="desTx" presStyleLbl="alignAccFollowNode1" presStyleIdx="2" presStyleCnt="4">
        <dgm:presLayoutVars/>
      </dgm:prSet>
      <dgm:spPr/>
    </dgm:pt>
    <dgm:pt modelId="{16896E38-FB66-4C31-B478-C37AD53D939D}" type="pres">
      <dgm:prSet presAssocID="{90E54AB0-7754-4D23-8CBB-9B054C508E3B}" presName="space" presStyleCnt="0"/>
      <dgm:spPr/>
    </dgm:pt>
    <dgm:pt modelId="{BCB34332-4970-4122-9E7B-9CE3E36F16FA}" type="pres">
      <dgm:prSet presAssocID="{BBFE1C32-4025-477A-9CD6-E15EF2A18414}" presName="composite" presStyleCnt="0"/>
      <dgm:spPr/>
    </dgm:pt>
    <dgm:pt modelId="{B97180B3-F5CA-4912-93FD-ECA7159ACAD1}" type="pres">
      <dgm:prSet presAssocID="{BBFE1C32-4025-477A-9CD6-E15EF2A18414}" presName="parTx" presStyleLbl="alignNode1" presStyleIdx="3" presStyleCnt="4">
        <dgm:presLayoutVars>
          <dgm:chMax val="0"/>
          <dgm:chPref val="0"/>
        </dgm:presLayoutVars>
      </dgm:prSet>
      <dgm:spPr/>
    </dgm:pt>
    <dgm:pt modelId="{A2DD96B2-B0B6-40E6-A021-6C69FF5D6A3A}" type="pres">
      <dgm:prSet presAssocID="{BBFE1C32-4025-477A-9CD6-E15EF2A18414}" presName="desTx" presStyleLbl="alignAccFollowNode1" presStyleIdx="3" presStyleCnt="4">
        <dgm:presLayoutVars/>
      </dgm:prSet>
      <dgm:spPr/>
    </dgm:pt>
  </dgm:ptLst>
  <dgm:cxnLst>
    <dgm:cxn modelId="{A0577406-EDAB-493A-A333-1E3A6966AB42}" type="presOf" srcId="{E20237DB-0D48-447E-B5E0-F6CCFD9F3845}" destId="{D4906896-C0AE-40D2-9A98-97F72EC65AB9}" srcOrd="0" destOrd="0" presId="urn:microsoft.com/office/officeart/2016/7/layout/ChevronBlockProcess"/>
    <dgm:cxn modelId="{9B12C81F-B0C6-4400-8CBE-0D63E8DDE98A}" type="presOf" srcId="{7235D053-4D35-4A15-9D5C-24F244B38799}" destId="{848F777D-9389-4DB9-9D1A-D8BE50108BD7}" srcOrd="0" destOrd="0" presId="urn:microsoft.com/office/officeart/2016/7/layout/ChevronBlockProcess"/>
    <dgm:cxn modelId="{C0A4D52C-E18B-4F1E-89F3-AE610703D753}" srcId="{4455249B-DB1F-49BD-BC18-685CC2595D53}" destId="{BBFE1C32-4025-477A-9CD6-E15EF2A18414}" srcOrd="3" destOrd="0" parTransId="{1632F242-D208-4CDA-B304-28537BF9D214}" sibTransId="{F7F1F17C-423F-47F4-95F6-0AA64050BBB9}"/>
    <dgm:cxn modelId="{368D2938-E0D1-4DB8-99A1-2F1D6B2DE970}" type="presOf" srcId="{C7723D45-5AA3-4F82-95F4-7849785C4830}" destId="{CFF0A9F8-62E9-48BF-8C49-FC9B854B458B}" srcOrd="0" destOrd="0" presId="urn:microsoft.com/office/officeart/2016/7/layout/ChevronBlockProcess"/>
    <dgm:cxn modelId="{2ED29D5F-8AC5-4847-B9EA-6360122C23AC}" srcId="{4455249B-DB1F-49BD-BC18-685CC2595D53}" destId="{C7723D45-5AA3-4F82-95F4-7849785C4830}" srcOrd="2" destOrd="0" parTransId="{BEA3B82E-8269-41FC-8444-C12DE3CCE748}" sibTransId="{90E54AB0-7754-4D23-8CBB-9B054C508E3B}"/>
    <dgm:cxn modelId="{9227FD63-A557-4D9D-BAE1-CCB3391580C8}" type="presOf" srcId="{6D8B9844-A059-4DB4-A9AB-702079E19DB6}" destId="{4C1E167A-D107-4147-8BD6-16CF5A5DCF91}" srcOrd="0" destOrd="0" presId="urn:microsoft.com/office/officeart/2016/7/layout/ChevronBlockProcess"/>
    <dgm:cxn modelId="{1320044A-B616-41BB-98A7-B6B4C4A9A70F}" srcId="{4455249B-DB1F-49BD-BC18-685CC2595D53}" destId="{67BEE3C3-ABAD-4F86-9860-13BE20661F17}" srcOrd="1" destOrd="0" parTransId="{A7650D8E-E79A-476E-B706-A43D68EC3F18}" sibTransId="{FB8F8180-6D16-4A4A-928C-3F63D9B592D9}"/>
    <dgm:cxn modelId="{E0E9A94A-39F1-41DB-8929-1ADB747C9409}" type="presOf" srcId="{55EB4A8D-C82A-4E87-9663-C6523F0AD298}" destId="{FC3557E0-51EB-4121-A10C-A03140ACD02B}" srcOrd="0" destOrd="0" presId="urn:microsoft.com/office/officeart/2016/7/layout/ChevronBlockProcess"/>
    <dgm:cxn modelId="{34CF8B6F-218D-4A55-BD51-A517053C6768}" type="presOf" srcId="{BBFE1C32-4025-477A-9CD6-E15EF2A18414}" destId="{B97180B3-F5CA-4912-93FD-ECA7159ACAD1}" srcOrd="0" destOrd="0" presId="urn:microsoft.com/office/officeart/2016/7/layout/ChevronBlockProcess"/>
    <dgm:cxn modelId="{43DBFB50-0C47-42A8-B561-2A5E413ACCA8}" srcId="{4455249B-DB1F-49BD-BC18-685CC2595D53}" destId="{7235D053-4D35-4A15-9D5C-24F244B38799}" srcOrd="0" destOrd="0" parTransId="{D347CB8A-A38C-4069-858D-3E26854A40BA}" sibTransId="{B79C4341-4E07-47EA-8F0E-196239C93E97}"/>
    <dgm:cxn modelId="{86E2DE77-FEF3-4E2C-8AEF-45B28F6EEB67}" srcId="{67BEE3C3-ABAD-4F86-9860-13BE20661F17}" destId="{55EB4A8D-C82A-4E87-9663-C6523F0AD298}" srcOrd="0" destOrd="0" parTransId="{5373C9F7-3EEB-43FD-99BF-0EA0F60F103E}" sibTransId="{469D4C16-895D-4A6F-93AD-DC593727FACE}"/>
    <dgm:cxn modelId="{A4057D89-2E28-4F87-A595-45F909A805BC}" srcId="{7235D053-4D35-4A15-9D5C-24F244B38799}" destId="{6D8B9844-A059-4DB4-A9AB-702079E19DB6}" srcOrd="0" destOrd="0" parTransId="{F2CA66FB-D0EC-4AC3-ACA1-FE2FC13C5D07}" sibTransId="{D26A712F-B51B-4902-8461-54C50CF5D4A8}"/>
    <dgm:cxn modelId="{2842E697-825F-4C55-BA9F-80E738E6236D}" srcId="{C7723D45-5AA3-4F82-95F4-7849785C4830}" destId="{E20237DB-0D48-447E-B5E0-F6CCFD9F3845}" srcOrd="0" destOrd="0" parTransId="{E542D92A-ACAE-4959-B7DD-FFD1897265A0}" sibTransId="{00AF6C74-8EA8-4506-8374-AD392363401B}"/>
    <dgm:cxn modelId="{090DE999-10FE-451B-8543-137268C4EDE6}" type="presOf" srcId="{67BEE3C3-ABAD-4F86-9860-13BE20661F17}" destId="{D0A08B6E-D6C4-4602-8B62-8680A505C198}" srcOrd="0" destOrd="0" presId="urn:microsoft.com/office/officeart/2016/7/layout/ChevronBlockProcess"/>
    <dgm:cxn modelId="{EF239DA2-7BCA-4DE3-A68F-CCA557FEFF3E}" type="presOf" srcId="{AE90ACD9-2A81-4961-9F37-6CDFE6FF3EC4}" destId="{A2DD96B2-B0B6-40E6-A021-6C69FF5D6A3A}" srcOrd="0" destOrd="0" presId="urn:microsoft.com/office/officeart/2016/7/layout/ChevronBlockProcess"/>
    <dgm:cxn modelId="{DEC8A4A5-7DED-496F-82A8-A61CF2C7C325}" srcId="{BBFE1C32-4025-477A-9CD6-E15EF2A18414}" destId="{AE90ACD9-2A81-4961-9F37-6CDFE6FF3EC4}" srcOrd="0" destOrd="0" parTransId="{55B92753-3B5D-4FCA-AF9A-BC9EFF28CC6E}" sibTransId="{1A3BBF3D-EAF8-415E-A015-19E5FE5FC73B}"/>
    <dgm:cxn modelId="{80CBD8DC-EE4D-4F33-9F5D-009F08FE5473}" type="presOf" srcId="{4455249B-DB1F-49BD-BC18-685CC2595D53}" destId="{4813A8B3-049B-4EE9-B80F-134648B7A3B2}" srcOrd="0" destOrd="0" presId="urn:microsoft.com/office/officeart/2016/7/layout/ChevronBlockProcess"/>
    <dgm:cxn modelId="{62873CF2-4813-46B9-A4C9-AF62FF8DD1B0}" type="presParOf" srcId="{4813A8B3-049B-4EE9-B80F-134648B7A3B2}" destId="{5E5C7362-FEDE-4C3C-8626-AF5678C0216E}" srcOrd="0" destOrd="0" presId="urn:microsoft.com/office/officeart/2016/7/layout/ChevronBlockProcess"/>
    <dgm:cxn modelId="{73AAA8CB-4458-4794-AD4F-9259EF1593C7}" type="presParOf" srcId="{5E5C7362-FEDE-4C3C-8626-AF5678C0216E}" destId="{848F777D-9389-4DB9-9D1A-D8BE50108BD7}" srcOrd="0" destOrd="0" presId="urn:microsoft.com/office/officeart/2016/7/layout/ChevronBlockProcess"/>
    <dgm:cxn modelId="{4C970BA3-8633-488A-B1DF-48852C0D3ABA}" type="presParOf" srcId="{5E5C7362-FEDE-4C3C-8626-AF5678C0216E}" destId="{4C1E167A-D107-4147-8BD6-16CF5A5DCF91}" srcOrd="1" destOrd="0" presId="urn:microsoft.com/office/officeart/2016/7/layout/ChevronBlockProcess"/>
    <dgm:cxn modelId="{127DBA4A-5485-49D3-AEF3-96CCF9359BC0}" type="presParOf" srcId="{4813A8B3-049B-4EE9-B80F-134648B7A3B2}" destId="{A10AAA0B-6BF1-4F6B-8615-8C918CEA7B68}" srcOrd="1" destOrd="0" presId="urn:microsoft.com/office/officeart/2016/7/layout/ChevronBlockProcess"/>
    <dgm:cxn modelId="{C0F98295-EF0B-4E37-A29C-3E6FFDBDC35D}" type="presParOf" srcId="{4813A8B3-049B-4EE9-B80F-134648B7A3B2}" destId="{129E3F01-2E53-4987-87F0-57A2372F2F55}" srcOrd="2" destOrd="0" presId="urn:microsoft.com/office/officeart/2016/7/layout/ChevronBlockProcess"/>
    <dgm:cxn modelId="{EB2D30D3-2A89-4BDF-8991-02CAA9BD8E1F}" type="presParOf" srcId="{129E3F01-2E53-4987-87F0-57A2372F2F55}" destId="{D0A08B6E-D6C4-4602-8B62-8680A505C198}" srcOrd="0" destOrd="0" presId="urn:microsoft.com/office/officeart/2016/7/layout/ChevronBlockProcess"/>
    <dgm:cxn modelId="{AED6AB87-34AB-46EA-BAC8-62E4D709A449}" type="presParOf" srcId="{129E3F01-2E53-4987-87F0-57A2372F2F55}" destId="{FC3557E0-51EB-4121-A10C-A03140ACD02B}" srcOrd="1" destOrd="0" presId="urn:microsoft.com/office/officeart/2016/7/layout/ChevronBlockProcess"/>
    <dgm:cxn modelId="{524F2BD0-546C-4AF4-B334-35524CB4B821}" type="presParOf" srcId="{4813A8B3-049B-4EE9-B80F-134648B7A3B2}" destId="{418752F1-04CC-4304-806C-F5D2EAC98327}" srcOrd="3" destOrd="0" presId="urn:microsoft.com/office/officeart/2016/7/layout/ChevronBlockProcess"/>
    <dgm:cxn modelId="{88DA5714-0485-49E4-BC02-CBF5E7B27CB0}" type="presParOf" srcId="{4813A8B3-049B-4EE9-B80F-134648B7A3B2}" destId="{F70A9D09-03A4-4FAE-A82F-6128AA5DD71E}" srcOrd="4" destOrd="0" presId="urn:microsoft.com/office/officeart/2016/7/layout/ChevronBlockProcess"/>
    <dgm:cxn modelId="{1DB47AC4-F6B3-44D7-9E21-9D2B637DF4A6}" type="presParOf" srcId="{F70A9D09-03A4-4FAE-A82F-6128AA5DD71E}" destId="{CFF0A9F8-62E9-48BF-8C49-FC9B854B458B}" srcOrd="0" destOrd="0" presId="urn:microsoft.com/office/officeart/2016/7/layout/ChevronBlockProcess"/>
    <dgm:cxn modelId="{766589BB-C07D-4C27-9119-8AC77376A9FE}" type="presParOf" srcId="{F70A9D09-03A4-4FAE-A82F-6128AA5DD71E}" destId="{D4906896-C0AE-40D2-9A98-97F72EC65AB9}" srcOrd="1" destOrd="0" presId="urn:microsoft.com/office/officeart/2016/7/layout/ChevronBlockProcess"/>
    <dgm:cxn modelId="{067F1A8D-ED80-4054-8233-732023268E04}" type="presParOf" srcId="{4813A8B3-049B-4EE9-B80F-134648B7A3B2}" destId="{16896E38-FB66-4C31-B478-C37AD53D939D}" srcOrd="5" destOrd="0" presId="urn:microsoft.com/office/officeart/2016/7/layout/ChevronBlockProcess"/>
    <dgm:cxn modelId="{E701BF73-A635-4C92-AFDD-93DBA47B739E}" type="presParOf" srcId="{4813A8B3-049B-4EE9-B80F-134648B7A3B2}" destId="{BCB34332-4970-4122-9E7B-9CE3E36F16FA}" srcOrd="6" destOrd="0" presId="urn:microsoft.com/office/officeart/2016/7/layout/ChevronBlockProcess"/>
    <dgm:cxn modelId="{A1977F67-638F-4634-A8C7-76D9DD1C4465}" type="presParOf" srcId="{BCB34332-4970-4122-9E7B-9CE3E36F16FA}" destId="{B97180B3-F5CA-4912-93FD-ECA7159ACAD1}" srcOrd="0" destOrd="0" presId="urn:microsoft.com/office/officeart/2016/7/layout/ChevronBlockProcess"/>
    <dgm:cxn modelId="{152AF287-CD05-479D-B020-975085EC5436}" type="presParOf" srcId="{BCB34332-4970-4122-9E7B-9CE3E36F16FA}" destId="{A2DD96B2-B0B6-40E6-A021-6C69FF5D6A3A}"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F4CED98-31E6-47E1-B273-69637508B46C}"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0A00EC3-69C4-4107-A3E6-E3BCD37131B8}">
      <dgm:prSet/>
      <dgm:spPr/>
      <dgm:t>
        <a:bodyPr/>
        <a:lstStyle/>
        <a:p>
          <a:pPr>
            <a:defRPr cap="all"/>
          </a:pPr>
          <a:r>
            <a:rPr lang="en-US" dirty="0"/>
            <a:t>Hardware design is NOT guess-and-check</a:t>
          </a:r>
        </a:p>
      </dgm:t>
    </dgm:pt>
    <dgm:pt modelId="{F498515B-F168-4CA4-AFF3-A0CFFD9F631B}" type="parTrans" cxnId="{9E8A7442-E0BA-4FDE-8B66-A4E7712B4E12}">
      <dgm:prSet/>
      <dgm:spPr/>
      <dgm:t>
        <a:bodyPr/>
        <a:lstStyle/>
        <a:p>
          <a:endParaRPr lang="en-US"/>
        </a:p>
      </dgm:t>
    </dgm:pt>
    <dgm:pt modelId="{253D262A-B157-4F33-B4E5-BD7E94176102}" type="sibTrans" cxnId="{9E8A7442-E0BA-4FDE-8B66-A4E7712B4E12}">
      <dgm:prSet/>
      <dgm:spPr/>
      <dgm:t>
        <a:bodyPr/>
        <a:lstStyle/>
        <a:p>
          <a:endParaRPr lang="en-US"/>
        </a:p>
      </dgm:t>
    </dgm:pt>
    <dgm:pt modelId="{02518302-1FBC-420D-B6E7-661FC4C1707D}">
      <dgm:prSet/>
      <dgm:spPr/>
      <dgm:t>
        <a:bodyPr/>
        <a:lstStyle/>
        <a:p>
          <a:pPr>
            <a:defRPr cap="all"/>
          </a:pPr>
          <a:r>
            <a:rPr lang="en-US"/>
            <a:t>It is systematic testing and verification</a:t>
          </a:r>
        </a:p>
      </dgm:t>
    </dgm:pt>
    <dgm:pt modelId="{00A69DC7-C75A-4582-B264-6BD7182B4493}" type="parTrans" cxnId="{DAF38AF3-A8EF-4FEF-AE52-5E2F2B3C5E27}">
      <dgm:prSet/>
      <dgm:spPr/>
      <dgm:t>
        <a:bodyPr/>
        <a:lstStyle/>
        <a:p>
          <a:endParaRPr lang="en-US"/>
        </a:p>
      </dgm:t>
    </dgm:pt>
    <dgm:pt modelId="{5687F230-2B7C-41F9-A622-D8F938423F01}" type="sibTrans" cxnId="{DAF38AF3-A8EF-4FEF-AE52-5E2F2B3C5E27}">
      <dgm:prSet/>
      <dgm:spPr/>
      <dgm:t>
        <a:bodyPr/>
        <a:lstStyle/>
        <a:p>
          <a:endParaRPr lang="en-US"/>
        </a:p>
      </dgm:t>
    </dgm:pt>
    <dgm:pt modelId="{E02F9D02-64C6-4069-80E0-F530D99D7850}">
      <dgm:prSet/>
      <dgm:spPr/>
      <dgm:t>
        <a:bodyPr/>
        <a:lstStyle/>
        <a:p>
          <a:pPr>
            <a:defRPr cap="all"/>
          </a:pPr>
          <a:r>
            <a:rPr lang="en-US" dirty="0"/>
            <a:t>Simulation is your primary tool</a:t>
          </a:r>
        </a:p>
      </dgm:t>
    </dgm:pt>
    <dgm:pt modelId="{D823C49A-C974-4DFA-A9C0-61DFE1CBE67C}" type="parTrans" cxnId="{0F293C86-D5CB-4883-8A8B-9F5EFC639B22}">
      <dgm:prSet/>
      <dgm:spPr/>
      <dgm:t>
        <a:bodyPr/>
        <a:lstStyle/>
        <a:p>
          <a:endParaRPr lang="en-US"/>
        </a:p>
      </dgm:t>
    </dgm:pt>
    <dgm:pt modelId="{4FA5B2AA-02B4-494B-A7FB-DE5FD2EC146D}" type="sibTrans" cxnId="{0F293C86-D5CB-4883-8A8B-9F5EFC639B22}">
      <dgm:prSet/>
      <dgm:spPr/>
      <dgm:t>
        <a:bodyPr/>
        <a:lstStyle/>
        <a:p>
          <a:endParaRPr lang="en-US"/>
        </a:p>
      </dgm:t>
    </dgm:pt>
    <dgm:pt modelId="{A941F360-EF8E-4FDB-A77C-C1B7864B8B79}" type="pres">
      <dgm:prSet presAssocID="{6F4CED98-31E6-47E1-B273-69637508B46C}" presName="root" presStyleCnt="0">
        <dgm:presLayoutVars>
          <dgm:dir/>
          <dgm:resizeHandles val="exact"/>
        </dgm:presLayoutVars>
      </dgm:prSet>
      <dgm:spPr/>
    </dgm:pt>
    <dgm:pt modelId="{8B068F75-8AEB-470C-9173-549ECE56468F}" type="pres">
      <dgm:prSet presAssocID="{10A00EC3-69C4-4107-A3E6-E3BCD37131B8}" presName="compNode" presStyleCnt="0"/>
      <dgm:spPr/>
    </dgm:pt>
    <dgm:pt modelId="{61673788-182F-46C7-A5ED-A8D245CCAF7E}" type="pres">
      <dgm:prSet presAssocID="{10A00EC3-69C4-4107-A3E6-E3BCD37131B8}" presName="iconBgRect" presStyleLbl="bgShp" presStyleIdx="0" presStyleCnt="3"/>
      <dgm:spPr/>
    </dgm:pt>
    <dgm:pt modelId="{EA2A3843-284B-4E25-B2E2-F76E95602934}" type="pres">
      <dgm:prSet presAssocID="{10A00EC3-69C4-4107-A3E6-E3BCD37131B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1438DEFE-A7A9-4AD0-8422-7011F791F753}" type="pres">
      <dgm:prSet presAssocID="{10A00EC3-69C4-4107-A3E6-E3BCD37131B8}" presName="spaceRect" presStyleCnt="0"/>
      <dgm:spPr/>
    </dgm:pt>
    <dgm:pt modelId="{EE434E0E-083C-4213-B647-A4E9B802EA64}" type="pres">
      <dgm:prSet presAssocID="{10A00EC3-69C4-4107-A3E6-E3BCD37131B8}" presName="textRect" presStyleLbl="revTx" presStyleIdx="0" presStyleCnt="3">
        <dgm:presLayoutVars>
          <dgm:chMax val="1"/>
          <dgm:chPref val="1"/>
        </dgm:presLayoutVars>
      </dgm:prSet>
      <dgm:spPr/>
    </dgm:pt>
    <dgm:pt modelId="{863B0D7A-8B0B-4A37-8623-8C54774C0DA5}" type="pres">
      <dgm:prSet presAssocID="{253D262A-B157-4F33-B4E5-BD7E94176102}" presName="sibTrans" presStyleCnt="0"/>
      <dgm:spPr/>
    </dgm:pt>
    <dgm:pt modelId="{A5E81DAE-7734-4B8D-A664-052CF064F2C3}" type="pres">
      <dgm:prSet presAssocID="{02518302-1FBC-420D-B6E7-661FC4C1707D}" presName="compNode" presStyleCnt="0"/>
      <dgm:spPr/>
    </dgm:pt>
    <dgm:pt modelId="{E0427912-0FBE-4D9D-8C2A-ECF107112DC3}" type="pres">
      <dgm:prSet presAssocID="{02518302-1FBC-420D-B6E7-661FC4C1707D}" presName="iconBgRect" presStyleLbl="bgShp" presStyleIdx="1" presStyleCnt="3"/>
      <dgm:spPr/>
    </dgm:pt>
    <dgm:pt modelId="{0DECB0A6-D5F4-4EFE-A8B8-5300A5EC6717}" type="pres">
      <dgm:prSet presAssocID="{02518302-1FBC-420D-B6E7-661FC4C1707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1E0BCA5C-EB4F-442B-88E6-8EE31DC29B45}" type="pres">
      <dgm:prSet presAssocID="{02518302-1FBC-420D-B6E7-661FC4C1707D}" presName="spaceRect" presStyleCnt="0"/>
      <dgm:spPr/>
    </dgm:pt>
    <dgm:pt modelId="{CA5962AD-1230-45D8-A46E-4FF9A485E41A}" type="pres">
      <dgm:prSet presAssocID="{02518302-1FBC-420D-B6E7-661FC4C1707D}" presName="textRect" presStyleLbl="revTx" presStyleIdx="1" presStyleCnt="3">
        <dgm:presLayoutVars>
          <dgm:chMax val="1"/>
          <dgm:chPref val="1"/>
        </dgm:presLayoutVars>
      </dgm:prSet>
      <dgm:spPr/>
    </dgm:pt>
    <dgm:pt modelId="{037F0044-85ED-4237-9C03-DCF7FC0C82C8}" type="pres">
      <dgm:prSet presAssocID="{5687F230-2B7C-41F9-A622-D8F938423F01}" presName="sibTrans" presStyleCnt="0"/>
      <dgm:spPr/>
    </dgm:pt>
    <dgm:pt modelId="{5C7E4FE8-AC72-474B-88B0-7AD21F7E2C08}" type="pres">
      <dgm:prSet presAssocID="{E02F9D02-64C6-4069-80E0-F530D99D7850}" presName="compNode" presStyleCnt="0"/>
      <dgm:spPr/>
    </dgm:pt>
    <dgm:pt modelId="{FD35CA13-D141-4B6C-ACE8-BC67B5F3692C}" type="pres">
      <dgm:prSet presAssocID="{E02F9D02-64C6-4069-80E0-F530D99D7850}" presName="iconBgRect" presStyleLbl="bgShp" presStyleIdx="2" presStyleCnt="3"/>
      <dgm:spPr/>
    </dgm:pt>
    <dgm:pt modelId="{0B95D99B-3D4C-44A6-881D-21F13E797203}" type="pres">
      <dgm:prSet presAssocID="{E02F9D02-64C6-4069-80E0-F530D99D78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B0FFF4CB-DC11-4775-AC5C-769C589AE794}" type="pres">
      <dgm:prSet presAssocID="{E02F9D02-64C6-4069-80E0-F530D99D7850}" presName="spaceRect" presStyleCnt="0"/>
      <dgm:spPr/>
    </dgm:pt>
    <dgm:pt modelId="{443ED654-1507-4D52-99A5-6CD3564E25DA}" type="pres">
      <dgm:prSet presAssocID="{E02F9D02-64C6-4069-80E0-F530D99D7850}" presName="textRect" presStyleLbl="revTx" presStyleIdx="2" presStyleCnt="3">
        <dgm:presLayoutVars>
          <dgm:chMax val="1"/>
          <dgm:chPref val="1"/>
        </dgm:presLayoutVars>
      </dgm:prSet>
      <dgm:spPr/>
    </dgm:pt>
  </dgm:ptLst>
  <dgm:cxnLst>
    <dgm:cxn modelId="{9E8A7442-E0BA-4FDE-8B66-A4E7712B4E12}" srcId="{6F4CED98-31E6-47E1-B273-69637508B46C}" destId="{10A00EC3-69C4-4107-A3E6-E3BCD37131B8}" srcOrd="0" destOrd="0" parTransId="{F498515B-F168-4CA4-AFF3-A0CFFD9F631B}" sibTransId="{253D262A-B157-4F33-B4E5-BD7E94176102}"/>
    <dgm:cxn modelId="{24CF2552-AFF3-4552-A6AF-6ECC5D71208D}" type="presOf" srcId="{10A00EC3-69C4-4107-A3E6-E3BCD37131B8}" destId="{EE434E0E-083C-4213-B647-A4E9B802EA64}" srcOrd="0" destOrd="0" presId="urn:microsoft.com/office/officeart/2018/5/layout/IconCircleLabelList"/>
    <dgm:cxn modelId="{6EABD155-66F3-45A1-83A9-4AFBB9F42C06}" type="presOf" srcId="{6F4CED98-31E6-47E1-B273-69637508B46C}" destId="{A941F360-EF8E-4FDB-A77C-C1B7864B8B79}" srcOrd="0" destOrd="0" presId="urn:microsoft.com/office/officeart/2018/5/layout/IconCircleLabelList"/>
    <dgm:cxn modelId="{3B92A257-A954-406B-B871-40E343A146C1}" type="presOf" srcId="{02518302-1FBC-420D-B6E7-661FC4C1707D}" destId="{CA5962AD-1230-45D8-A46E-4FF9A485E41A}" srcOrd="0" destOrd="0" presId="urn:microsoft.com/office/officeart/2018/5/layout/IconCircleLabelList"/>
    <dgm:cxn modelId="{0F293C86-D5CB-4883-8A8B-9F5EFC639B22}" srcId="{6F4CED98-31E6-47E1-B273-69637508B46C}" destId="{E02F9D02-64C6-4069-80E0-F530D99D7850}" srcOrd="2" destOrd="0" parTransId="{D823C49A-C974-4DFA-A9C0-61DFE1CBE67C}" sibTransId="{4FA5B2AA-02B4-494B-A7FB-DE5FD2EC146D}"/>
    <dgm:cxn modelId="{DA3648A8-3AE0-48F6-8500-655202D954EB}" type="presOf" srcId="{E02F9D02-64C6-4069-80E0-F530D99D7850}" destId="{443ED654-1507-4D52-99A5-6CD3564E25DA}" srcOrd="0" destOrd="0" presId="urn:microsoft.com/office/officeart/2018/5/layout/IconCircleLabelList"/>
    <dgm:cxn modelId="{DAF38AF3-A8EF-4FEF-AE52-5E2F2B3C5E27}" srcId="{6F4CED98-31E6-47E1-B273-69637508B46C}" destId="{02518302-1FBC-420D-B6E7-661FC4C1707D}" srcOrd="1" destOrd="0" parTransId="{00A69DC7-C75A-4582-B264-6BD7182B4493}" sibTransId="{5687F230-2B7C-41F9-A622-D8F938423F01}"/>
    <dgm:cxn modelId="{FDE42F02-7444-4610-9E56-8282B4D74FFF}" type="presParOf" srcId="{A941F360-EF8E-4FDB-A77C-C1B7864B8B79}" destId="{8B068F75-8AEB-470C-9173-549ECE56468F}" srcOrd="0" destOrd="0" presId="urn:microsoft.com/office/officeart/2018/5/layout/IconCircleLabelList"/>
    <dgm:cxn modelId="{D75457FE-3F35-4490-A1CE-62C45D26A998}" type="presParOf" srcId="{8B068F75-8AEB-470C-9173-549ECE56468F}" destId="{61673788-182F-46C7-A5ED-A8D245CCAF7E}" srcOrd="0" destOrd="0" presId="urn:microsoft.com/office/officeart/2018/5/layout/IconCircleLabelList"/>
    <dgm:cxn modelId="{B79CF4BD-EB87-4D74-B105-8C9A76CD439F}" type="presParOf" srcId="{8B068F75-8AEB-470C-9173-549ECE56468F}" destId="{EA2A3843-284B-4E25-B2E2-F76E95602934}" srcOrd="1" destOrd="0" presId="urn:microsoft.com/office/officeart/2018/5/layout/IconCircleLabelList"/>
    <dgm:cxn modelId="{B34DC36F-5EC3-4F73-AC32-61F7E04463B7}" type="presParOf" srcId="{8B068F75-8AEB-470C-9173-549ECE56468F}" destId="{1438DEFE-A7A9-4AD0-8422-7011F791F753}" srcOrd="2" destOrd="0" presId="urn:microsoft.com/office/officeart/2018/5/layout/IconCircleLabelList"/>
    <dgm:cxn modelId="{11C2F313-E8B5-4976-8CB3-E3BB7633B876}" type="presParOf" srcId="{8B068F75-8AEB-470C-9173-549ECE56468F}" destId="{EE434E0E-083C-4213-B647-A4E9B802EA64}" srcOrd="3" destOrd="0" presId="urn:microsoft.com/office/officeart/2018/5/layout/IconCircleLabelList"/>
    <dgm:cxn modelId="{60E1223D-54DF-4645-A99F-7E10C6C09931}" type="presParOf" srcId="{A941F360-EF8E-4FDB-A77C-C1B7864B8B79}" destId="{863B0D7A-8B0B-4A37-8623-8C54774C0DA5}" srcOrd="1" destOrd="0" presId="urn:microsoft.com/office/officeart/2018/5/layout/IconCircleLabelList"/>
    <dgm:cxn modelId="{3CE15D04-D6D7-4112-A954-C2316BC10FBF}" type="presParOf" srcId="{A941F360-EF8E-4FDB-A77C-C1B7864B8B79}" destId="{A5E81DAE-7734-4B8D-A664-052CF064F2C3}" srcOrd="2" destOrd="0" presId="urn:microsoft.com/office/officeart/2018/5/layout/IconCircleLabelList"/>
    <dgm:cxn modelId="{DD2251FC-8429-4C28-BB62-42A01283C4D4}" type="presParOf" srcId="{A5E81DAE-7734-4B8D-A664-052CF064F2C3}" destId="{E0427912-0FBE-4D9D-8C2A-ECF107112DC3}" srcOrd="0" destOrd="0" presId="urn:microsoft.com/office/officeart/2018/5/layout/IconCircleLabelList"/>
    <dgm:cxn modelId="{A244B039-C97D-4B40-9CFA-8EA1F29310B4}" type="presParOf" srcId="{A5E81DAE-7734-4B8D-A664-052CF064F2C3}" destId="{0DECB0A6-D5F4-4EFE-A8B8-5300A5EC6717}" srcOrd="1" destOrd="0" presId="urn:microsoft.com/office/officeart/2018/5/layout/IconCircleLabelList"/>
    <dgm:cxn modelId="{AD939E02-92AE-4814-A1D5-BBBCCDC75650}" type="presParOf" srcId="{A5E81DAE-7734-4B8D-A664-052CF064F2C3}" destId="{1E0BCA5C-EB4F-442B-88E6-8EE31DC29B45}" srcOrd="2" destOrd="0" presId="urn:microsoft.com/office/officeart/2018/5/layout/IconCircleLabelList"/>
    <dgm:cxn modelId="{9BF0E649-DDE0-47FF-A2BF-7F4B89999950}" type="presParOf" srcId="{A5E81DAE-7734-4B8D-A664-052CF064F2C3}" destId="{CA5962AD-1230-45D8-A46E-4FF9A485E41A}" srcOrd="3" destOrd="0" presId="urn:microsoft.com/office/officeart/2018/5/layout/IconCircleLabelList"/>
    <dgm:cxn modelId="{83793ACB-C57B-4AC7-A43D-70A2FE353D13}" type="presParOf" srcId="{A941F360-EF8E-4FDB-A77C-C1B7864B8B79}" destId="{037F0044-85ED-4237-9C03-DCF7FC0C82C8}" srcOrd="3" destOrd="0" presId="urn:microsoft.com/office/officeart/2018/5/layout/IconCircleLabelList"/>
    <dgm:cxn modelId="{F903C268-500E-474D-B4BB-0EAF2A96F346}" type="presParOf" srcId="{A941F360-EF8E-4FDB-A77C-C1B7864B8B79}" destId="{5C7E4FE8-AC72-474B-88B0-7AD21F7E2C08}" srcOrd="4" destOrd="0" presId="urn:microsoft.com/office/officeart/2018/5/layout/IconCircleLabelList"/>
    <dgm:cxn modelId="{9A5FEDAE-96B1-4101-8A2A-5E84FBA67C1F}" type="presParOf" srcId="{5C7E4FE8-AC72-474B-88B0-7AD21F7E2C08}" destId="{FD35CA13-D141-4B6C-ACE8-BC67B5F3692C}" srcOrd="0" destOrd="0" presId="urn:microsoft.com/office/officeart/2018/5/layout/IconCircleLabelList"/>
    <dgm:cxn modelId="{E8290065-2594-43F3-8665-037A17353818}" type="presParOf" srcId="{5C7E4FE8-AC72-474B-88B0-7AD21F7E2C08}" destId="{0B95D99B-3D4C-44A6-881D-21F13E797203}" srcOrd="1" destOrd="0" presId="urn:microsoft.com/office/officeart/2018/5/layout/IconCircleLabelList"/>
    <dgm:cxn modelId="{818C6A7D-5AE3-4107-9B87-C6432484125E}" type="presParOf" srcId="{5C7E4FE8-AC72-474B-88B0-7AD21F7E2C08}" destId="{B0FFF4CB-DC11-4775-AC5C-769C589AE794}" srcOrd="2" destOrd="0" presId="urn:microsoft.com/office/officeart/2018/5/layout/IconCircleLabelList"/>
    <dgm:cxn modelId="{F73CBAA4-5A8F-462C-B0B1-EDFB1EE9F0DB}" type="presParOf" srcId="{5C7E4FE8-AC72-474B-88B0-7AD21F7E2C08}" destId="{443ED654-1507-4D52-99A5-6CD3564E25D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2AF84DE-A4A6-49F1-BBB3-E8BD922EC8FF}" type="doc">
      <dgm:prSet loTypeId="urn:microsoft.com/office/officeart/2005/8/layout/vList2" loCatId="list" qsTypeId="urn:microsoft.com/office/officeart/2005/8/quickstyle/simple4" qsCatId="simple" csTypeId="urn:microsoft.com/office/officeart/2005/8/colors/accent2_2" csCatId="accent2"/>
      <dgm:spPr/>
      <dgm:t>
        <a:bodyPr/>
        <a:lstStyle/>
        <a:p>
          <a:endParaRPr lang="en-US"/>
        </a:p>
      </dgm:t>
    </dgm:pt>
    <dgm:pt modelId="{064B8B1E-3D15-4C47-875A-2107D71BC80A}">
      <dgm:prSet/>
      <dgm:spPr/>
      <dgm:t>
        <a:bodyPr/>
        <a:lstStyle/>
        <a:p>
          <a:r>
            <a:rPr lang="en-US" dirty="0"/>
            <a:t>Verilog defines hardware behavior</a:t>
          </a:r>
        </a:p>
      </dgm:t>
    </dgm:pt>
    <dgm:pt modelId="{DC9175BE-BC60-4BBD-86A6-8D7B9D925FAC}" type="parTrans" cxnId="{384B6419-577E-4B7F-B3B9-F5DEA9D0E84A}">
      <dgm:prSet/>
      <dgm:spPr/>
      <dgm:t>
        <a:bodyPr/>
        <a:lstStyle/>
        <a:p>
          <a:endParaRPr lang="en-US"/>
        </a:p>
      </dgm:t>
    </dgm:pt>
    <dgm:pt modelId="{C00168DB-9E1E-4CFD-8FA9-771AB7C7DD52}" type="sibTrans" cxnId="{384B6419-577E-4B7F-B3B9-F5DEA9D0E84A}">
      <dgm:prSet/>
      <dgm:spPr/>
      <dgm:t>
        <a:bodyPr/>
        <a:lstStyle/>
        <a:p>
          <a:endParaRPr lang="en-US"/>
        </a:p>
      </dgm:t>
    </dgm:pt>
    <dgm:pt modelId="{69A6F975-0AF5-49BE-8319-D5A8C84876E5}">
      <dgm:prSet/>
      <dgm:spPr/>
      <dgm:t>
        <a:bodyPr/>
        <a:lstStyle/>
        <a:p>
          <a:r>
            <a:rPr lang="en-US"/>
            <a:t>ALU performs core operations</a:t>
          </a:r>
        </a:p>
      </dgm:t>
    </dgm:pt>
    <dgm:pt modelId="{39C16DB7-9A1F-4FEC-AE3F-0C0CD2699548}" type="parTrans" cxnId="{7856125F-BC7C-4807-A2CA-A6E3B612FEDD}">
      <dgm:prSet/>
      <dgm:spPr/>
      <dgm:t>
        <a:bodyPr/>
        <a:lstStyle/>
        <a:p>
          <a:endParaRPr lang="en-US"/>
        </a:p>
      </dgm:t>
    </dgm:pt>
    <dgm:pt modelId="{AC7A703C-4987-4EF4-9865-FE08FE017EAB}" type="sibTrans" cxnId="{7856125F-BC7C-4807-A2CA-A6E3B612FEDD}">
      <dgm:prSet/>
      <dgm:spPr/>
      <dgm:t>
        <a:bodyPr/>
        <a:lstStyle/>
        <a:p>
          <a:endParaRPr lang="en-US"/>
        </a:p>
      </dgm:t>
    </dgm:pt>
    <dgm:pt modelId="{543B48ED-621C-4268-9203-873048CA627E}">
      <dgm:prSet/>
      <dgm:spPr/>
      <dgm:t>
        <a:bodyPr/>
        <a:lstStyle/>
        <a:p>
          <a:r>
            <a:rPr lang="en-US"/>
            <a:t>Testbenches automate testing</a:t>
          </a:r>
        </a:p>
      </dgm:t>
    </dgm:pt>
    <dgm:pt modelId="{A4CD1558-058E-459F-B2D1-0544BDEB6C64}" type="parTrans" cxnId="{EB76A31F-F9E6-4C18-8C7B-8D0020E2FB22}">
      <dgm:prSet/>
      <dgm:spPr/>
      <dgm:t>
        <a:bodyPr/>
        <a:lstStyle/>
        <a:p>
          <a:endParaRPr lang="en-US"/>
        </a:p>
      </dgm:t>
    </dgm:pt>
    <dgm:pt modelId="{4D0A875F-74C1-4304-BBA0-A0876FF890E5}" type="sibTrans" cxnId="{EB76A31F-F9E6-4C18-8C7B-8D0020E2FB22}">
      <dgm:prSet/>
      <dgm:spPr/>
      <dgm:t>
        <a:bodyPr/>
        <a:lstStyle/>
        <a:p>
          <a:endParaRPr lang="en-US"/>
        </a:p>
      </dgm:t>
    </dgm:pt>
    <dgm:pt modelId="{BD4E87E1-1D89-4E6E-ADD9-39AE7216BC55}">
      <dgm:prSet/>
      <dgm:spPr/>
      <dgm:t>
        <a:bodyPr/>
        <a:lstStyle/>
        <a:p>
          <a:r>
            <a:rPr lang="en-US" dirty="0"/>
            <a:t>Waveforms help debug and verify designs</a:t>
          </a:r>
        </a:p>
      </dgm:t>
    </dgm:pt>
    <dgm:pt modelId="{12790E8E-4A18-44FC-9EB4-E847C2FCEFB9}" type="parTrans" cxnId="{A2A28BC5-C8F8-4519-BEEA-FCC1C61701CA}">
      <dgm:prSet/>
      <dgm:spPr/>
      <dgm:t>
        <a:bodyPr/>
        <a:lstStyle/>
        <a:p>
          <a:endParaRPr lang="en-US"/>
        </a:p>
      </dgm:t>
    </dgm:pt>
    <dgm:pt modelId="{BC1937E0-49A7-4F76-B19B-A5229B7CA455}" type="sibTrans" cxnId="{A2A28BC5-C8F8-4519-BEEA-FCC1C61701CA}">
      <dgm:prSet/>
      <dgm:spPr/>
      <dgm:t>
        <a:bodyPr/>
        <a:lstStyle/>
        <a:p>
          <a:endParaRPr lang="en-US"/>
        </a:p>
      </dgm:t>
    </dgm:pt>
    <dgm:pt modelId="{FC3082FA-B82B-4B67-97E3-1A3338F3CB17}" type="pres">
      <dgm:prSet presAssocID="{02AF84DE-A4A6-49F1-BBB3-E8BD922EC8FF}" presName="linear" presStyleCnt="0">
        <dgm:presLayoutVars>
          <dgm:animLvl val="lvl"/>
          <dgm:resizeHandles val="exact"/>
        </dgm:presLayoutVars>
      </dgm:prSet>
      <dgm:spPr/>
    </dgm:pt>
    <dgm:pt modelId="{AA57F121-9FBE-4EFE-8048-3FD433D9ED7A}" type="pres">
      <dgm:prSet presAssocID="{064B8B1E-3D15-4C47-875A-2107D71BC80A}" presName="parentText" presStyleLbl="node1" presStyleIdx="0" presStyleCnt="4">
        <dgm:presLayoutVars>
          <dgm:chMax val="0"/>
          <dgm:bulletEnabled val="1"/>
        </dgm:presLayoutVars>
      </dgm:prSet>
      <dgm:spPr/>
    </dgm:pt>
    <dgm:pt modelId="{9281DFF3-02EA-4B31-822B-C4134A70A05C}" type="pres">
      <dgm:prSet presAssocID="{C00168DB-9E1E-4CFD-8FA9-771AB7C7DD52}" presName="spacer" presStyleCnt="0"/>
      <dgm:spPr/>
    </dgm:pt>
    <dgm:pt modelId="{1FF16C02-6CDC-4F62-8F5E-5136D2287652}" type="pres">
      <dgm:prSet presAssocID="{69A6F975-0AF5-49BE-8319-D5A8C84876E5}" presName="parentText" presStyleLbl="node1" presStyleIdx="1" presStyleCnt="4">
        <dgm:presLayoutVars>
          <dgm:chMax val="0"/>
          <dgm:bulletEnabled val="1"/>
        </dgm:presLayoutVars>
      </dgm:prSet>
      <dgm:spPr/>
    </dgm:pt>
    <dgm:pt modelId="{507161AC-2D38-4983-965C-C3139E3268FA}" type="pres">
      <dgm:prSet presAssocID="{AC7A703C-4987-4EF4-9865-FE08FE017EAB}" presName="spacer" presStyleCnt="0"/>
      <dgm:spPr/>
    </dgm:pt>
    <dgm:pt modelId="{82969AFA-D976-4D10-852F-F460F526E8C4}" type="pres">
      <dgm:prSet presAssocID="{543B48ED-621C-4268-9203-873048CA627E}" presName="parentText" presStyleLbl="node1" presStyleIdx="2" presStyleCnt="4">
        <dgm:presLayoutVars>
          <dgm:chMax val="0"/>
          <dgm:bulletEnabled val="1"/>
        </dgm:presLayoutVars>
      </dgm:prSet>
      <dgm:spPr/>
    </dgm:pt>
    <dgm:pt modelId="{33C38CA7-5C1D-4E0B-BA12-F5D98A9ADE52}" type="pres">
      <dgm:prSet presAssocID="{4D0A875F-74C1-4304-BBA0-A0876FF890E5}" presName="spacer" presStyleCnt="0"/>
      <dgm:spPr/>
    </dgm:pt>
    <dgm:pt modelId="{27FA28AE-4B88-4230-906E-0682A9BC1E57}" type="pres">
      <dgm:prSet presAssocID="{BD4E87E1-1D89-4E6E-ADD9-39AE7216BC55}" presName="parentText" presStyleLbl="node1" presStyleIdx="3" presStyleCnt="4">
        <dgm:presLayoutVars>
          <dgm:chMax val="0"/>
          <dgm:bulletEnabled val="1"/>
        </dgm:presLayoutVars>
      </dgm:prSet>
      <dgm:spPr/>
    </dgm:pt>
  </dgm:ptLst>
  <dgm:cxnLst>
    <dgm:cxn modelId="{66EACC0C-1012-47A3-B2B8-F51836E464BE}" type="presOf" srcId="{064B8B1E-3D15-4C47-875A-2107D71BC80A}" destId="{AA57F121-9FBE-4EFE-8048-3FD433D9ED7A}" srcOrd="0" destOrd="0" presId="urn:microsoft.com/office/officeart/2005/8/layout/vList2"/>
    <dgm:cxn modelId="{384B6419-577E-4B7F-B3B9-F5DEA9D0E84A}" srcId="{02AF84DE-A4A6-49F1-BBB3-E8BD922EC8FF}" destId="{064B8B1E-3D15-4C47-875A-2107D71BC80A}" srcOrd="0" destOrd="0" parTransId="{DC9175BE-BC60-4BBD-86A6-8D7B9D925FAC}" sibTransId="{C00168DB-9E1E-4CFD-8FA9-771AB7C7DD52}"/>
    <dgm:cxn modelId="{EB76A31F-F9E6-4C18-8C7B-8D0020E2FB22}" srcId="{02AF84DE-A4A6-49F1-BBB3-E8BD922EC8FF}" destId="{543B48ED-621C-4268-9203-873048CA627E}" srcOrd="2" destOrd="0" parTransId="{A4CD1558-058E-459F-B2D1-0544BDEB6C64}" sibTransId="{4D0A875F-74C1-4304-BBA0-A0876FF890E5}"/>
    <dgm:cxn modelId="{7856125F-BC7C-4807-A2CA-A6E3B612FEDD}" srcId="{02AF84DE-A4A6-49F1-BBB3-E8BD922EC8FF}" destId="{69A6F975-0AF5-49BE-8319-D5A8C84876E5}" srcOrd="1" destOrd="0" parTransId="{39C16DB7-9A1F-4FEC-AE3F-0C0CD2699548}" sibTransId="{AC7A703C-4987-4EF4-9865-FE08FE017EAB}"/>
    <dgm:cxn modelId="{83B46143-0EFD-4801-A65E-DF2AECA08812}" type="presOf" srcId="{02AF84DE-A4A6-49F1-BBB3-E8BD922EC8FF}" destId="{FC3082FA-B82B-4B67-97E3-1A3338F3CB17}" srcOrd="0" destOrd="0" presId="urn:microsoft.com/office/officeart/2005/8/layout/vList2"/>
    <dgm:cxn modelId="{DAA2564B-0D3B-40D4-9E34-97BE301665D3}" type="presOf" srcId="{69A6F975-0AF5-49BE-8319-D5A8C84876E5}" destId="{1FF16C02-6CDC-4F62-8F5E-5136D2287652}" srcOrd="0" destOrd="0" presId="urn:microsoft.com/office/officeart/2005/8/layout/vList2"/>
    <dgm:cxn modelId="{A2A28BC5-C8F8-4519-BEEA-FCC1C61701CA}" srcId="{02AF84DE-A4A6-49F1-BBB3-E8BD922EC8FF}" destId="{BD4E87E1-1D89-4E6E-ADD9-39AE7216BC55}" srcOrd="3" destOrd="0" parTransId="{12790E8E-4A18-44FC-9EB4-E847C2FCEFB9}" sibTransId="{BC1937E0-49A7-4F76-B19B-A5229B7CA455}"/>
    <dgm:cxn modelId="{B92843CE-1956-4A09-86EF-A5CC7212441A}" type="presOf" srcId="{BD4E87E1-1D89-4E6E-ADD9-39AE7216BC55}" destId="{27FA28AE-4B88-4230-906E-0682A9BC1E57}" srcOrd="0" destOrd="0" presId="urn:microsoft.com/office/officeart/2005/8/layout/vList2"/>
    <dgm:cxn modelId="{683C33DD-78A8-43D8-BF5E-22A4BB3B9DEC}" type="presOf" srcId="{543B48ED-621C-4268-9203-873048CA627E}" destId="{82969AFA-D976-4D10-852F-F460F526E8C4}" srcOrd="0" destOrd="0" presId="urn:microsoft.com/office/officeart/2005/8/layout/vList2"/>
    <dgm:cxn modelId="{1A6F565C-B835-4BC3-A9EF-913BF3B0729F}" type="presParOf" srcId="{FC3082FA-B82B-4B67-97E3-1A3338F3CB17}" destId="{AA57F121-9FBE-4EFE-8048-3FD433D9ED7A}" srcOrd="0" destOrd="0" presId="urn:microsoft.com/office/officeart/2005/8/layout/vList2"/>
    <dgm:cxn modelId="{37333265-3251-4E86-8DE0-EDA1A222E002}" type="presParOf" srcId="{FC3082FA-B82B-4B67-97E3-1A3338F3CB17}" destId="{9281DFF3-02EA-4B31-822B-C4134A70A05C}" srcOrd="1" destOrd="0" presId="urn:microsoft.com/office/officeart/2005/8/layout/vList2"/>
    <dgm:cxn modelId="{F7EB0211-203D-41A9-82A3-ED2F0CF0625C}" type="presParOf" srcId="{FC3082FA-B82B-4B67-97E3-1A3338F3CB17}" destId="{1FF16C02-6CDC-4F62-8F5E-5136D2287652}" srcOrd="2" destOrd="0" presId="urn:microsoft.com/office/officeart/2005/8/layout/vList2"/>
    <dgm:cxn modelId="{3B9AB6C4-AA41-4DF4-8734-80914789214F}" type="presParOf" srcId="{FC3082FA-B82B-4B67-97E3-1A3338F3CB17}" destId="{507161AC-2D38-4983-965C-C3139E3268FA}" srcOrd="3" destOrd="0" presId="urn:microsoft.com/office/officeart/2005/8/layout/vList2"/>
    <dgm:cxn modelId="{E2A4D8C1-6BE9-4852-BA93-159D2E56A222}" type="presParOf" srcId="{FC3082FA-B82B-4B67-97E3-1A3338F3CB17}" destId="{82969AFA-D976-4D10-852F-F460F526E8C4}" srcOrd="4" destOrd="0" presId="urn:microsoft.com/office/officeart/2005/8/layout/vList2"/>
    <dgm:cxn modelId="{81EFA93F-2717-43FE-8BCE-960190E89559}" type="presParOf" srcId="{FC3082FA-B82B-4B67-97E3-1A3338F3CB17}" destId="{33C38CA7-5C1D-4E0B-BA12-F5D98A9ADE52}" srcOrd="5" destOrd="0" presId="urn:microsoft.com/office/officeart/2005/8/layout/vList2"/>
    <dgm:cxn modelId="{141B97F3-4800-4857-84D0-FEA3447E0A24}" type="presParOf" srcId="{FC3082FA-B82B-4B67-97E3-1A3338F3CB17}" destId="{27FA28AE-4B88-4230-906E-0682A9BC1E5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6BB808-E845-4EC1-9045-B0CAEB1F9CF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2062B67-6430-4D40-A0B8-DB61C820469D}">
      <dgm:prSet/>
      <dgm:spPr/>
      <dgm:t>
        <a:bodyPr/>
        <a:lstStyle/>
        <a:p>
          <a:r>
            <a:rPr lang="en-US" dirty="0"/>
            <a:t>How would you add multiplication to the ALU?</a:t>
          </a:r>
        </a:p>
      </dgm:t>
    </dgm:pt>
    <dgm:pt modelId="{D41626F3-D4E3-4D28-B4F5-9ACB85253053}" type="parTrans" cxnId="{851F809E-5281-4126-8FD5-606D033D5FD8}">
      <dgm:prSet/>
      <dgm:spPr/>
      <dgm:t>
        <a:bodyPr/>
        <a:lstStyle/>
        <a:p>
          <a:endParaRPr lang="en-US"/>
        </a:p>
      </dgm:t>
    </dgm:pt>
    <dgm:pt modelId="{03199E77-126C-4E9A-B9E8-CE3538015B04}" type="sibTrans" cxnId="{851F809E-5281-4126-8FD5-606D033D5FD8}">
      <dgm:prSet/>
      <dgm:spPr/>
      <dgm:t>
        <a:bodyPr/>
        <a:lstStyle/>
        <a:p>
          <a:endParaRPr lang="en-US"/>
        </a:p>
      </dgm:t>
    </dgm:pt>
    <dgm:pt modelId="{833DFB80-6DFB-4064-98A1-BA86075A7990}">
      <dgm:prSet/>
      <dgm:spPr/>
      <dgm:t>
        <a:bodyPr/>
        <a:lstStyle/>
        <a:p>
          <a:r>
            <a:rPr lang="en-US"/>
            <a:t>What happens if you forget a test case?</a:t>
          </a:r>
        </a:p>
      </dgm:t>
    </dgm:pt>
    <dgm:pt modelId="{6F906D76-64CA-4F5B-8631-173E8FF880C3}" type="parTrans" cxnId="{0F5EAE7B-6C27-42EF-860F-33D36CCB05CF}">
      <dgm:prSet/>
      <dgm:spPr/>
      <dgm:t>
        <a:bodyPr/>
        <a:lstStyle/>
        <a:p>
          <a:endParaRPr lang="en-US"/>
        </a:p>
      </dgm:t>
    </dgm:pt>
    <dgm:pt modelId="{0F30110A-407B-457F-9EC7-547A169C879E}" type="sibTrans" cxnId="{0F5EAE7B-6C27-42EF-860F-33D36CCB05CF}">
      <dgm:prSet/>
      <dgm:spPr/>
      <dgm:t>
        <a:bodyPr/>
        <a:lstStyle/>
        <a:p>
          <a:endParaRPr lang="en-US"/>
        </a:p>
      </dgm:t>
    </dgm:pt>
    <dgm:pt modelId="{A065FB3C-0D00-479F-B494-73232C5E1D37}">
      <dgm:prSet/>
      <dgm:spPr/>
      <dgm:t>
        <a:bodyPr/>
        <a:lstStyle/>
        <a:p>
          <a:r>
            <a:rPr lang="en-US" dirty="0"/>
            <a:t>Why is simulation critical before hardware?</a:t>
          </a:r>
        </a:p>
      </dgm:t>
    </dgm:pt>
    <dgm:pt modelId="{B63657B3-5C36-4A55-B30D-06B382027DAD}" type="parTrans" cxnId="{ED6CEC25-CB7F-438C-8E8A-DE6744C776CB}">
      <dgm:prSet/>
      <dgm:spPr/>
      <dgm:t>
        <a:bodyPr/>
        <a:lstStyle/>
        <a:p>
          <a:endParaRPr lang="en-US"/>
        </a:p>
      </dgm:t>
    </dgm:pt>
    <dgm:pt modelId="{0AE7A547-2FCD-41E2-905F-67791A6FC598}" type="sibTrans" cxnId="{ED6CEC25-CB7F-438C-8E8A-DE6744C776CB}">
      <dgm:prSet/>
      <dgm:spPr/>
      <dgm:t>
        <a:bodyPr/>
        <a:lstStyle/>
        <a:p>
          <a:endParaRPr lang="en-US"/>
        </a:p>
      </dgm:t>
    </dgm:pt>
    <dgm:pt modelId="{0D44636E-1812-4468-B98F-7EBC770D2A1F}" type="pres">
      <dgm:prSet presAssocID="{3D6BB808-E845-4EC1-9045-B0CAEB1F9CF2}" presName="root" presStyleCnt="0">
        <dgm:presLayoutVars>
          <dgm:dir/>
          <dgm:resizeHandles val="exact"/>
        </dgm:presLayoutVars>
      </dgm:prSet>
      <dgm:spPr/>
    </dgm:pt>
    <dgm:pt modelId="{3E9BB340-0D06-4581-A5B2-F755A50FBD73}" type="pres">
      <dgm:prSet presAssocID="{C2062B67-6430-4D40-A0B8-DB61C820469D}" presName="compNode" presStyleCnt="0"/>
      <dgm:spPr/>
    </dgm:pt>
    <dgm:pt modelId="{BD76955A-19EF-4732-B6EB-261D9DAB4797}" type="pres">
      <dgm:prSet presAssocID="{C2062B67-6430-4D40-A0B8-DB61C820469D}" presName="bgRect" presStyleLbl="bgShp" presStyleIdx="0" presStyleCnt="3"/>
      <dgm:spPr/>
    </dgm:pt>
    <dgm:pt modelId="{ABCB5867-0556-4256-9D29-755489442349}" type="pres">
      <dgm:prSet presAssocID="{C2062B67-6430-4D40-A0B8-DB61C820469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dd"/>
        </a:ext>
      </dgm:extLst>
    </dgm:pt>
    <dgm:pt modelId="{D25DEA20-E28C-48ED-B2EF-55A592DAB5D1}" type="pres">
      <dgm:prSet presAssocID="{C2062B67-6430-4D40-A0B8-DB61C820469D}" presName="spaceRect" presStyleCnt="0"/>
      <dgm:spPr/>
    </dgm:pt>
    <dgm:pt modelId="{536BC23B-0864-4420-80C3-F675F952C86A}" type="pres">
      <dgm:prSet presAssocID="{C2062B67-6430-4D40-A0B8-DB61C820469D}" presName="parTx" presStyleLbl="revTx" presStyleIdx="0" presStyleCnt="3">
        <dgm:presLayoutVars>
          <dgm:chMax val="0"/>
          <dgm:chPref val="0"/>
        </dgm:presLayoutVars>
      </dgm:prSet>
      <dgm:spPr/>
    </dgm:pt>
    <dgm:pt modelId="{14D777DF-DBC5-4BDC-A108-0F8B4C7135FF}" type="pres">
      <dgm:prSet presAssocID="{03199E77-126C-4E9A-B9E8-CE3538015B04}" presName="sibTrans" presStyleCnt="0"/>
      <dgm:spPr/>
    </dgm:pt>
    <dgm:pt modelId="{C86E7AE4-274F-4104-A054-D5B46DD1575A}" type="pres">
      <dgm:prSet presAssocID="{833DFB80-6DFB-4064-98A1-BA86075A7990}" presName="compNode" presStyleCnt="0"/>
      <dgm:spPr/>
    </dgm:pt>
    <dgm:pt modelId="{2E49182B-C56E-4E79-BC77-7C6A6FE6AAA8}" type="pres">
      <dgm:prSet presAssocID="{833DFB80-6DFB-4064-98A1-BA86075A7990}" presName="bgRect" presStyleLbl="bgShp" presStyleIdx="1" presStyleCnt="3"/>
      <dgm:spPr/>
    </dgm:pt>
    <dgm:pt modelId="{FB8C0229-291A-4D83-9B39-938AE852A042}" type="pres">
      <dgm:prSet presAssocID="{833DFB80-6DFB-4064-98A1-BA86075A799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st tubes"/>
        </a:ext>
      </dgm:extLst>
    </dgm:pt>
    <dgm:pt modelId="{8DA3B75E-CA44-40E4-AC87-3B61996DA56C}" type="pres">
      <dgm:prSet presAssocID="{833DFB80-6DFB-4064-98A1-BA86075A7990}" presName="spaceRect" presStyleCnt="0"/>
      <dgm:spPr/>
    </dgm:pt>
    <dgm:pt modelId="{F1A69F9F-5266-454B-8111-289AAD7D0DB6}" type="pres">
      <dgm:prSet presAssocID="{833DFB80-6DFB-4064-98A1-BA86075A7990}" presName="parTx" presStyleLbl="revTx" presStyleIdx="1" presStyleCnt="3">
        <dgm:presLayoutVars>
          <dgm:chMax val="0"/>
          <dgm:chPref val="0"/>
        </dgm:presLayoutVars>
      </dgm:prSet>
      <dgm:spPr/>
    </dgm:pt>
    <dgm:pt modelId="{4962A0AC-E463-4216-BA95-F2CF8934E970}" type="pres">
      <dgm:prSet presAssocID="{0F30110A-407B-457F-9EC7-547A169C879E}" presName="sibTrans" presStyleCnt="0"/>
      <dgm:spPr/>
    </dgm:pt>
    <dgm:pt modelId="{B7B3769F-8008-465A-84A5-F9FFD69E77C9}" type="pres">
      <dgm:prSet presAssocID="{A065FB3C-0D00-479F-B494-73232C5E1D37}" presName="compNode" presStyleCnt="0"/>
      <dgm:spPr/>
    </dgm:pt>
    <dgm:pt modelId="{D118C6DF-EF16-4A74-9894-DD08D1C19BAD}" type="pres">
      <dgm:prSet presAssocID="{A065FB3C-0D00-479F-B494-73232C5E1D37}" presName="bgRect" presStyleLbl="bgShp" presStyleIdx="2" presStyleCnt="3"/>
      <dgm:spPr/>
    </dgm:pt>
    <dgm:pt modelId="{6C9C81B5-FAF0-4C2E-9478-0C21F3EB92C7}" type="pres">
      <dgm:prSet presAssocID="{A065FB3C-0D00-479F-B494-73232C5E1D3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mputer"/>
        </a:ext>
      </dgm:extLst>
    </dgm:pt>
    <dgm:pt modelId="{71E0D5FF-66EB-4291-8A31-4B55C306C4FB}" type="pres">
      <dgm:prSet presAssocID="{A065FB3C-0D00-479F-B494-73232C5E1D37}" presName="spaceRect" presStyleCnt="0"/>
      <dgm:spPr/>
    </dgm:pt>
    <dgm:pt modelId="{024FD4B3-D0AF-4B7A-9023-AEE58CF6B58E}" type="pres">
      <dgm:prSet presAssocID="{A065FB3C-0D00-479F-B494-73232C5E1D37}" presName="parTx" presStyleLbl="revTx" presStyleIdx="2" presStyleCnt="3">
        <dgm:presLayoutVars>
          <dgm:chMax val="0"/>
          <dgm:chPref val="0"/>
        </dgm:presLayoutVars>
      </dgm:prSet>
      <dgm:spPr/>
    </dgm:pt>
  </dgm:ptLst>
  <dgm:cxnLst>
    <dgm:cxn modelId="{E379C60A-7AE0-44B8-8F0C-6D78696883B9}" type="presOf" srcId="{833DFB80-6DFB-4064-98A1-BA86075A7990}" destId="{F1A69F9F-5266-454B-8111-289AAD7D0DB6}" srcOrd="0" destOrd="0" presId="urn:microsoft.com/office/officeart/2018/2/layout/IconVerticalSolidList"/>
    <dgm:cxn modelId="{ED6CEC25-CB7F-438C-8E8A-DE6744C776CB}" srcId="{3D6BB808-E845-4EC1-9045-B0CAEB1F9CF2}" destId="{A065FB3C-0D00-479F-B494-73232C5E1D37}" srcOrd="2" destOrd="0" parTransId="{B63657B3-5C36-4A55-B30D-06B382027DAD}" sibTransId="{0AE7A547-2FCD-41E2-905F-67791A6FC598}"/>
    <dgm:cxn modelId="{25A8C841-A29A-4B4C-BD35-7002357C98DF}" type="presOf" srcId="{3D6BB808-E845-4EC1-9045-B0CAEB1F9CF2}" destId="{0D44636E-1812-4468-B98F-7EBC770D2A1F}" srcOrd="0" destOrd="0" presId="urn:microsoft.com/office/officeart/2018/2/layout/IconVerticalSolidList"/>
    <dgm:cxn modelId="{0F5EAE7B-6C27-42EF-860F-33D36CCB05CF}" srcId="{3D6BB808-E845-4EC1-9045-B0CAEB1F9CF2}" destId="{833DFB80-6DFB-4064-98A1-BA86075A7990}" srcOrd="1" destOrd="0" parTransId="{6F906D76-64CA-4F5B-8631-173E8FF880C3}" sibTransId="{0F30110A-407B-457F-9EC7-547A169C879E}"/>
    <dgm:cxn modelId="{106D577D-E1DA-4DEC-84B4-B7086BA8D94B}" type="presOf" srcId="{A065FB3C-0D00-479F-B494-73232C5E1D37}" destId="{024FD4B3-D0AF-4B7A-9023-AEE58CF6B58E}" srcOrd="0" destOrd="0" presId="urn:microsoft.com/office/officeart/2018/2/layout/IconVerticalSolidList"/>
    <dgm:cxn modelId="{851F809E-5281-4126-8FD5-606D033D5FD8}" srcId="{3D6BB808-E845-4EC1-9045-B0CAEB1F9CF2}" destId="{C2062B67-6430-4D40-A0B8-DB61C820469D}" srcOrd="0" destOrd="0" parTransId="{D41626F3-D4E3-4D28-B4F5-9ACB85253053}" sibTransId="{03199E77-126C-4E9A-B9E8-CE3538015B04}"/>
    <dgm:cxn modelId="{4BB2A0F4-8116-4827-9071-FE7825D9943A}" type="presOf" srcId="{C2062B67-6430-4D40-A0B8-DB61C820469D}" destId="{536BC23B-0864-4420-80C3-F675F952C86A}" srcOrd="0" destOrd="0" presId="urn:microsoft.com/office/officeart/2018/2/layout/IconVerticalSolidList"/>
    <dgm:cxn modelId="{9132A0C9-9157-4440-BC03-1ED961160CB8}" type="presParOf" srcId="{0D44636E-1812-4468-B98F-7EBC770D2A1F}" destId="{3E9BB340-0D06-4581-A5B2-F755A50FBD73}" srcOrd="0" destOrd="0" presId="urn:microsoft.com/office/officeart/2018/2/layout/IconVerticalSolidList"/>
    <dgm:cxn modelId="{E4CB1E6B-2A1A-415B-8A70-D548C8926252}" type="presParOf" srcId="{3E9BB340-0D06-4581-A5B2-F755A50FBD73}" destId="{BD76955A-19EF-4732-B6EB-261D9DAB4797}" srcOrd="0" destOrd="0" presId="urn:microsoft.com/office/officeart/2018/2/layout/IconVerticalSolidList"/>
    <dgm:cxn modelId="{287CF1BD-CEB7-4AB5-9B76-1D636BC1A7FE}" type="presParOf" srcId="{3E9BB340-0D06-4581-A5B2-F755A50FBD73}" destId="{ABCB5867-0556-4256-9D29-755489442349}" srcOrd="1" destOrd="0" presId="urn:microsoft.com/office/officeart/2018/2/layout/IconVerticalSolidList"/>
    <dgm:cxn modelId="{A5F774BA-CB12-4E15-9ACD-3DF9804D394A}" type="presParOf" srcId="{3E9BB340-0D06-4581-A5B2-F755A50FBD73}" destId="{D25DEA20-E28C-48ED-B2EF-55A592DAB5D1}" srcOrd="2" destOrd="0" presId="urn:microsoft.com/office/officeart/2018/2/layout/IconVerticalSolidList"/>
    <dgm:cxn modelId="{0F721D8F-42A2-4ED3-9CBE-342155B642DB}" type="presParOf" srcId="{3E9BB340-0D06-4581-A5B2-F755A50FBD73}" destId="{536BC23B-0864-4420-80C3-F675F952C86A}" srcOrd="3" destOrd="0" presId="urn:microsoft.com/office/officeart/2018/2/layout/IconVerticalSolidList"/>
    <dgm:cxn modelId="{10161090-E281-4780-B72C-F0E74BE3CB2E}" type="presParOf" srcId="{0D44636E-1812-4468-B98F-7EBC770D2A1F}" destId="{14D777DF-DBC5-4BDC-A108-0F8B4C7135FF}" srcOrd="1" destOrd="0" presId="urn:microsoft.com/office/officeart/2018/2/layout/IconVerticalSolidList"/>
    <dgm:cxn modelId="{62A9A656-89CE-4488-9DB6-895876A79186}" type="presParOf" srcId="{0D44636E-1812-4468-B98F-7EBC770D2A1F}" destId="{C86E7AE4-274F-4104-A054-D5B46DD1575A}" srcOrd="2" destOrd="0" presId="urn:microsoft.com/office/officeart/2018/2/layout/IconVerticalSolidList"/>
    <dgm:cxn modelId="{AD9B3AA9-FAE0-47D4-B463-E3666AEFB2B9}" type="presParOf" srcId="{C86E7AE4-274F-4104-A054-D5B46DD1575A}" destId="{2E49182B-C56E-4E79-BC77-7C6A6FE6AAA8}" srcOrd="0" destOrd="0" presId="urn:microsoft.com/office/officeart/2018/2/layout/IconVerticalSolidList"/>
    <dgm:cxn modelId="{1AAB06D8-B483-4C82-8CDF-BB89F4BAA74B}" type="presParOf" srcId="{C86E7AE4-274F-4104-A054-D5B46DD1575A}" destId="{FB8C0229-291A-4D83-9B39-938AE852A042}" srcOrd="1" destOrd="0" presId="urn:microsoft.com/office/officeart/2018/2/layout/IconVerticalSolidList"/>
    <dgm:cxn modelId="{B2DA4728-53E4-4044-8D3F-4E721BDBA36B}" type="presParOf" srcId="{C86E7AE4-274F-4104-A054-D5B46DD1575A}" destId="{8DA3B75E-CA44-40E4-AC87-3B61996DA56C}" srcOrd="2" destOrd="0" presId="urn:microsoft.com/office/officeart/2018/2/layout/IconVerticalSolidList"/>
    <dgm:cxn modelId="{04A7C50C-319F-4A23-8BD4-D99ACC74F665}" type="presParOf" srcId="{C86E7AE4-274F-4104-A054-D5B46DD1575A}" destId="{F1A69F9F-5266-454B-8111-289AAD7D0DB6}" srcOrd="3" destOrd="0" presId="urn:microsoft.com/office/officeart/2018/2/layout/IconVerticalSolidList"/>
    <dgm:cxn modelId="{1019BBF7-14A0-4A90-985C-998B92AE3E02}" type="presParOf" srcId="{0D44636E-1812-4468-B98F-7EBC770D2A1F}" destId="{4962A0AC-E463-4216-BA95-F2CF8934E970}" srcOrd="3" destOrd="0" presId="urn:microsoft.com/office/officeart/2018/2/layout/IconVerticalSolidList"/>
    <dgm:cxn modelId="{EDC42F0A-D463-40DE-A2A4-8BA6D2BF1470}" type="presParOf" srcId="{0D44636E-1812-4468-B98F-7EBC770D2A1F}" destId="{B7B3769F-8008-465A-84A5-F9FFD69E77C9}" srcOrd="4" destOrd="0" presId="urn:microsoft.com/office/officeart/2018/2/layout/IconVerticalSolidList"/>
    <dgm:cxn modelId="{9B9F352A-64BE-45DC-B3A8-0D8FA2A7AC94}" type="presParOf" srcId="{B7B3769F-8008-465A-84A5-F9FFD69E77C9}" destId="{D118C6DF-EF16-4A74-9894-DD08D1C19BAD}" srcOrd="0" destOrd="0" presId="urn:microsoft.com/office/officeart/2018/2/layout/IconVerticalSolidList"/>
    <dgm:cxn modelId="{E51A146C-9386-4EF6-A4E5-6348A8621C17}" type="presParOf" srcId="{B7B3769F-8008-465A-84A5-F9FFD69E77C9}" destId="{6C9C81B5-FAF0-4C2E-9478-0C21F3EB92C7}" srcOrd="1" destOrd="0" presId="urn:microsoft.com/office/officeart/2018/2/layout/IconVerticalSolidList"/>
    <dgm:cxn modelId="{840417F6-D08A-4AE0-A549-0C4554DF231B}" type="presParOf" srcId="{B7B3769F-8008-465A-84A5-F9FFD69E77C9}" destId="{71E0D5FF-66EB-4291-8A31-4B55C306C4FB}" srcOrd="2" destOrd="0" presId="urn:microsoft.com/office/officeart/2018/2/layout/IconVerticalSolidList"/>
    <dgm:cxn modelId="{CEB72994-9A79-412F-B350-7CA151EA2436}" type="presParOf" srcId="{B7B3769F-8008-465A-84A5-F9FFD69E77C9}" destId="{024FD4B3-D0AF-4B7A-9023-AEE58CF6B58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C3165-4C71-4D6B-9D46-820CD2CB60AE}">
      <dsp:nvSpPr>
        <dsp:cNvPr id="0" name=""/>
        <dsp:cNvSpPr/>
      </dsp:nvSpPr>
      <dsp:spPr>
        <a:xfrm>
          <a:off x="0" y="542"/>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40F021-78E9-4F66-87DB-ED3F83DA72B1}">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FDF577F-A45E-4783-9073-BAE1A74334B2}">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Understand basic Verilog syntax and module structure</a:t>
          </a:r>
        </a:p>
      </dsp:txBody>
      <dsp:txXfrm>
        <a:off x="1466029" y="542"/>
        <a:ext cx="9811570" cy="1269289"/>
      </dsp:txXfrm>
    </dsp:sp>
    <dsp:sp modelId="{DA4E61A9-7BC8-48F6-8DC8-3B97BB7CAE88}">
      <dsp:nvSpPr>
        <dsp:cNvPr id="0" name=""/>
        <dsp:cNvSpPr/>
      </dsp:nvSpPr>
      <dsp:spPr>
        <a:xfrm>
          <a:off x="0" y="1587154"/>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1BF02E-5E82-401E-9B0D-4CE8CE469C73}">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893A7B-651E-4DDC-B639-FCE837C188D2}">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Design and implement a simple ALU</a:t>
          </a:r>
        </a:p>
      </dsp:txBody>
      <dsp:txXfrm>
        <a:off x="1466029" y="1587154"/>
        <a:ext cx="9811570" cy="1269289"/>
      </dsp:txXfrm>
    </dsp:sp>
    <dsp:sp modelId="{05EA5E7B-8796-4972-B4D8-0DCF9CBAE2E2}">
      <dsp:nvSpPr>
        <dsp:cNvPr id="0" name=""/>
        <dsp:cNvSpPr/>
      </dsp:nvSpPr>
      <dsp:spPr>
        <a:xfrm>
          <a:off x="0" y="3173766"/>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3BDA60-8AF2-437D-BB66-9CC953DBAB21}">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A2E3E8-913F-4753-9B19-B746F4D9C26F}">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Perform simulation and interpret waveforms</a:t>
          </a:r>
        </a:p>
      </dsp:txBody>
      <dsp:txXfrm>
        <a:off x="1466029" y="3173766"/>
        <a:ext cx="9811570" cy="1269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121803-F687-4E65-BA9A-1519A72BC232}">
      <dsp:nvSpPr>
        <dsp:cNvPr id="0" name=""/>
        <dsp:cNvSpPr/>
      </dsp:nvSpPr>
      <dsp:spPr>
        <a:xfrm rot="5400000">
          <a:off x="6801745" y="-2524999"/>
          <a:ext cx="1734044" cy="7217664"/>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0" tIns="95250" rIns="190500" bIns="95250" numCol="1" spcCol="1270" anchor="ctr" anchorCtr="0">
          <a:noAutofit/>
        </a:bodyPr>
        <a:lstStyle/>
        <a:p>
          <a:pPr marL="285750" lvl="1" indent="-285750" algn="l" defTabSz="2222500">
            <a:lnSpc>
              <a:spcPct val="90000"/>
            </a:lnSpc>
            <a:spcBef>
              <a:spcPct val="0"/>
            </a:spcBef>
            <a:spcAft>
              <a:spcPct val="15000"/>
            </a:spcAft>
            <a:buChar char="•"/>
          </a:pPr>
          <a:r>
            <a:rPr lang="en-US" sz="5000" kern="1200"/>
            <a:t>Continuous (combinational)</a:t>
          </a:r>
        </a:p>
      </dsp:txBody>
      <dsp:txXfrm rot="-5400000">
        <a:off x="4059936" y="301459"/>
        <a:ext cx="7133015" cy="1564746"/>
      </dsp:txXfrm>
    </dsp:sp>
    <dsp:sp modelId="{0FB5649E-FAAB-400A-908F-89E197F40B4E}">
      <dsp:nvSpPr>
        <dsp:cNvPr id="0" name=""/>
        <dsp:cNvSpPr/>
      </dsp:nvSpPr>
      <dsp:spPr>
        <a:xfrm>
          <a:off x="0" y="54"/>
          <a:ext cx="4059936" cy="216755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43840" tIns="121920" rIns="243840" bIns="121920" numCol="1" spcCol="1270" anchor="ctr" anchorCtr="0">
          <a:noAutofit/>
        </a:bodyPr>
        <a:lstStyle/>
        <a:p>
          <a:pPr marL="0" lvl="0" indent="0" algn="ctr" defTabSz="2844800">
            <a:lnSpc>
              <a:spcPct val="90000"/>
            </a:lnSpc>
            <a:spcBef>
              <a:spcPct val="0"/>
            </a:spcBef>
            <a:spcAft>
              <a:spcPct val="35000"/>
            </a:spcAft>
            <a:buNone/>
          </a:pPr>
          <a:r>
            <a:rPr lang="en-US" sz="6400" kern="1200"/>
            <a:t>assign</a:t>
          </a:r>
        </a:p>
      </dsp:txBody>
      <dsp:txXfrm>
        <a:off x="105811" y="105865"/>
        <a:ext cx="3848314" cy="1955933"/>
      </dsp:txXfrm>
    </dsp:sp>
    <dsp:sp modelId="{7D417C6C-C872-4A22-82A1-2FC9C847BAD0}">
      <dsp:nvSpPr>
        <dsp:cNvPr id="0" name=""/>
        <dsp:cNvSpPr/>
      </dsp:nvSpPr>
      <dsp:spPr>
        <a:xfrm rot="5400000">
          <a:off x="6801745" y="-249066"/>
          <a:ext cx="1734044" cy="7217664"/>
        </a:xfrm>
        <a:prstGeom prst="round2Same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90500" tIns="95250" rIns="190500" bIns="95250" numCol="1" spcCol="1270" anchor="ctr" anchorCtr="0">
          <a:noAutofit/>
        </a:bodyPr>
        <a:lstStyle/>
        <a:p>
          <a:pPr marL="285750" lvl="1" indent="-285750" algn="l" defTabSz="2222500">
            <a:lnSpc>
              <a:spcPct val="90000"/>
            </a:lnSpc>
            <a:spcBef>
              <a:spcPct val="0"/>
            </a:spcBef>
            <a:spcAft>
              <a:spcPct val="15000"/>
            </a:spcAft>
            <a:buChar char="•"/>
          </a:pPr>
          <a:r>
            <a:rPr lang="en-US" sz="5000" kern="1200" dirty="0"/>
            <a:t>Procedural (sequential or combinational)</a:t>
          </a:r>
        </a:p>
      </dsp:txBody>
      <dsp:txXfrm rot="-5400000">
        <a:off x="4059936" y="2577392"/>
        <a:ext cx="7133015" cy="1564746"/>
      </dsp:txXfrm>
    </dsp:sp>
    <dsp:sp modelId="{D7D3E54D-6B88-4ABB-8C6C-FB1F7E046DFF}">
      <dsp:nvSpPr>
        <dsp:cNvPr id="0" name=""/>
        <dsp:cNvSpPr/>
      </dsp:nvSpPr>
      <dsp:spPr>
        <a:xfrm>
          <a:off x="0" y="2275987"/>
          <a:ext cx="4059936" cy="216755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43840" tIns="121920" rIns="243840" bIns="121920" numCol="1" spcCol="1270" anchor="ctr" anchorCtr="0">
          <a:noAutofit/>
        </a:bodyPr>
        <a:lstStyle/>
        <a:p>
          <a:pPr marL="0" lvl="0" indent="0" algn="ctr" defTabSz="2844800">
            <a:lnSpc>
              <a:spcPct val="90000"/>
            </a:lnSpc>
            <a:spcBef>
              <a:spcPct val="0"/>
            </a:spcBef>
            <a:spcAft>
              <a:spcPct val="35000"/>
            </a:spcAft>
            <a:buNone/>
          </a:pPr>
          <a:r>
            <a:rPr lang="en-US" sz="6400" kern="1200" dirty="0"/>
            <a:t>always block</a:t>
          </a:r>
        </a:p>
      </dsp:txBody>
      <dsp:txXfrm>
        <a:off x="105811" y="2381798"/>
        <a:ext cx="3848314" cy="19559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C2BE5-51D5-4768-A8B9-BF75F4012C50}">
      <dsp:nvSpPr>
        <dsp:cNvPr id="0" name=""/>
        <dsp:cNvSpPr/>
      </dsp:nvSpPr>
      <dsp:spPr>
        <a:xfrm>
          <a:off x="1045574" y="929758"/>
          <a:ext cx="1476393" cy="14763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4CD379-FF63-430E-B029-6628122543E9}">
      <dsp:nvSpPr>
        <dsp:cNvPr id="0" name=""/>
        <dsp:cNvSpPr/>
      </dsp:nvSpPr>
      <dsp:spPr>
        <a:xfrm>
          <a:off x="143334"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dirty="0"/>
            <a:t>Simulation is how we test hardware</a:t>
          </a:r>
        </a:p>
      </dsp:txBody>
      <dsp:txXfrm>
        <a:off x="143334" y="2793839"/>
        <a:ext cx="3280874" cy="720000"/>
      </dsp:txXfrm>
    </dsp:sp>
    <dsp:sp modelId="{F4184000-2ED9-4745-BC9C-1D94ABFF0432}">
      <dsp:nvSpPr>
        <dsp:cNvPr id="0" name=""/>
        <dsp:cNvSpPr/>
      </dsp:nvSpPr>
      <dsp:spPr>
        <a:xfrm>
          <a:off x="4900603" y="929758"/>
          <a:ext cx="1476393" cy="14763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695B95-590A-42A2-99E3-F24FAE4E0C15}">
      <dsp:nvSpPr>
        <dsp:cNvPr id="0" name=""/>
        <dsp:cNvSpPr/>
      </dsp:nvSpPr>
      <dsp:spPr>
        <a:xfrm>
          <a:off x="3998362"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Equivalent to unit testing in software</a:t>
          </a:r>
        </a:p>
      </dsp:txBody>
      <dsp:txXfrm>
        <a:off x="3998362" y="2793839"/>
        <a:ext cx="3280874" cy="720000"/>
      </dsp:txXfrm>
    </dsp:sp>
    <dsp:sp modelId="{28A30751-51BA-4F1C-8432-C2763C83948C}">
      <dsp:nvSpPr>
        <dsp:cNvPr id="0" name=""/>
        <dsp:cNvSpPr/>
      </dsp:nvSpPr>
      <dsp:spPr>
        <a:xfrm>
          <a:off x="8755631" y="929758"/>
          <a:ext cx="1476393" cy="14763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877D3B-7248-4049-AD19-6173A1D70AAD}">
      <dsp:nvSpPr>
        <dsp:cNvPr id="0" name=""/>
        <dsp:cNvSpPr/>
      </dsp:nvSpPr>
      <dsp:spPr>
        <a:xfrm>
          <a:off x="7853390"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dirty="0"/>
            <a:t>Run before building real hardware</a:t>
          </a:r>
        </a:p>
      </dsp:txBody>
      <dsp:txXfrm>
        <a:off x="7853390" y="2793839"/>
        <a:ext cx="3280874"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A58306-6912-4ACB-9A5C-419DFD8E7DCC}">
      <dsp:nvSpPr>
        <dsp:cNvPr id="0" name=""/>
        <dsp:cNvSpPr/>
      </dsp:nvSpPr>
      <dsp:spPr>
        <a:xfrm>
          <a:off x="0" y="542"/>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3E0FE6-63F0-4866-969E-EB8AA47BD5B4}">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484959-0FB5-4FF4-98CA-8F1E28C966BE}">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Catch bugs early</a:t>
          </a:r>
        </a:p>
      </dsp:txBody>
      <dsp:txXfrm>
        <a:off x="1466029" y="542"/>
        <a:ext cx="9811570" cy="1269289"/>
      </dsp:txXfrm>
    </dsp:sp>
    <dsp:sp modelId="{8ECBFA03-2571-4254-98A8-0A684216B8BE}">
      <dsp:nvSpPr>
        <dsp:cNvPr id="0" name=""/>
        <dsp:cNvSpPr/>
      </dsp:nvSpPr>
      <dsp:spPr>
        <a:xfrm>
          <a:off x="0" y="1587154"/>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A431EA-FC5F-456B-8D36-7563088DBF36}">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77CA7B-E5BD-4A39-8A91-B385D579F859}">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Faster than hardware debugging</a:t>
          </a:r>
        </a:p>
      </dsp:txBody>
      <dsp:txXfrm>
        <a:off x="1466029" y="1587154"/>
        <a:ext cx="9811570" cy="1269289"/>
      </dsp:txXfrm>
    </dsp:sp>
    <dsp:sp modelId="{2DEA2718-FD9E-4C51-9B5B-DE0745157F03}">
      <dsp:nvSpPr>
        <dsp:cNvPr id="0" name=""/>
        <dsp:cNvSpPr/>
      </dsp:nvSpPr>
      <dsp:spPr>
        <a:xfrm>
          <a:off x="0" y="3173766"/>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7EA9F3-8956-43B4-8AA2-7594BE951DB7}">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E1D20F-A000-4852-9F72-E24D4A883A37}">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No risk of damaging hardware</a:t>
          </a:r>
        </a:p>
      </dsp:txBody>
      <dsp:txXfrm>
        <a:off x="1466029" y="3173766"/>
        <a:ext cx="9811570" cy="12692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133767-3F14-410E-BFA6-5BEB12B1D7A7}">
      <dsp:nvSpPr>
        <dsp:cNvPr id="0" name=""/>
        <dsp:cNvSpPr/>
      </dsp:nvSpPr>
      <dsp:spPr>
        <a:xfrm>
          <a:off x="0" y="542"/>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0427FA-ECAF-43DB-AC8A-D175B0B48EC5}">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65203E-97DA-4213-948B-23AB1738DA33}">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Special Verilog modules for testing</a:t>
          </a:r>
        </a:p>
      </dsp:txBody>
      <dsp:txXfrm>
        <a:off x="1466029" y="542"/>
        <a:ext cx="9811570" cy="1269289"/>
      </dsp:txXfrm>
    </dsp:sp>
    <dsp:sp modelId="{807668F7-FCEB-4677-A8B3-1B482AF958B0}">
      <dsp:nvSpPr>
        <dsp:cNvPr id="0" name=""/>
        <dsp:cNvSpPr/>
      </dsp:nvSpPr>
      <dsp:spPr>
        <a:xfrm>
          <a:off x="0" y="1587154"/>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52736C-F4C9-4AC3-B455-85E6FADB726E}">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8B2065-BB9A-429F-AF1F-340E35AB046A}">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No inputs/outputs</a:t>
          </a:r>
        </a:p>
      </dsp:txBody>
      <dsp:txXfrm>
        <a:off x="1466029" y="1587154"/>
        <a:ext cx="9811570" cy="1269289"/>
      </dsp:txXfrm>
    </dsp:sp>
    <dsp:sp modelId="{80551178-20AB-413B-88F7-FBBC66CC1B50}">
      <dsp:nvSpPr>
        <dsp:cNvPr id="0" name=""/>
        <dsp:cNvSpPr/>
      </dsp:nvSpPr>
      <dsp:spPr>
        <a:xfrm>
          <a:off x="0" y="3173766"/>
          <a:ext cx="11277600" cy="1269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05645F-22D3-4C9A-8293-BE8D4680D281}">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07C8C2-8F17-407F-82DD-5FAB80C2D8F9}">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Drive signals into your design</a:t>
          </a:r>
        </a:p>
      </dsp:txBody>
      <dsp:txXfrm>
        <a:off x="1466029" y="3173766"/>
        <a:ext cx="9811570" cy="12692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2E8ECD-32BA-42F8-B003-9D5A4E19A0C9}">
      <dsp:nvSpPr>
        <dsp:cNvPr id="0" name=""/>
        <dsp:cNvSpPr/>
      </dsp:nvSpPr>
      <dsp:spPr>
        <a:xfrm>
          <a:off x="1045574" y="929758"/>
          <a:ext cx="1476393" cy="14763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703E79-309D-4C32-844E-4E1477F47022}">
      <dsp:nvSpPr>
        <dsp:cNvPr id="0" name=""/>
        <dsp:cNvSpPr/>
      </dsp:nvSpPr>
      <dsp:spPr>
        <a:xfrm>
          <a:off x="143334"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Apply multiple test cases automatically</a:t>
          </a:r>
        </a:p>
      </dsp:txBody>
      <dsp:txXfrm>
        <a:off x="143334" y="2793839"/>
        <a:ext cx="3280874" cy="720000"/>
      </dsp:txXfrm>
    </dsp:sp>
    <dsp:sp modelId="{6AF8A12B-CE0E-4804-B8D8-38D633D03A66}">
      <dsp:nvSpPr>
        <dsp:cNvPr id="0" name=""/>
        <dsp:cNvSpPr/>
      </dsp:nvSpPr>
      <dsp:spPr>
        <a:xfrm>
          <a:off x="4900603" y="929758"/>
          <a:ext cx="1476393" cy="14763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94C393-89BD-4183-ACAE-72EEA837C3E4}">
      <dsp:nvSpPr>
        <dsp:cNvPr id="0" name=""/>
        <dsp:cNvSpPr/>
      </dsp:nvSpPr>
      <dsp:spPr>
        <a:xfrm>
          <a:off x="3998362"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Repeatable and scalable</a:t>
          </a:r>
        </a:p>
      </dsp:txBody>
      <dsp:txXfrm>
        <a:off x="3998362" y="2793839"/>
        <a:ext cx="3280874" cy="720000"/>
      </dsp:txXfrm>
    </dsp:sp>
    <dsp:sp modelId="{70FDD57D-315C-4529-B66F-63F20399F4EC}">
      <dsp:nvSpPr>
        <dsp:cNvPr id="0" name=""/>
        <dsp:cNvSpPr/>
      </dsp:nvSpPr>
      <dsp:spPr>
        <a:xfrm>
          <a:off x="8755631" y="929758"/>
          <a:ext cx="1476393" cy="14763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27D0FB-C42F-44AF-A1C4-DAAD5C6F8566}">
      <dsp:nvSpPr>
        <dsp:cNvPr id="0" name=""/>
        <dsp:cNvSpPr/>
      </dsp:nvSpPr>
      <dsp:spPr>
        <a:xfrm>
          <a:off x="7853390" y="2793839"/>
          <a:ext cx="328087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Key mindset: </a:t>
          </a:r>
        </a:p>
        <a:p>
          <a:pPr marL="0" lvl="0" indent="0" algn="ctr" defTabSz="755650">
            <a:lnSpc>
              <a:spcPct val="90000"/>
            </a:lnSpc>
            <a:spcBef>
              <a:spcPct val="0"/>
            </a:spcBef>
            <a:spcAft>
              <a:spcPct val="35000"/>
            </a:spcAft>
            <a:buNone/>
          </a:pPr>
          <a:r>
            <a:rPr lang="en-US" sz="1700" kern="1200" dirty="0"/>
            <a:t>design → test → debug → repeat</a:t>
          </a:r>
        </a:p>
      </dsp:txBody>
      <dsp:txXfrm>
        <a:off x="7853390" y="2793839"/>
        <a:ext cx="3280874"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8F777D-9389-4DB9-9D1A-D8BE50108BD7}">
      <dsp:nvSpPr>
        <dsp:cNvPr id="0" name=""/>
        <dsp:cNvSpPr/>
      </dsp:nvSpPr>
      <dsp:spPr>
        <a:xfrm>
          <a:off x="12979" y="888719"/>
          <a:ext cx="2853172" cy="855951"/>
        </a:xfrm>
        <a:prstGeom prst="chevron">
          <a:avLst>
            <a:gd name="adj" fmla="val 3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5686" tIns="105686" rIns="105686" bIns="105686" numCol="1" spcCol="1270" anchor="ctr" anchorCtr="0">
          <a:noAutofit/>
        </a:bodyPr>
        <a:lstStyle/>
        <a:p>
          <a:pPr marL="0" lvl="0" indent="0" algn="ctr" defTabSz="1244600">
            <a:lnSpc>
              <a:spcPct val="90000"/>
            </a:lnSpc>
            <a:spcBef>
              <a:spcPct val="0"/>
            </a:spcBef>
            <a:spcAft>
              <a:spcPct val="35000"/>
            </a:spcAft>
            <a:buNone/>
          </a:pPr>
          <a:r>
            <a:rPr lang="en-US" sz="2800" kern="1200"/>
            <a:t>Write</a:t>
          </a:r>
        </a:p>
      </dsp:txBody>
      <dsp:txXfrm>
        <a:off x="269764" y="888719"/>
        <a:ext cx="2339602" cy="855951"/>
      </dsp:txXfrm>
    </dsp:sp>
    <dsp:sp modelId="{4C1E167A-D107-4147-8BD6-16CF5A5DCF91}">
      <dsp:nvSpPr>
        <dsp:cNvPr id="0" name=""/>
        <dsp:cNvSpPr/>
      </dsp:nvSpPr>
      <dsp:spPr>
        <a:xfrm>
          <a:off x="12979" y="1744671"/>
          <a:ext cx="2596386" cy="18102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172" tIns="205172" rIns="205172" bIns="410344" numCol="1" spcCol="1270" anchor="t" anchorCtr="0">
          <a:noAutofit/>
        </a:bodyPr>
        <a:lstStyle/>
        <a:p>
          <a:pPr marL="0" lvl="0" indent="0" algn="l" defTabSz="889000">
            <a:lnSpc>
              <a:spcPct val="90000"/>
            </a:lnSpc>
            <a:spcBef>
              <a:spcPct val="0"/>
            </a:spcBef>
            <a:spcAft>
              <a:spcPct val="35000"/>
            </a:spcAft>
            <a:buNone/>
          </a:pPr>
          <a:r>
            <a:rPr lang="en-US" sz="2000" kern="1200" dirty="0"/>
            <a:t>Write Verilog module (design)</a:t>
          </a:r>
        </a:p>
      </dsp:txBody>
      <dsp:txXfrm>
        <a:off x="12979" y="1744671"/>
        <a:ext cx="2596386" cy="1810207"/>
      </dsp:txXfrm>
    </dsp:sp>
    <dsp:sp modelId="{D0A08B6E-D6C4-4602-8B62-8680A505C198}">
      <dsp:nvSpPr>
        <dsp:cNvPr id="0" name=""/>
        <dsp:cNvSpPr/>
      </dsp:nvSpPr>
      <dsp:spPr>
        <a:xfrm>
          <a:off x="2809857" y="888719"/>
          <a:ext cx="2853172" cy="855951"/>
        </a:xfrm>
        <a:prstGeom prst="chevron">
          <a:avLst>
            <a:gd name="adj" fmla="val 3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5686" tIns="105686" rIns="105686" bIns="105686" numCol="1" spcCol="1270" anchor="ctr" anchorCtr="0">
          <a:noAutofit/>
        </a:bodyPr>
        <a:lstStyle/>
        <a:p>
          <a:pPr marL="0" lvl="0" indent="0" algn="ctr" defTabSz="1244600">
            <a:lnSpc>
              <a:spcPct val="90000"/>
            </a:lnSpc>
            <a:spcBef>
              <a:spcPct val="0"/>
            </a:spcBef>
            <a:spcAft>
              <a:spcPct val="35000"/>
            </a:spcAft>
            <a:buNone/>
          </a:pPr>
          <a:r>
            <a:rPr lang="en-US" sz="2800" kern="1200"/>
            <a:t>Write</a:t>
          </a:r>
        </a:p>
      </dsp:txBody>
      <dsp:txXfrm>
        <a:off x="3066642" y="888719"/>
        <a:ext cx="2339602" cy="855951"/>
      </dsp:txXfrm>
    </dsp:sp>
    <dsp:sp modelId="{FC3557E0-51EB-4121-A10C-A03140ACD02B}">
      <dsp:nvSpPr>
        <dsp:cNvPr id="0" name=""/>
        <dsp:cNvSpPr/>
      </dsp:nvSpPr>
      <dsp:spPr>
        <a:xfrm>
          <a:off x="2809857" y="1744671"/>
          <a:ext cx="2596386" cy="18102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172" tIns="205172" rIns="205172" bIns="410344" numCol="1" spcCol="1270" anchor="t" anchorCtr="0">
          <a:noAutofit/>
        </a:bodyPr>
        <a:lstStyle/>
        <a:p>
          <a:pPr marL="0" lvl="0" indent="0" algn="l" defTabSz="889000">
            <a:lnSpc>
              <a:spcPct val="90000"/>
            </a:lnSpc>
            <a:spcBef>
              <a:spcPct val="0"/>
            </a:spcBef>
            <a:spcAft>
              <a:spcPct val="35000"/>
            </a:spcAft>
            <a:buNone/>
          </a:pPr>
          <a:r>
            <a:rPr lang="en-US" sz="2000" kern="1200"/>
            <a:t>Write testbench (tests)</a:t>
          </a:r>
        </a:p>
      </dsp:txBody>
      <dsp:txXfrm>
        <a:off x="2809857" y="1744671"/>
        <a:ext cx="2596386" cy="1810207"/>
      </dsp:txXfrm>
    </dsp:sp>
    <dsp:sp modelId="{CFF0A9F8-62E9-48BF-8C49-FC9B854B458B}">
      <dsp:nvSpPr>
        <dsp:cNvPr id="0" name=""/>
        <dsp:cNvSpPr/>
      </dsp:nvSpPr>
      <dsp:spPr>
        <a:xfrm>
          <a:off x="5606736" y="888719"/>
          <a:ext cx="2853172" cy="855951"/>
        </a:xfrm>
        <a:prstGeom prst="chevron">
          <a:avLst>
            <a:gd name="adj" fmla="val 3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5686" tIns="105686" rIns="105686" bIns="105686" numCol="1" spcCol="1270" anchor="ctr" anchorCtr="0">
          <a:noAutofit/>
        </a:bodyPr>
        <a:lstStyle/>
        <a:p>
          <a:pPr marL="0" lvl="0" indent="0" algn="ctr" defTabSz="1244600">
            <a:lnSpc>
              <a:spcPct val="90000"/>
            </a:lnSpc>
            <a:spcBef>
              <a:spcPct val="0"/>
            </a:spcBef>
            <a:spcAft>
              <a:spcPct val="35000"/>
            </a:spcAft>
            <a:buNone/>
          </a:pPr>
          <a:r>
            <a:rPr lang="en-US" sz="2800" kern="1200"/>
            <a:t>Run</a:t>
          </a:r>
        </a:p>
      </dsp:txBody>
      <dsp:txXfrm>
        <a:off x="5863521" y="888719"/>
        <a:ext cx="2339602" cy="855951"/>
      </dsp:txXfrm>
    </dsp:sp>
    <dsp:sp modelId="{D4906896-C0AE-40D2-9A98-97F72EC65AB9}">
      <dsp:nvSpPr>
        <dsp:cNvPr id="0" name=""/>
        <dsp:cNvSpPr/>
      </dsp:nvSpPr>
      <dsp:spPr>
        <a:xfrm>
          <a:off x="5606736" y="1744671"/>
          <a:ext cx="2596386" cy="18102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172" tIns="205172" rIns="205172" bIns="410344" numCol="1" spcCol="1270" anchor="t" anchorCtr="0">
          <a:noAutofit/>
        </a:bodyPr>
        <a:lstStyle/>
        <a:p>
          <a:pPr marL="0" lvl="0" indent="0" algn="l" defTabSz="889000">
            <a:lnSpc>
              <a:spcPct val="90000"/>
            </a:lnSpc>
            <a:spcBef>
              <a:spcPct val="0"/>
            </a:spcBef>
            <a:spcAft>
              <a:spcPct val="35000"/>
            </a:spcAft>
            <a:buNone/>
          </a:pPr>
          <a:r>
            <a:rPr lang="en-US" sz="2000" kern="1200"/>
            <a:t>Run simulation (execute tests)</a:t>
          </a:r>
        </a:p>
      </dsp:txBody>
      <dsp:txXfrm>
        <a:off x="5606736" y="1744671"/>
        <a:ext cx="2596386" cy="1810207"/>
      </dsp:txXfrm>
    </dsp:sp>
    <dsp:sp modelId="{B97180B3-F5CA-4912-93FD-ECA7159ACAD1}">
      <dsp:nvSpPr>
        <dsp:cNvPr id="0" name=""/>
        <dsp:cNvSpPr/>
      </dsp:nvSpPr>
      <dsp:spPr>
        <a:xfrm>
          <a:off x="8403614" y="888719"/>
          <a:ext cx="2853172" cy="855951"/>
        </a:xfrm>
        <a:prstGeom prst="chevron">
          <a:avLst>
            <a:gd name="adj" fmla="val 3000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05686" tIns="105686" rIns="105686" bIns="105686" numCol="1" spcCol="1270" anchor="ctr" anchorCtr="0">
          <a:noAutofit/>
        </a:bodyPr>
        <a:lstStyle/>
        <a:p>
          <a:pPr marL="0" lvl="0" indent="0" algn="ctr" defTabSz="1244600">
            <a:lnSpc>
              <a:spcPct val="90000"/>
            </a:lnSpc>
            <a:spcBef>
              <a:spcPct val="0"/>
            </a:spcBef>
            <a:spcAft>
              <a:spcPct val="35000"/>
            </a:spcAft>
            <a:buNone/>
          </a:pPr>
          <a:r>
            <a:rPr lang="en-US" sz="2800" kern="1200"/>
            <a:t>Analyze</a:t>
          </a:r>
        </a:p>
      </dsp:txBody>
      <dsp:txXfrm>
        <a:off x="8660399" y="888719"/>
        <a:ext cx="2339602" cy="855951"/>
      </dsp:txXfrm>
    </dsp:sp>
    <dsp:sp modelId="{A2DD96B2-B0B6-40E6-A021-6C69FF5D6A3A}">
      <dsp:nvSpPr>
        <dsp:cNvPr id="0" name=""/>
        <dsp:cNvSpPr/>
      </dsp:nvSpPr>
      <dsp:spPr>
        <a:xfrm>
          <a:off x="8403614" y="1744671"/>
          <a:ext cx="2596386" cy="1810207"/>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5172" tIns="205172" rIns="205172" bIns="410344" numCol="1" spcCol="1270" anchor="t" anchorCtr="0">
          <a:noAutofit/>
        </a:bodyPr>
        <a:lstStyle/>
        <a:p>
          <a:pPr marL="0" lvl="0" indent="0" algn="l" defTabSz="889000">
            <a:lnSpc>
              <a:spcPct val="90000"/>
            </a:lnSpc>
            <a:spcBef>
              <a:spcPct val="0"/>
            </a:spcBef>
            <a:spcAft>
              <a:spcPct val="35000"/>
            </a:spcAft>
            <a:buNone/>
          </a:pPr>
          <a:r>
            <a:rPr lang="en-US" sz="2000" kern="1200" dirty="0"/>
            <a:t>Analyze waveforms (debug)</a:t>
          </a:r>
        </a:p>
      </dsp:txBody>
      <dsp:txXfrm>
        <a:off x="8403614" y="1744671"/>
        <a:ext cx="2596386" cy="18102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73788-182F-46C7-A5ED-A8D245CCAF7E}">
      <dsp:nvSpPr>
        <dsp:cNvPr id="0" name=""/>
        <dsp:cNvSpPr/>
      </dsp:nvSpPr>
      <dsp:spPr>
        <a:xfrm>
          <a:off x="727049" y="534298"/>
          <a:ext cx="2024437" cy="2024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2A3843-284B-4E25-B2E2-F76E95602934}">
      <dsp:nvSpPr>
        <dsp:cNvPr id="0" name=""/>
        <dsp:cNvSpPr/>
      </dsp:nvSpPr>
      <dsp:spPr>
        <a:xfrm>
          <a:off x="1158487" y="965736"/>
          <a:ext cx="1161562" cy="1161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434E0E-083C-4213-B647-A4E9B802EA64}">
      <dsp:nvSpPr>
        <dsp:cNvPr id="0" name=""/>
        <dsp:cNvSpPr/>
      </dsp:nvSpPr>
      <dsp:spPr>
        <a:xfrm>
          <a:off x="79893" y="3189299"/>
          <a:ext cx="33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dirty="0"/>
            <a:t>Hardware design is NOT guess-and-check</a:t>
          </a:r>
        </a:p>
      </dsp:txBody>
      <dsp:txXfrm>
        <a:off x="79893" y="3189299"/>
        <a:ext cx="3318750" cy="720000"/>
      </dsp:txXfrm>
    </dsp:sp>
    <dsp:sp modelId="{E0427912-0FBE-4D9D-8C2A-ECF107112DC3}">
      <dsp:nvSpPr>
        <dsp:cNvPr id="0" name=""/>
        <dsp:cNvSpPr/>
      </dsp:nvSpPr>
      <dsp:spPr>
        <a:xfrm>
          <a:off x="4626581" y="534298"/>
          <a:ext cx="2024437" cy="2024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ECB0A6-D5F4-4EFE-A8B8-5300A5EC6717}">
      <dsp:nvSpPr>
        <dsp:cNvPr id="0" name=""/>
        <dsp:cNvSpPr/>
      </dsp:nvSpPr>
      <dsp:spPr>
        <a:xfrm>
          <a:off x="5058018" y="965736"/>
          <a:ext cx="1161562" cy="1161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5962AD-1230-45D8-A46E-4FF9A485E41A}">
      <dsp:nvSpPr>
        <dsp:cNvPr id="0" name=""/>
        <dsp:cNvSpPr/>
      </dsp:nvSpPr>
      <dsp:spPr>
        <a:xfrm>
          <a:off x="3979425" y="3189299"/>
          <a:ext cx="33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It is systematic testing and verification</a:t>
          </a:r>
        </a:p>
      </dsp:txBody>
      <dsp:txXfrm>
        <a:off x="3979425" y="3189299"/>
        <a:ext cx="3318750" cy="720000"/>
      </dsp:txXfrm>
    </dsp:sp>
    <dsp:sp modelId="{FD35CA13-D141-4B6C-ACE8-BC67B5F3692C}">
      <dsp:nvSpPr>
        <dsp:cNvPr id="0" name=""/>
        <dsp:cNvSpPr/>
      </dsp:nvSpPr>
      <dsp:spPr>
        <a:xfrm>
          <a:off x="8526112" y="534298"/>
          <a:ext cx="2024437" cy="2024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95D99B-3D4C-44A6-881D-21F13E797203}">
      <dsp:nvSpPr>
        <dsp:cNvPr id="0" name=""/>
        <dsp:cNvSpPr/>
      </dsp:nvSpPr>
      <dsp:spPr>
        <a:xfrm>
          <a:off x="8957550" y="965736"/>
          <a:ext cx="1161562" cy="1161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3ED654-1507-4D52-99A5-6CD3564E25DA}">
      <dsp:nvSpPr>
        <dsp:cNvPr id="0" name=""/>
        <dsp:cNvSpPr/>
      </dsp:nvSpPr>
      <dsp:spPr>
        <a:xfrm>
          <a:off x="7878956" y="3189299"/>
          <a:ext cx="33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dirty="0"/>
            <a:t>Simulation is your primary tool</a:t>
          </a:r>
        </a:p>
      </dsp:txBody>
      <dsp:txXfrm>
        <a:off x="7878956" y="3189299"/>
        <a:ext cx="3318750" cy="7200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57F121-9FBE-4EFE-8048-3FD433D9ED7A}">
      <dsp:nvSpPr>
        <dsp:cNvPr id="0" name=""/>
        <dsp:cNvSpPr/>
      </dsp:nvSpPr>
      <dsp:spPr>
        <a:xfrm>
          <a:off x="0" y="23638"/>
          <a:ext cx="11277600" cy="10062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Verilog defines hardware behavior</a:t>
          </a:r>
        </a:p>
      </dsp:txBody>
      <dsp:txXfrm>
        <a:off x="49119" y="72757"/>
        <a:ext cx="11179362" cy="907962"/>
      </dsp:txXfrm>
    </dsp:sp>
    <dsp:sp modelId="{1FF16C02-6CDC-4F62-8F5E-5136D2287652}">
      <dsp:nvSpPr>
        <dsp:cNvPr id="0" name=""/>
        <dsp:cNvSpPr/>
      </dsp:nvSpPr>
      <dsp:spPr>
        <a:xfrm>
          <a:off x="0" y="1153678"/>
          <a:ext cx="11277600" cy="10062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ALU performs core operations</a:t>
          </a:r>
        </a:p>
      </dsp:txBody>
      <dsp:txXfrm>
        <a:off x="49119" y="1202797"/>
        <a:ext cx="11179362" cy="907962"/>
      </dsp:txXfrm>
    </dsp:sp>
    <dsp:sp modelId="{82969AFA-D976-4D10-852F-F460F526E8C4}">
      <dsp:nvSpPr>
        <dsp:cNvPr id="0" name=""/>
        <dsp:cNvSpPr/>
      </dsp:nvSpPr>
      <dsp:spPr>
        <a:xfrm>
          <a:off x="0" y="2283719"/>
          <a:ext cx="11277600" cy="10062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a:t>Testbenches automate testing</a:t>
          </a:r>
        </a:p>
      </dsp:txBody>
      <dsp:txXfrm>
        <a:off x="49119" y="2332838"/>
        <a:ext cx="11179362" cy="907962"/>
      </dsp:txXfrm>
    </dsp:sp>
    <dsp:sp modelId="{27FA28AE-4B88-4230-906E-0682A9BC1E57}">
      <dsp:nvSpPr>
        <dsp:cNvPr id="0" name=""/>
        <dsp:cNvSpPr/>
      </dsp:nvSpPr>
      <dsp:spPr>
        <a:xfrm>
          <a:off x="0" y="3413759"/>
          <a:ext cx="11277600" cy="10062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l" defTabSz="1911350">
            <a:lnSpc>
              <a:spcPct val="90000"/>
            </a:lnSpc>
            <a:spcBef>
              <a:spcPct val="0"/>
            </a:spcBef>
            <a:spcAft>
              <a:spcPct val="35000"/>
            </a:spcAft>
            <a:buNone/>
          </a:pPr>
          <a:r>
            <a:rPr lang="en-US" sz="4300" kern="1200" dirty="0"/>
            <a:t>Waveforms help debug and verify designs</a:t>
          </a:r>
        </a:p>
      </dsp:txBody>
      <dsp:txXfrm>
        <a:off x="49119" y="3462878"/>
        <a:ext cx="11179362" cy="90796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6955A-19EF-4732-B6EB-261D9DAB4797}">
      <dsp:nvSpPr>
        <dsp:cNvPr id="0" name=""/>
        <dsp:cNvSpPr/>
      </dsp:nvSpPr>
      <dsp:spPr>
        <a:xfrm>
          <a:off x="0" y="542"/>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CB5867-0556-4256-9D29-755489442349}">
      <dsp:nvSpPr>
        <dsp:cNvPr id="0" name=""/>
        <dsp:cNvSpPr/>
      </dsp:nvSpPr>
      <dsp:spPr>
        <a:xfrm>
          <a:off x="383960" y="286132"/>
          <a:ext cx="698109" cy="6981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6BC23B-0864-4420-80C3-F675F952C86A}">
      <dsp:nvSpPr>
        <dsp:cNvPr id="0" name=""/>
        <dsp:cNvSpPr/>
      </dsp:nvSpPr>
      <dsp:spPr>
        <a:xfrm>
          <a:off x="1466029" y="542"/>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How would you add multiplication to the ALU?</a:t>
          </a:r>
        </a:p>
      </dsp:txBody>
      <dsp:txXfrm>
        <a:off x="1466029" y="542"/>
        <a:ext cx="9811570" cy="1269289"/>
      </dsp:txXfrm>
    </dsp:sp>
    <dsp:sp modelId="{2E49182B-C56E-4E79-BC77-7C6A6FE6AAA8}">
      <dsp:nvSpPr>
        <dsp:cNvPr id="0" name=""/>
        <dsp:cNvSpPr/>
      </dsp:nvSpPr>
      <dsp:spPr>
        <a:xfrm>
          <a:off x="0" y="1587154"/>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8C0229-291A-4D83-9B39-938AE852A042}">
      <dsp:nvSpPr>
        <dsp:cNvPr id="0" name=""/>
        <dsp:cNvSpPr/>
      </dsp:nvSpPr>
      <dsp:spPr>
        <a:xfrm>
          <a:off x="383960" y="1872744"/>
          <a:ext cx="698109" cy="6981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A69F9F-5266-454B-8111-289AAD7D0DB6}">
      <dsp:nvSpPr>
        <dsp:cNvPr id="0" name=""/>
        <dsp:cNvSpPr/>
      </dsp:nvSpPr>
      <dsp:spPr>
        <a:xfrm>
          <a:off x="1466029" y="1587154"/>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a:t>What happens if you forget a test case?</a:t>
          </a:r>
        </a:p>
      </dsp:txBody>
      <dsp:txXfrm>
        <a:off x="1466029" y="1587154"/>
        <a:ext cx="9811570" cy="1269289"/>
      </dsp:txXfrm>
    </dsp:sp>
    <dsp:sp modelId="{D118C6DF-EF16-4A74-9894-DD08D1C19BAD}">
      <dsp:nvSpPr>
        <dsp:cNvPr id="0" name=""/>
        <dsp:cNvSpPr/>
      </dsp:nvSpPr>
      <dsp:spPr>
        <a:xfrm>
          <a:off x="0" y="3173766"/>
          <a:ext cx="11277600" cy="126928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9C81B5-FAF0-4C2E-9478-0C21F3EB92C7}">
      <dsp:nvSpPr>
        <dsp:cNvPr id="0" name=""/>
        <dsp:cNvSpPr/>
      </dsp:nvSpPr>
      <dsp:spPr>
        <a:xfrm>
          <a:off x="383960" y="3459356"/>
          <a:ext cx="698109" cy="6981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4FD4B3-D0AF-4B7A-9023-AEE58CF6B58E}">
      <dsp:nvSpPr>
        <dsp:cNvPr id="0" name=""/>
        <dsp:cNvSpPr/>
      </dsp:nvSpPr>
      <dsp:spPr>
        <a:xfrm>
          <a:off x="1466029" y="3173766"/>
          <a:ext cx="9811570" cy="1269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33" tIns="134333" rIns="134333" bIns="134333" numCol="1" spcCol="1270" anchor="ctr" anchorCtr="0">
          <a:noAutofit/>
        </a:bodyPr>
        <a:lstStyle/>
        <a:p>
          <a:pPr marL="0" lvl="0" indent="0" algn="l" defTabSz="1111250">
            <a:lnSpc>
              <a:spcPct val="90000"/>
            </a:lnSpc>
            <a:spcBef>
              <a:spcPct val="0"/>
            </a:spcBef>
            <a:spcAft>
              <a:spcPct val="35000"/>
            </a:spcAft>
            <a:buNone/>
          </a:pPr>
          <a:r>
            <a:rPr lang="en-US" sz="2500" kern="1200" dirty="0"/>
            <a:t>Why is simulation critical before hardware?</a:t>
          </a:r>
        </a:p>
      </dsp:txBody>
      <dsp:txXfrm>
        <a:off x="1466029" y="3173766"/>
        <a:ext cx="9811570" cy="126928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B4BBF73-BFE4-9675-AF97-BCBB5DD951BC}"/>
              </a:ext>
            </a:extLst>
          </p:cNvPr>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a:extLst>
              <a:ext uri="{FF2B5EF4-FFF2-40B4-BE49-F238E27FC236}">
                <a16:creationId xmlns:a16="http://schemas.microsoft.com/office/drawing/2014/main" id="{44B348BF-5159-860D-10C2-C403B1312182}"/>
              </a:ext>
            </a:extLst>
          </p:cNvPr>
          <p:cNvSpPr>
            <a:spLocks noGrp="1"/>
          </p:cNvSpPr>
          <p:nvPr>
            <p:ph type="dt" sz="quarter" idx="1"/>
          </p:nvPr>
        </p:nvSpPr>
        <p:spPr>
          <a:xfrm>
            <a:off x="5222646" y="1"/>
            <a:ext cx="3995420" cy="347914"/>
          </a:xfrm>
          <a:prstGeom prst="rect">
            <a:avLst/>
          </a:prstGeom>
        </p:spPr>
        <p:txBody>
          <a:bodyPr vert="horz" lIns="92309" tIns="46154" rIns="92309" bIns="46154" rtlCol="0"/>
          <a:lstStyle>
            <a:lvl1pPr algn="r">
              <a:defRPr sz="1200"/>
            </a:lvl1pPr>
          </a:lstStyle>
          <a:p>
            <a:fld id="{235382CB-D6B4-48E5-AFFD-4242D787BD27}" type="datetime2">
              <a:rPr lang="en-US" smtClean="0"/>
              <a:t>Tuesday, April 14, 2026</a:t>
            </a:fld>
            <a:endParaRPr lang="en-US"/>
          </a:p>
        </p:txBody>
      </p:sp>
      <p:sp>
        <p:nvSpPr>
          <p:cNvPr id="4" name="Footer Placeholder 3">
            <a:extLst>
              <a:ext uri="{FF2B5EF4-FFF2-40B4-BE49-F238E27FC236}">
                <a16:creationId xmlns:a16="http://schemas.microsoft.com/office/drawing/2014/main" id="{1E461FAE-A38B-F089-F551-02119E943626}"/>
              </a:ext>
            </a:extLst>
          </p:cNvPr>
          <p:cNvSpPr>
            <a:spLocks noGrp="1"/>
          </p:cNvSpPr>
          <p:nvPr>
            <p:ph type="ftr" sz="quarter" idx="2"/>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5" name="Slide Number Placeholder 4">
            <a:extLst>
              <a:ext uri="{FF2B5EF4-FFF2-40B4-BE49-F238E27FC236}">
                <a16:creationId xmlns:a16="http://schemas.microsoft.com/office/drawing/2014/main" id="{BBE757FF-1DEF-1FD8-299F-05A2B93DBD71}"/>
              </a:ext>
            </a:extLst>
          </p:cNvPr>
          <p:cNvSpPr>
            <a:spLocks noGrp="1"/>
          </p:cNvSpPr>
          <p:nvPr>
            <p:ph type="sldNum" sz="quarter" idx="3"/>
          </p:nvPr>
        </p:nvSpPr>
        <p:spPr>
          <a:xfrm>
            <a:off x="5222646" y="6586287"/>
            <a:ext cx="3995420" cy="347913"/>
          </a:xfrm>
          <a:prstGeom prst="rect">
            <a:avLst/>
          </a:prstGeom>
        </p:spPr>
        <p:txBody>
          <a:bodyPr vert="horz" lIns="92309" tIns="46154" rIns="92309" bIns="46154" rtlCol="0" anchor="b"/>
          <a:lstStyle>
            <a:lvl1pPr algn="r">
              <a:defRPr sz="1200"/>
            </a:lvl1pPr>
          </a:lstStyle>
          <a:p>
            <a:fld id="{66805305-0FA5-4D91-9E96-34E4B06C1291}" type="slidenum">
              <a:rPr lang="en-US" smtClean="0"/>
              <a:t>‹#›</a:t>
            </a:fld>
            <a:endParaRPr lang="en-US"/>
          </a:p>
        </p:txBody>
      </p:sp>
    </p:spTree>
    <p:extLst>
      <p:ext uri="{BB962C8B-B14F-4D97-AF65-F5344CB8AC3E}">
        <p14:creationId xmlns:p14="http://schemas.microsoft.com/office/powerpoint/2010/main" val="273919515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95420" cy="347914"/>
          </a:xfrm>
          <a:prstGeom prst="rect">
            <a:avLst/>
          </a:prstGeom>
        </p:spPr>
        <p:txBody>
          <a:bodyPr vert="horz" lIns="92309" tIns="46154" rIns="92309" bIns="46154" rtlCol="0"/>
          <a:lstStyle>
            <a:lvl1pPr algn="l">
              <a:defRPr sz="1200"/>
            </a:lvl1pPr>
          </a:lstStyle>
          <a:p>
            <a:r>
              <a:rPr lang="en-US"/>
              <a:t>Cal State Fullerton</a:t>
            </a:r>
          </a:p>
        </p:txBody>
      </p:sp>
      <p:sp>
        <p:nvSpPr>
          <p:cNvPr id="3" name="Date Placeholder 2"/>
          <p:cNvSpPr>
            <a:spLocks noGrp="1"/>
          </p:cNvSpPr>
          <p:nvPr>
            <p:ph type="dt" idx="1"/>
          </p:nvPr>
        </p:nvSpPr>
        <p:spPr>
          <a:xfrm>
            <a:off x="5222646" y="1"/>
            <a:ext cx="3995420" cy="347914"/>
          </a:xfrm>
          <a:prstGeom prst="rect">
            <a:avLst/>
          </a:prstGeom>
        </p:spPr>
        <p:txBody>
          <a:bodyPr vert="horz" lIns="92309" tIns="46154" rIns="92309" bIns="46154" rtlCol="0"/>
          <a:lstStyle>
            <a:lvl1pPr algn="r">
              <a:defRPr sz="1200"/>
            </a:lvl1pPr>
          </a:lstStyle>
          <a:p>
            <a:fld id="{F76BFB3A-AF09-4935-935F-AADA8F949CAB}" type="datetime2">
              <a:rPr lang="en-US" smtClean="0"/>
              <a:t>Tuesday, April 14, 2026</a:t>
            </a:fld>
            <a:endParaRPr lang="en-US"/>
          </a:p>
        </p:txBody>
      </p:sp>
      <p:sp>
        <p:nvSpPr>
          <p:cNvPr id="4" name="Slide Image Placeholder 3"/>
          <p:cNvSpPr>
            <a:spLocks noGrp="1" noRot="1" noChangeAspect="1"/>
          </p:cNvSpPr>
          <p:nvPr>
            <p:ph type="sldImg" idx="2"/>
          </p:nvPr>
        </p:nvSpPr>
        <p:spPr>
          <a:xfrm>
            <a:off x="2530475" y="866775"/>
            <a:ext cx="4159250" cy="2339975"/>
          </a:xfrm>
          <a:prstGeom prst="rect">
            <a:avLst/>
          </a:prstGeom>
          <a:noFill/>
          <a:ln w="12700">
            <a:solidFill>
              <a:prstClr val="black"/>
            </a:solidFill>
          </a:ln>
        </p:spPr>
        <p:txBody>
          <a:bodyPr vert="horz" lIns="92309" tIns="46154" rIns="92309" bIns="46154" rtlCol="0" anchor="ctr"/>
          <a:lstStyle/>
          <a:p>
            <a:endParaRPr lang="en-US"/>
          </a:p>
        </p:txBody>
      </p:sp>
      <p:sp>
        <p:nvSpPr>
          <p:cNvPr id="5" name="Notes Placeholder 4"/>
          <p:cNvSpPr>
            <a:spLocks noGrp="1"/>
          </p:cNvSpPr>
          <p:nvPr>
            <p:ph type="body" sz="quarter" idx="3"/>
          </p:nvPr>
        </p:nvSpPr>
        <p:spPr>
          <a:xfrm>
            <a:off x="922020" y="3337083"/>
            <a:ext cx="7376160" cy="2730342"/>
          </a:xfrm>
          <a:prstGeom prst="rect">
            <a:avLst/>
          </a:prstGeom>
        </p:spPr>
        <p:txBody>
          <a:bodyPr vert="horz" lIns="92309" tIns="46154" rIns="92309" bIns="4615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86287"/>
            <a:ext cx="3995420" cy="347913"/>
          </a:xfrm>
          <a:prstGeom prst="rect">
            <a:avLst/>
          </a:prstGeom>
        </p:spPr>
        <p:txBody>
          <a:bodyPr vert="horz" lIns="92309" tIns="46154" rIns="92309" bIns="46154" rtlCol="0" anchor="b"/>
          <a:lstStyle>
            <a:lvl1pPr algn="l">
              <a:defRPr sz="1200"/>
            </a:lvl1pPr>
          </a:lstStyle>
          <a:p>
            <a:r>
              <a:rPr lang="en-US"/>
              <a:t>PowerPoint Name</a:t>
            </a:r>
          </a:p>
        </p:txBody>
      </p:sp>
      <p:sp>
        <p:nvSpPr>
          <p:cNvPr id="7" name="Slide Number Placeholder 6"/>
          <p:cNvSpPr>
            <a:spLocks noGrp="1"/>
          </p:cNvSpPr>
          <p:nvPr>
            <p:ph type="sldNum" sz="quarter" idx="5"/>
          </p:nvPr>
        </p:nvSpPr>
        <p:spPr>
          <a:xfrm>
            <a:off x="5222646" y="6586287"/>
            <a:ext cx="3995420" cy="347913"/>
          </a:xfrm>
          <a:prstGeom prst="rect">
            <a:avLst/>
          </a:prstGeom>
        </p:spPr>
        <p:txBody>
          <a:bodyPr vert="horz" lIns="92309" tIns="46154" rIns="92309" bIns="46154" rtlCol="0" anchor="b"/>
          <a:lstStyle>
            <a:lvl1pPr algn="r">
              <a:defRPr sz="1200"/>
            </a:lvl1pPr>
          </a:lstStyle>
          <a:p>
            <a:fld id="{6CEC07C6-E753-4FD7-8B29-F8EE9ACF298C}" type="slidenum">
              <a:rPr lang="en-US" smtClean="0"/>
              <a:t>‹#›</a:t>
            </a:fld>
            <a:endParaRPr lang="en-US"/>
          </a:p>
        </p:txBody>
      </p:sp>
    </p:spTree>
    <p:extLst>
      <p:ext uri="{BB962C8B-B14F-4D97-AF65-F5344CB8AC3E}">
        <p14:creationId xmlns:p14="http://schemas.microsoft.com/office/powerpoint/2010/main" val="35677300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677890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FEB7A-903A-4EEE-AA9F-5CF80DFB4723}"/>
              </a:ext>
            </a:extLst>
          </p:cNvPr>
          <p:cNvSpPr>
            <a:spLocks noGrp="1"/>
          </p:cNvSpPr>
          <p:nvPr>
            <p:ph type="ctrTitle" hasCustomPrompt="1"/>
          </p:nvPr>
        </p:nvSpPr>
        <p:spPr>
          <a:xfrm>
            <a:off x="1424966" y="1119619"/>
            <a:ext cx="9143446" cy="1644603"/>
          </a:xfrm>
        </p:spPr>
        <p:txBody>
          <a:bodyPr lIns="0" tIns="0" rIns="0" bIns="0" anchor="b">
            <a:normAutofit/>
          </a:bodyPr>
          <a:lstStyle>
            <a:lvl1pPr algn="ctr">
              <a:lnSpc>
                <a:spcPct val="100000"/>
              </a:lnSpc>
              <a:defRPr sz="3800" b="1">
                <a:solidFill>
                  <a:schemeClr val="accent1"/>
                </a:solidFill>
              </a:defRPr>
            </a:lvl1pPr>
          </a:lstStyle>
          <a:p>
            <a:r>
              <a:rPr lang="en-US" dirty="0"/>
              <a:t>Presentation Title</a:t>
            </a:r>
            <a:br>
              <a:rPr lang="en-US" dirty="0"/>
            </a:br>
            <a:r>
              <a:rPr lang="en-US" dirty="0"/>
              <a:t>Goes Here</a:t>
            </a:r>
          </a:p>
        </p:txBody>
      </p:sp>
      <p:sp>
        <p:nvSpPr>
          <p:cNvPr id="3" name="Subtitle 2">
            <a:extLst>
              <a:ext uri="{FF2B5EF4-FFF2-40B4-BE49-F238E27FC236}">
                <a16:creationId xmlns:a16="http://schemas.microsoft.com/office/drawing/2014/main" id="{2E4661CA-9166-485C-902F-B2443990F4CF}"/>
              </a:ext>
            </a:extLst>
          </p:cNvPr>
          <p:cNvSpPr>
            <a:spLocks noGrp="1"/>
          </p:cNvSpPr>
          <p:nvPr>
            <p:ph type="subTitle" idx="1" hasCustomPrompt="1"/>
          </p:nvPr>
        </p:nvSpPr>
        <p:spPr>
          <a:xfrm>
            <a:off x="1424966" y="3177905"/>
            <a:ext cx="9143446" cy="1474521"/>
          </a:xfrm>
        </p:spPr>
        <p:txBody>
          <a:bodyPr lIns="0" tIns="0" rIns="0" bIns="0" anchor="t"/>
          <a:lstStyle>
            <a:lvl1pPr marL="0" indent="0" algn="ctr">
              <a:lnSpc>
                <a:spcPct val="100000"/>
              </a:lnSpc>
              <a:buNone/>
              <a:defRPr sz="2400">
                <a:solidFill>
                  <a:schemeClr val="accent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p>
        </p:txBody>
      </p:sp>
      <p:sp>
        <p:nvSpPr>
          <p:cNvPr id="12" name="Text Placeholder 11">
            <a:extLst>
              <a:ext uri="{FF2B5EF4-FFF2-40B4-BE49-F238E27FC236}">
                <a16:creationId xmlns:a16="http://schemas.microsoft.com/office/drawing/2014/main" id="{B408B901-9186-DB29-4FA5-21BBC02462AD}"/>
              </a:ext>
            </a:extLst>
          </p:cNvPr>
          <p:cNvSpPr>
            <a:spLocks noGrp="1"/>
          </p:cNvSpPr>
          <p:nvPr>
            <p:ph type="body" sz="quarter" idx="10" hasCustomPrompt="1"/>
          </p:nvPr>
        </p:nvSpPr>
        <p:spPr>
          <a:xfrm>
            <a:off x="1424966" y="5633952"/>
            <a:ext cx="9143446" cy="581025"/>
          </a:xfrm>
        </p:spPr>
        <p:txBody>
          <a:bodyPr lIns="0" tIns="0" rIns="0" bIns="0">
            <a:noAutofit/>
          </a:bodyPr>
          <a:lstStyle>
            <a:lvl1pPr marL="0" indent="0" algn="ctr">
              <a:lnSpc>
                <a:spcPct val="100000"/>
              </a:lnSpc>
              <a:buNone/>
              <a:defRPr sz="1400">
                <a:solidFill>
                  <a:schemeClr val="accent1"/>
                </a:solidFill>
              </a:defRPr>
            </a:lvl1pPr>
            <a:lvl2pPr marL="457200" indent="0">
              <a:buNone/>
              <a:defRPr sz="1400">
                <a:solidFill>
                  <a:schemeClr val="bg1"/>
                </a:solidFill>
              </a:defRPr>
            </a:lvl2pPr>
            <a:lvl3pPr marL="914400" indent="0">
              <a:buNone/>
              <a:defRPr sz="1400">
                <a:solidFill>
                  <a:schemeClr val="bg1"/>
                </a:solidFill>
              </a:defRPr>
            </a:lvl3pPr>
            <a:lvl4pPr marL="1371600" indent="0">
              <a:buNone/>
              <a:defRPr sz="1400">
                <a:solidFill>
                  <a:schemeClr val="bg1"/>
                </a:solidFill>
              </a:defRPr>
            </a:lvl4pPr>
            <a:lvl5pPr marL="1828800" indent="0">
              <a:buNone/>
              <a:defRPr sz="1400">
                <a:solidFill>
                  <a:schemeClr val="bg1"/>
                </a:solidFill>
              </a:defRPr>
            </a:lvl5pPr>
          </a:lstStyle>
          <a:p>
            <a:pPr lvl="0"/>
            <a:r>
              <a:rPr lang="en-US" dirty="0"/>
              <a:t>Date – Location</a:t>
            </a:r>
          </a:p>
        </p:txBody>
      </p:sp>
      <p:pic>
        <p:nvPicPr>
          <p:cNvPr id="9" name="Picture 8">
            <a:extLst>
              <a:ext uri="{FF2B5EF4-FFF2-40B4-BE49-F238E27FC236}">
                <a16:creationId xmlns:a16="http://schemas.microsoft.com/office/drawing/2014/main" id="{A9282A0C-AE70-F90A-1C3A-41019DB55A20}"/>
              </a:ext>
            </a:extLst>
          </p:cNvPr>
          <p:cNvPicPr>
            <a:picLocks noChangeAspect="1"/>
          </p:cNvPicPr>
          <p:nvPr userDrawn="1"/>
        </p:nvPicPr>
        <p:blipFill>
          <a:blip r:embed="rId2"/>
          <a:stretch>
            <a:fillRect/>
          </a:stretch>
        </p:blipFill>
        <p:spPr>
          <a:xfrm>
            <a:off x="4669538" y="720925"/>
            <a:ext cx="2654302" cy="294923"/>
          </a:xfrm>
          <a:prstGeom prst="rect">
            <a:avLst/>
          </a:prstGeom>
        </p:spPr>
      </p:pic>
      <p:sp>
        <p:nvSpPr>
          <p:cNvPr id="8" name="Rectangle 7">
            <a:extLst>
              <a:ext uri="{FF2B5EF4-FFF2-40B4-BE49-F238E27FC236}">
                <a16:creationId xmlns:a16="http://schemas.microsoft.com/office/drawing/2014/main" id="{4DBA3CA8-4426-4FAB-ACAE-BDC78CBA3C0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10" name="Rectangle 9">
            <a:extLst>
              <a:ext uri="{FF2B5EF4-FFF2-40B4-BE49-F238E27FC236}">
                <a16:creationId xmlns:a16="http://schemas.microsoft.com/office/drawing/2014/main" id="{987050A0-2597-47B0-B2A9-222CDA3D15A3}"/>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C9133E-026C-4BC8-8628-6A86DFEF3E7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AF6FFAC0-AF93-4170-85DE-24B48BA5BEF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387437" y="-1"/>
            <a:ext cx="180975" cy="137159"/>
          </a:xfrm>
          <a:prstGeom prst="rect">
            <a:avLst/>
          </a:prstGeom>
        </p:spPr>
      </p:pic>
    </p:spTree>
    <p:extLst>
      <p:ext uri="{BB962C8B-B14F-4D97-AF65-F5344CB8AC3E}">
        <p14:creationId xmlns:p14="http://schemas.microsoft.com/office/powerpoint/2010/main" val="82435185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58E13B0-1471-FD09-C552-5AB1C9B712B1}"/>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sp>
        <p:nvSpPr>
          <p:cNvPr id="2" name="Title 1">
            <a:extLst>
              <a:ext uri="{FF2B5EF4-FFF2-40B4-BE49-F238E27FC236}">
                <a16:creationId xmlns:a16="http://schemas.microsoft.com/office/drawing/2014/main" id="{93AFD9B1-DD15-4DA0-BD0F-5599945158DD}"/>
              </a:ext>
            </a:extLst>
          </p:cNvPr>
          <p:cNvSpPr>
            <a:spLocks noGrp="1"/>
          </p:cNvSpPr>
          <p:nvPr>
            <p:ph type="title" hasCustomPrompt="1"/>
          </p:nvPr>
        </p:nvSpPr>
        <p:spPr>
          <a:xfrm>
            <a:off x="457200" y="457200"/>
            <a:ext cx="11277600" cy="1143000"/>
          </a:xfrm>
        </p:spPr>
        <p:txBody>
          <a:bodyPr lIns="0" tIns="0" rIns="0" bIns="0"/>
          <a:lstStyle>
            <a:lvl1pPr>
              <a:defRPr sz="4400">
                <a:solidFill>
                  <a:schemeClr val="tx1"/>
                </a:solidFill>
              </a:defRPr>
            </a:lvl1pPr>
          </a:lstStyle>
          <a:p>
            <a:r>
              <a:rPr lang="en-US" dirty="0"/>
              <a:t>Click to add title</a:t>
            </a:r>
          </a:p>
        </p:txBody>
      </p:sp>
      <p:sp>
        <p:nvSpPr>
          <p:cNvPr id="16" name="Rectangle 15">
            <a:extLst>
              <a:ext uri="{FF2B5EF4-FFF2-40B4-BE49-F238E27FC236}">
                <a16:creationId xmlns:a16="http://schemas.microsoft.com/office/drawing/2014/main" id="{499B9A15-1058-6D5F-9D91-7F183BF610C8}"/>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2978BF5-E404-2C42-09EC-B1DE94DD859B}"/>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a:extLst>
              <a:ext uri="{FF2B5EF4-FFF2-40B4-BE49-F238E27FC236}">
                <a16:creationId xmlns:a16="http://schemas.microsoft.com/office/drawing/2014/main" id="{7B580FEA-8678-95DF-BFE1-2B22934502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pic>
        <p:nvPicPr>
          <p:cNvPr id="14" name="Picture 13">
            <a:extLst>
              <a:ext uri="{FF2B5EF4-FFF2-40B4-BE49-F238E27FC236}">
                <a16:creationId xmlns:a16="http://schemas.microsoft.com/office/drawing/2014/main" id="{FF06C505-229C-CADE-EACC-2CB72C7BBC41}"/>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4" name="Content Placeholder 2">
            <a:extLst>
              <a:ext uri="{FF2B5EF4-FFF2-40B4-BE49-F238E27FC236}">
                <a16:creationId xmlns:a16="http://schemas.microsoft.com/office/drawing/2014/main" id="{ECED2DB9-4957-B15C-21F1-00435904AF9E}"/>
              </a:ext>
            </a:extLst>
          </p:cNvPr>
          <p:cNvSpPr>
            <a:spLocks noGrp="1"/>
          </p:cNvSpPr>
          <p:nvPr>
            <p:ph sz="half" idx="1" hasCustomPrompt="1"/>
          </p:nvPr>
        </p:nvSpPr>
        <p:spPr>
          <a:xfrm>
            <a:off x="457200" y="1824037"/>
            <a:ext cx="112776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88464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200"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6202466" y="1824037"/>
            <a:ext cx="5524500" cy="4443598"/>
          </a:xfrm>
        </p:spPr>
        <p:txBody>
          <a:bodyPr/>
          <a:lstStyle>
            <a:lvl1pPr>
              <a:lnSpc>
                <a:spcPct val="100000"/>
              </a:lnSpc>
              <a:defRPr sz="2800"/>
            </a:lvl1pPr>
            <a:lvl2pPr>
              <a:lnSpc>
                <a:spcPct val="100000"/>
              </a:lnSpc>
              <a:defRPr sz="2800"/>
            </a:lvl2pPr>
            <a:lvl3pPr>
              <a:lnSpc>
                <a:spcPct val="100000"/>
              </a:lnSpc>
              <a:defRPr sz="2800"/>
            </a:lvl3pPr>
            <a:lvl4pPr>
              <a:lnSpc>
                <a:spcPct val="100000"/>
              </a:lnSpc>
              <a:defRPr sz="2800"/>
            </a:lvl4pPr>
            <a:lvl5pPr>
              <a:lnSpc>
                <a:spcPct val="100000"/>
              </a:lnSpc>
              <a:defRPr sz="28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8281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2C01-955E-4B21-9482-B5AB906BBB68}"/>
              </a:ext>
            </a:extLst>
          </p:cNvPr>
          <p:cNvSpPr>
            <a:spLocks noGrp="1"/>
          </p:cNvSpPr>
          <p:nvPr>
            <p:ph type="title" hasCustomPrompt="1"/>
          </p:nvPr>
        </p:nvSpPr>
        <p:spPr>
          <a:xfrm>
            <a:off x="457200" y="457200"/>
            <a:ext cx="11269766" cy="1143000"/>
          </a:xfrm>
        </p:spPr>
        <p:txBody>
          <a:bodyPr/>
          <a:lstStyle>
            <a:lvl1pPr algn="l">
              <a:lnSpc>
                <a:spcPct val="100000"/>
              </a:lnSpc>
              <a:defRPr sz="4400"/>
            </a:lvl1pPr>
          </a:lstStyle>
          <a:p>
            <a:r>
              <a:rPr lang="en-US" dirty="0"/>
              <a:t>Click to add title</a:t>
            </a:r>
          </a:p>
        </p:txBody>
      </p:sp>
      <p:sp>
        <p:nvSpPr>
          <p:cNvPr id="3" name="Content Placeholder 2">
            <a:extLst>
              <a:ext uri="{FF2B5EF4-FFF2-40B4-BE49-F238E27FC236}">
                <a16:creationId xmlns:a16="http://schemas.microsoft.com/office/drawing/2014/main" id="{738B74F1-5F38-4720-A95A-885766F6ACBF}"/>
              </a:ext>
            </a:extLst>
          </p:cNvPr>
          <p:cNvSpPr>
            <a:spLocks noGrp="1"/>
          </p:cNvSpPr>
          <p:nvPr>
            <p:ph sz="half" idx="1" hasCustomPrompt="1"/>
          </p:nvPr>
        </p:nvSpPr>
        <p:spPr>
          <a:xfrm>
            <a:off x="457199" y="1726380"/>
            <a:ext cx="11269765" cy="2152792"/>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Rectangle 12">
            <a:extLst>
              <a:ext uri="{FF2B5EF4-FFF2-40B4-BE49-F238E27FC236}">
                <a16:creationId xmlns:a16="http://schemas.microsoft.com/office/drawing/2014/main" id="{DCDF4D07-F63D-B222-2C01-19C60131B4D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A5E0011-B84D-B0D8-9A8B-AFB475AAC283}"/>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121C53ED-50CD-EA79-C4ED-23BCDB7D9E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6" name="Rectangle 15">
            <a:extLst>
              <a:ext uri="{FF2B5EF4-FFF2-40B4-BE49-F238E27FC236}">
                <a16:creationId xmlns:a16="http://schemas.microsoft.com/office/drawing/2014/main" id="{70F36BE8-50A0-2BCE-4CE4-0FC35FB84759}"/>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0" name="Picture 19">
            <a:extLst>
              <a:ext uri="{FF2B5EF4-FFF2-40B4-BE49-F238E27FC236}">
                <a16:creationId xmlns:a16="http://schemas.microsoft.com/office/drawing/2014/main" id="{6CA1ED0F-70E3-B15F-6C79-F96782D35B59}"/>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11" name="Content Placeholder 2">
            <a:extLst>
              <a:ext uri="{FF2B5EF4-FFF2-40B4-BE49-F238E27FC236}">
                <a16:creationId xmlns:a16="http://schemas.microsoft.com/office/drawing/2014/main" id="{B61778D8-6E8B-41F7-8E93-1934FCA5F238}"/>
              </a:ext>
            </a:extLst>
          </p:cNvPr>
          <p:cNvSpPr>
            <a:spLocks noGrp="1"/>
          </p:cNvSpPr>
          <p:nvPr>
            <p:ph sz="half" idx="13" hasCustomPrompt="1"/>
          </p:nvPr>
        </p:nvSpPr>
        <p:spPr>
          <a:xfrm>
            <a:off x="457200" y="4019599"/>
            <a:ext cx="11269766" cy="2248036"/>
          </a:xfrm>
        </p:spPr>
        <p:txBody>
          <a:bodyPr/>
          <a:lstStyle>
            <a:lvl1pPr>
              <a:lnSpc>
                <a:spcPct val="100000"/>
              </a:lnSpc>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2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19551-FA4B-49C5-A55E-E19426F2934B}"/>
              </a:ext>
            </a:extLst>
          </p:cNvPr>
          <p:cNvSpPr>
            <a:spLocks noGrp="1"/>
          </p:cNvSpPr>
          <p:nvPr>
            <p:ph type="title" hasCustomPrompt="1"/>
          </p:nvPr>
        </p:nvSpPr>
        <p:spPr>
          <a:xfrm>
            <a:off x="465034" y="457200"/>
            <a:ext cx="11269766" cy="1143000"/>
          </a:xfrm>
        </p:spPr>
        <p:txBody>
          <a:bodyPr/>
          <a:lstStyle>
            <a:lvl1pPr algn="ctr">
              <a:lnSpc>
                <a:spcPct val="100000"/>
              </a:lnSpc>
              <a:defRPr/>
            </a:lvl1pPr>
          </a:lstStyle>
          <a:p>
            <a:r>
              <a:rPr lang="en-US" dirty="0"/>
              <a:t>Click to add title</a:t>
            </a:r>
          </a:p>
        </p:txBody>
      </p:sp>
      <p:sp>
        <p:nvSpPr>
          <p:cNvPr id="3" name="Text Placeholder 2">
            <a:extLst>
              <a:ext uri="{FF2B5EF4-FFF2-40B4-BE49-F238E27FC236}">
                <a16:creationId xmlns:a16="http://schemas.microsoft.com/office/drawing/2014/main" id="{601BB0EA-2287-408C-BD4B-0102249F2255}"/>
              </a:ext>
            </a:extLst>
          </p:cNvPr>
          <p:cNvSpPr>
            <a:spLocks noGrp="1"/>
          </p:cNvSpPr>
          <p:nvPr>
            <p:ph type="body" idx="1" hasCustomPrompt="1"/>
          </p:nvPr>
        </p:nvSpPr>
        <p:spPr>
          <a:xfrm>
            <a:off x="465034" y="1828800"/>
            <a:ext cx="5516666"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4" name="Content Placeholder 3">
            <a:extLst>
              <a:ext uri="{FF2B5EF4-FFF2-40B4-BE49-F238E27FC236}">
                <a16:creationId xmlns:a16="http://schemas.microsoft.com/office/drawing/2014/main" id="{C9DFEB5A-2EB1-468C-846E-5F6289E42E00}"/>
              </a:ext>
            </a:extLst>
          </p:cNvPr>
          <p:cNvSpPr>
            <a:spLocks noGrp="1"/>
          </p:cNvSpPr>
          <p:nvPr>
            <p:ph sz="half" idx="2" hasCustomPrompt="1"/>
          </p:nvPr>
        </p:nvSpPr>
        <p:spPr>
          <a:xfrm>
            <a:off x="465034" y="2514601"/>
            <a:ext cx="5516666" cy="350758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E280F103-0F55-45E8-9258-C4127A04AEA9}"/>
              </a:ext>
            </a:extLst>
          </p:cNvPr>
          <p:cNvSpPr>
            <a:spLocks noGrp="1"/>
          </p:cNvSpPr>
          <p:nvPr>
            <p:ph type="body" sz="quarter" idx="3" hasCustomPrompt="1"/>
          </p:nvPr>
        </p:nvSpPr>
        <p:spPr>
          <a:xfrm>
            <a:off x="6210302" y="1828801"/>
            <a:ext cx="5524498" cy="457200"/>
          </a:xfrm>
        </p:spPr>
        <p:txBody>
          <a:bodyPr anchor="b">
            <a:normAutofit/>
          </a:bodyPr>
          <a:lstStyle>
            <a:lvl1pPr marL="0" indent="0">
              <a:lnSpc>
                <a:spcPct val="100000"/>
              </a:lnSpc>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header</a:t>
            </a:r>
          </a:p>
        </p:txBody>
      </p:sp>
      <p:sp>
        <p:nvSpPr>
          <p:cNvPr id="6" name="Content Placeholder 5">
            <a:extLst>
              <a:ext uri="{FF2B5EF4-FFF2-40B4-BE49-F238E27FC236}">
                <a16:creationId xmlns:a16="http://schemas.microsoft.com/office/drawing/2014/main" id="{9B798080-3E5E-4011-AB0E-15A5C81E1C06}"/>
              </a:ext>
            </a:extLst>
          </p:cNvPr>
          <p:cNvSpPr>
            <a:spLocks noGrp="1"/>
          </p:cNvSpPr>
          <p:nvPr>
            <p:ph sz="quarter" idx="4" hasCustomPrompt="1"/>
          </p:nvPr>
        </p:nvSpPr>
        <p:spPr>
          <a:xfrm>
            <a:off x="6218134" y="2514601"/>
            <a:ext cx="5516666" cy="350758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dirty="0"/>
              <a:t>Click on six (6) icons below or add text content here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6868275B-3C88-F0A2-56B6-003AE47F398D}"/>
              </a:ext>
              <a:ext uri="{C183D7F6-B498-43B3-948B-1728B52AA6E4}">
                <adec:decorative xmlns:adec="http://schemas.microsoft.com/office/drawing/2017/decorative" val="1"/>
              </a:ext>
            </a:extLst>
          </p:cNvPr>
          <p:cNvSpPr/>
          <p:nvPr userDrawn="1"/>
        </p:nvSpPr>
        <p:spPr>
          <a:xfrm>
            <a:off x="0" y="1"/>
            <a:ext cx="12192000"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CC6A3A8-53D1-C2EF-3210-E4CA80422B08}"/>
              </a:ext>
              <a:ext uri="{C183D7F6-B498-43B3-948B-1728B52AA6E4}">
                <adec:decorative xmlns:adec="http://schemas.microsoft.com/office/drawing/2017/decorative" val="1"/>
              </a:ext>
            </a:extLst>
          </p:cNvPr>
          <p:cNvSpPr/>
          <p:nvPr userDrawn="1"/>
        </p:nvSpPr>
        <p:spPr>
          <a:xfrm>
            <a:off x="10554814" y="0"/>
            <a:ext cx="1637186"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Graphic 16">
            <a:extLst>
              <a:ext uri="{FF2B5EF4-FFF2-40B4-BE49-F238E27FC236}">
                <a16:creationId xmlns:a16="http://schemas.microsoft.com/office/drawing/2014/main" id="{5ACD1B63-72FE-0C9E-9EF7-4AF3431D365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87437" y="-1"/>
            <a:ext cx="180975" cy="137159"/>
          </a:xfrm>
          <a:prstGeom prst="rect">
            <a:avLst/>
          </a:prstGeom>
        </p:spPr>
      </p:pic>
      <p:sp>
        <p:nvSpPr>
          <p:cNvPr id="18" name="Rectangle 17">
            <a:extLst>
              <a:ext uri="{FF2B5EF4-FFF2-40B4-BE49-F238E27FC236}">
                <a16:creationId xmlns:a16="http://schemas.microsoft.com/office/drawing/2014/main" id="{15A4B6FB-D719-D3C9-AC20-4FC1599E3F2A}"/>
              </a:ext>
              <a:ext uri="{C183D7F6-B498-43B3-948B-1728B52AA6E4}">
                <adec:decorative xmlns:adec="http://schemas.microsoft.com/office/drawing/2017/decorative" val="1"/>
              </a:ext>
            </a:extLst>
          </p:cNvPr>
          <p:cNvSpPr/>
          <p:nvPr userDrawn="1"/>
        </p:nvSpPr>
        <p:spPr>
          <a:xfrm>
            <a:off x="0" y="640080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noFill/>
            </a:endParaRPr>
          </a:p>
        </p:txBody>
      </p:sp>
      <p:pic>
        <p:nvPicPr>
          <p:cNvPr id="22" name="Picture 21">
            <a:extLst>
              <a:ext uri="{FF2B5EF4-FFF2-40B4-BE49-F238E27FC236}">
                <a16:creationId xmlns:a16="http://schemas.microsoft.com/office/drawing/2014/main" id="{FC62B28E-0BDF-8515-B2A7-7ECC20169406}"/>
              </a:ext>
            </a:extLst>
          </p:cNvPr>
          <p:cNvPicPr>
            <a:picLocks noChangeAspect="1"/>
          </p:cNvPicPr>
          <p:nvPr userDrawn="1"/>
        </p:nvPicPr>
        <p:blipFill>
          <a:blip r:embed="rId4"/>
          <a:stretch>
            <a:fillRect/>
          </a:stretch>
        </p:blipFill>
        <p:spPr>
          <a:xfrm>
            <a:off x="465033" y="6541227"/>
            <a:ext cx="1681267" cy="181017"/>
          </a:xfrm>
          <a:prstGeom prst="rect">
            <a:avLst/>
          </a:prstGeom>
        </p:spPr>
      </p:pic>
      <p:sp>
        <p:nvSpPr>
          <p:cNvPr id="7" name="Slide Number Placeholder 5">
            <a:extLst>
              <a:ext uri="{FF2B5EF4-FFF2-40B4-BE49-F238E27FC236}">
                <a16:creationId xmlns:a16="http://schemas.microsoft.com/office/drawing/2014/main" id="{5E3D3079-D851-B257-667E-B59FC70E3C79}"/>
              </a:ext>
            </a:extLst>
          </p:cNvPr>
          <p:cNvSpPr>
            <a:spLocks noGrp="1"/>
          </p:cNvSpPr>
          <p:nvPr>
            <p:ph type="sldNum" sz="quarter" idx="12"/>
          </p:nvPr>
        </p:nvSpPr>
        <p:spPr>
          <a:xfrm>
            <a:off x="11004550" y="6400800"/>
            <a:ext cx="722416" cy="457200"/>
          </a:xfrm>
        </p:spPr>
        <p:txBody>
          <a:bodyPr lIns="0" tIns="0" rIns="0" bIns="0" anchor="ctr"/>
          <a:lstStyle>
            <a:lvl1pPr>
              <a:defRPr lang="en-US" sz="1000" smtClean="0">
                <a:solidFill>
                  <a:schemeClr val="bg1"/>
                </a:solidFill>
              </a:defRPr>
            </a:lvl1pPr>
          </a:lstStyle>
          <a:p>
            <a:fld id="{E2E280E9-2294-4CEC-A84B-061E0D2BDE90}" type="slidenum">
              <a:rPr lang="en-US" smtClean="0"/>
              <a:pPr/>
              <a:t>‹#›</a:t>
            </a:fld>
            <a:endParaRPr lang="en-US" dirty="0"/>
          </a:p>
        </p:txBody>
      </p:sp>
      <p:sp>
        <p:nvSpPr>
          <p:cNvPr id="8" name="Date Placeholder 3">
            <a:extLst>
              <a:ext uri="{FF2B5EF4-FFF2-40B4-BE49-F238E27FC236}">
                <a16:creationId xmlns:a16="http://schemas.microsoft.com/office/drawing/2014/main" id="{3614A242-1B0A-B2D4-8D8D-C71807DDAA42}"/>
              </a:ext>
            </a:extLst>
          </p:cNvPr>
          <p:cNvSpPr>
            <a:spLocks noGrp="1"/>
          </p:cNvSpPr>
          <p:nvPr>
            <p:ph type="dt" sz="half" idx="10"/>
          </p:nvPr>
        </p:nvSpPr>
        <p:spPr>
          <a:xfrm>
            <a:off x="3333750" y="6400800"/>
            <a:ext cx="1681266" cy="457200"/>
          </a:xfrm>
        </p:spPr>
        <p:txBody>
          <a:bodyPr/>
          <a:lstStyle>
            <a:lvl1pPr>
              <a:defRPr sz="1000">
                <a:solidFill>
                  <a:schemeClr val="bg1"/>
                </a:solidFill>
              </a:defRPr>
            </a:lvl1pPr>
          </a:lstStyle>
          <a:p>
            <a:endParaRPr lang="en-US" dirty="0"/>
          </a:p>
        </p:txBody>
      </p:sp>
      <p:sp>
        <p:nvSpPr>
          <p:cNvPr id="9" name="Footer Placeholder 4">
            <a:extLst>
              <a:ext uri="{FF2B5EF4-FFF2-40B4-BE49-F238E27FC236}">
                <a16:creationId xmlns:a16="http://schemas.microsoft.com/office/drawing/2014/main" id="{7B7BDC03-DA15-D89E-4C20-254951F707B6}"/>
              </a:ext>
            </a:extLst>
          </p:cNvPr>
          <p:cNvSpPr>
            <a:spLocks noGrp="1"/>
          </p:cNvSpPr>
          <p:nvPr>
            <p:ph type="ftr" sz="quarter" idx="11"/>
          </p:nvPr>
        </p:nvSpPr>
        <p:spPr>
          <a:xfrm>
            <a:off x="5257800" y="6400800"/>
            <a:ext cx="5524500" cy="457200"/>
          </a:xfrm>
        </p:spPr>
        <p:txBody>
          <a:bodyPr/>
          <a:lstStyle>
            <a:lvl1pPr>
              <a:defRPr sz="1000">
                <a:solidFill>
                  <a:schemeClr val="bg1"/>
                </a:solidFill>
              </a:defRPr>
            </a:lvl1pPr>
          </a:lstStyle>
          <a:p>
            <a:endParaRPr lang="en-US" dirty="0"/>
          </a:p>
        </p:txBody>
      </p:sp>
    </p:spTree>
    <p:extLst>
      <p:ext uri="{BB962C8B-B14F-4D97-AF65-F5344CB8AC3E}">
        <p14:creationId xmlns:p14="http://schemas.microsoft.com/office/powerpoint/2010/main" val="20317405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9FC896-AEEF-411B-AA62-896E4A3C6BF9}"/>
              </a:ext>
            </a:extLst>
          </p:cNvPr>
          <p:cNvSpPr>
            <a:spLocks noGrp="1"/>
          </p:cNvSpPr>
          <p:nvPr>
            <p:ph type="title"/>
          </p:nvPr>
        </p:nvSpPr>
        <p:spPr>
          <a:xfrm>
            <a:off x="1416050" y="457200"/>
            <a:ext cx="9359900" cy="1143000"/>
          </a:xfrm>
          <a:prstGeom prst="rect">
            <a:avLst/>
          </a:prstGeom>
        </p:spPr>
        <p:txBody>
          <a:bodyPr vert="horz" lIns="0" tIns="0" rIns="0" bIns="0" rtlCol="0" anchor="ctr">
            <a:noAutofit/>
          </a:bodyPr>
          <a:lstStyle/>
          <a:p>
            <a:r>
              <a:rPr lang="en-US" dirty="0"/>
              <a:t>Click to add title</a:t>
            </a:r>
          </a:p>
        </p:txBody>
      </p:sp>
      <p:sp>
        <p:nvSpPr>
          <p:cNvPr id="3" name="Text Placeholder 2">
            <a:extLst>
              <a:ext uri="{FF2B5EF4-FFF2-40B4-BE49-F238E27FC236}">
                <a16:creationId xmlns:a16="http://schemas.microsoft.com/office/drawing/2014/main" id="{C77EEF78-3D71-42CA-8591-2FA2B59A187C}"/>
              </a:ext>
            </a:extLst>
          </p:cNvPr>
          <p:cNvSpPr>
            <a:spLocks noGrp="1"/>
          </p:cNvSpPr>
          <p:nvPr>
            <p:ph type="body" idx="1"/>
          </p:nvPr>
        </p:nvSpPr>
        <p:spPr>
          <a:xfrm>
            <a:off x="1416049" y="1828800"/>
            <a:ext cx="9359899" cy="3778179"/>
          </a:xfrm>
          <a:prstGeom prst="rect">
            <a:avLst/>
          </a:prstGeom>
        </p:spPr>
        <p:txBody>
          <a:bodyPr vert="horz" lIns="0" tIns="0" rIns="0" bIns="0" rtlCol="0">
            <a:noAutofit/>
          </a:bodyPr>
          <a:lstStyle/>
          <a:p>
            <a:pPr lvl="0"/>
            <a:r>
              <a:rPr lang="en-US" dirty="0"/>
              <a:t>Click to add text content (Paste Special – Unformatted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63BD220-EB1E-4FF4-957C-FD4F4EE12DCB}"/>
              </a:ext>
            </a:extLst>
          </p:cNvPr>
          <p:cNvSpPr>
            <a:spLocks noGrp="1"/>
          </p:cNvSpPr>
          <p:nvPr>
            <p:ph type="dt" sz="half" idx="2"/>
          </p:nvPr>
        </p:nvSpPr>
        <p:spPr>
          <a:xfrm>
            <a:off x="465034" y="6407625"/>
            <a:ext cx="2640116" cy="450375"/>
          </a:xfrm>
          <a:prstGeom prst="rect">
            <a:avLst/>
          </a:prstGeom>
        </p:spPr>
        <p:txBody>
          <a:bodyPr vert="horz" lIns="0" tIns="0" rIns="0" bIns="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2B343FBA-75B2-4185-8DE0-0B9F6F5B2471}"/>
              </a:ext>
            </a:extLst>
          </p:cNvPr>
          <p:cNvSpPr>
            <a:spLocks noGrp="1"/>
          </p:cNvSpPr>
          <p:nvPr>
            <p:ph type="ftr" sz="quarter" idx="3"/>
          </p:nvPr>
        </p:nvSpPr>
        <p:spPr>
          <a:xfrm>
            <a:off x="3333750" y="6407624"/>
            <a:ext cx="5524500" cy="450376"/>
          </a:xfrm>
          <a:prstGeom prst="rect">
            <a:avLst/>
          </a:prstGeom>
        </p:spPr>
        <p:txBody>
          <a:bodyPr vert="horz" lIns="0" tIns="0" rIns="0" bIns="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1781788-3541-4E58-9D27-86F22D4DE2BB}"/>
              </a:ext>
            </a:extLst>
          </p:cNvPr>
          <p:cNvSpPr>
            <a:spLocks noGrp="1"/>
          </p:cNvSpPr>
          <p:nvPr>
            <p:ph type="sldNum" sz="quarter" idx="4"/>
          </p:nvPr>
        </p:nvSpPr>
        <p:spPr>
          <a:xfrm>
            <a:off x="9086850" y="6400800"/>
            <a:ext cx="2640116" cy="450375"/>
          </a:xfrm>
          <a:prstGeom prst="rect">
            <a:avLst/>
          </a:prstGeom>
        </p:spPr>
        <p:txBody>
          <a:bodyPr vert="horz" lIns="0" tIns="0" rIns="0" bIns="0" rtlCol="0" anchor="ctr"/>
          <a:lstStyle>
            <a:lvl1pPr algn="r">
              <a:defRPr sz="1200">
                <a:solidFill>
                  <a:schemeClr val="tx1">
                    <a:tint val="75000"/>
                  </a:schemeClr>
                </a:solidFill>
              </a:defRPr>
            </a:lvl1pPr>
          </a:lstStyle>
          <a:p>
            <a:fld id="{E2E280E9-2294-4CEC-A84B-061E0D2BDE90}" type="slidenum">
              <a:rPr lang="en-US" smtClean="0"/>
              <a:t>‹#›</a:t>
            </a:fld>
            <a:endParaRPr lang="en-US"/>
          </a:p>
        </p:txBody>
      </p:sp>
    </p:spTree>
    <p:extLst>
      <p:ext uri="{BB962C8B-B14F-4D97-AF65-F5344CB8AC3E}">
        <p14:creationId xmlns:p14="http://schemas.microsoft.com/office/powerpoint/2010/main" val="1844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53" r:id="rId5"/>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4"/>
        </a:buClr>
        <a:buFont typeface="Wingdings" panose="05000000000000000000" pitchFamily="2" charset="2"/>
        <a:buChar char="§"/>
        <a:defRPr sz="1200" kern="1200">
          <a:solidFill>
            <a:schemeClr val="tx2"/>
          </a:solidFill>
          <a:latin typeface="+mn-lt"/>
          <a:ea typeface="+mn-ea"/>
          <a:cs typeface="+mn-cs"/>
        </a:defRPr>
      </a:lvl1pPr>
      <a:lvl2pPr marL="6318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2pPr>
      <a:lvl3pPr marL="10858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3pPr>
      <a:lvl4pPr marL="1546225" indent="-174625"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4pPr>
      <a:lvl5pPr marL="2000250" indent="-171450" algn="l" defTabSz="914400" rtl="0" eaLnBrk="1" latinLnBrk="0" hangingPunct="1">
        <a:lnSpc>
          <a:spcPct val="100000"/>
        </a:lnSpc>
        <a:spcBef>
          <a:spcPts val="500"/>
        </a:spcBef>
        <a:buClr>
          <a:schemeClr val="accent4"/>
        </a:buClr>
        <a:buFont typeface="Wingdings" panose="05000000000000000000" pitchFamily="2"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88" userDrawn="1">
          <p15:clr>
            <a:srgbClr val="F26B43"/>
          </p15:clr>
        </p15:guide>
        <p15:guide id="4" pos="752" userDrawn="1">
          <p15:clr>
            <a:srgbClr val="F26B43"/>
          </p15:clr>
        </p15:guide>
        <p15:guide id="5" pos="896" userDrawn="1">
          <p15:clr>
            <a:srgbClr val="F26B43"/>
          </p15:clr>
        </p15:guide>
        <p15:guide id="6" pos="1352" userDrawn="1">
          <p15:clr>
            <a:srgbClr val="F26B43"/>
          </p15:clr>
        </p15:guide>
        <p15:guide id="7" pos="1496" userDrawn="1">
          <p15:clr>
            <a:srgbClr val="F26B43"/>
          </p15:clr>
        </p15:guide>
        <p15:guide id="8" pos="1960" userDrawn="1">
          <p15:clr>
            <a:srgbClr val="F26B43"/>
          </p15:clr>
        </p15:guide>
        <p15:guide id="9" pos="2104" userDrawn="1">
          <p15:clr>
            <a:srgbClr val="F26B43"/>
          </p15:clr>
        </p15:guide>
        <p15:guide id="10" pos="2560" userDrawn="1">
          <p15:clr>
            <a:srgbClr val="F26B43"/>
          </p15:clr>
        </p15:guide>
        <p15:guide id="11" pos="2704" userDrawn="1">
          <p15:clr>
            <a:srgbClr val="F26B43"/>
          </p15:clr>
        </p15:guide>
        <p15:guide id="12" pos="3168" userDrawn="1">
          <p15:clr>
            <a:srgbClr val="F26B43"/>
          </p15:clr>
        </p15:guide>
        <p15:guide id="13" pos="3312" userDrawn="1">
          <p15:clr>
            <a:srgbClr val="F26B43"/>
          </p15:clr>
        </p15:guide>
        <p15:guide id="14" pos="3768" userDrawn="1">
          <p15:clr>
            <a:srgbClr val="F26B43"/>
          </p15:clr>
        </p15:guide>
        <p15:guide id="15" pos="3912" userDrawn="1">
          <p15:clr>
            <a:srgbClr val="F26B43"/>
          </p15:clr>
        </p15:guide>
        <p15:guide id="16" pos="4392" userDrawn="1">
          <p15:clr>
            <a:srgbClr val="F26B43"/>
          </p15:clr>
        </p15:guide>
        <p15:guide id="17" pos="4520" userDrawn="1">
          <p15:clr>
            <a:srgbClr val="F26B43"/>
          </p15:clr>
        </p15:guide>
        <p15:guide id="18" pos="4976" userDrawn="1">
          <p15:clr>
            <a:srgbClr val="F26B43"/>
          </p15:clr>
        </p15:guide>
        <p15:guide id="19" pos="5120" userDrawn="1">
          <p15:clr>
            <a:srgbClr val="F26B43"/>
          </p15:clr>
        </p15:guide>
        <p15:guide id="20" pos="5584" userDrawn="1">
          <p15:clr>
            <a:srgbClr val="F26B43"/>
          </p15:clr>
        </p15:guide>
        <p15:guide id="21" pos="5728" userDrawn="1">
          <p15:clr>
            <a:srgbClr val="F26B43"/>
          </p15:clr>
        </p15:guide>
        <p15:guide id="22" pos="6184" userDrawn="1">
          <p15:clr>
            <a:srgbClr val="F26B43"/>
          </p15:clr>
        </p15:guide>
        <p15:guide id="23" pos="6328" userDrawn="1">
          <p15:clr>
            <a:srgbClr val="F26B43"/>
          </p15:clr>
        </p15:guide>
        <p15:guide id="24" pos="6792" userDrawn="1">
          <p15:clr>
            <a:srgbClr val="F26B43"/>
          </p15:clr>
        </p15:guide>
        <p15:guide id="25" pos="6936" userDrawn="1">
          <p15:clr>
            <a:srgbClr val="F26B43"/>
          </p15:clr>
        </p15:guide>
        <p15:guide id="26" pos="7392" userDrawn="1">
          <p15:clr>
            <a:srgbClr val="F26B43"/>
          </p15:clr>
        </p15:guide>
        <p15:guide id="27" orient="horz" userDrawn="1">
          <p15:clr>
            <a:srgbClr val="F26B43"/>
          </p15:clr>
        </p15:guide>
        <p15:guide id="28" orient="horz" pos="4320" userDrawn="1">
          <p15:clr>
            <a:srgbClr val="F26B43"/>
          </p15:clr>
        </p15:guide>
        <p15:guide id="29" orient="horz" pos="288" userDrawn="1">
          <p15:clr>
            <a:srgbClr val="F26B43"/>
          </p15:clr>
        </p15:guide>
        <p15:guide id="30"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E8C0686-F729-4944-A511-B79A7326272B}"/>
              </a:ext>
            </a:extLst>
          </p:cNvPr>
          <p:cNvSpPr>
            <a:spLocks noGrp="1"/>
          </p:cNvSpPr>
          <p:nvPr>
            <p:ph type="ctrTitle"/>
          </p:nvPr>
        </p:nvSpPr>
        <p:spPr/>
        <p:txBody>
          <a:bodyPr>
            <a:normAutofit/>
          </a:bodyPr>
          <a:lstStyle/>
          <a:p>
            <a:r>
              <a:rPr lang="en-US" sz="4000" noProof="0" dirty="0"/>
              <a:t>Module 4</a:t>
            </a:r>
          </a:p>
        </p:txBody>
      </p:sp>
      <p:sp>
        <p:nvSpPr>
          <p:cNvPr id="9" name="Subtitle 8">
            <a:extLst>
              <a:ext uri="{FF2B5EF4-FFF2-40B4-BE49-F238E27FC236}">
                <a16:creationId xmlns:a16="http://schemas.microsoft.com/office/drawing/2014/main" id="{F8C35E51-0114-4E6B-9ABF-A29902909275}"/>
              </a:ext>
            </a:extLst>
          </p:cNvPr>
          <p:cNvSpPr>
            <a:spLocks noGrp="1"/>
          </p:cNvSpPr>
          <p:nvPr>
            <p:ph type="subTitle" idx="1"/>
          </p:nvPr>
        </p:nvSpPr>
        <p:spPr>
          <a:xfrm>
            <a:off x="1424966" y="3809999"/>
            <a:ext cx="9143446" cy="2141913"/>
          </a:xfrm>
        </p:spPr>
        <p:txBody>
          <a:bodyPr/>
          <a:lstStyle/>
          <a:p>
            <a:r>
              <a:rPr lang="en-US" sz="3600" noProof="0" dirty="0"/>
              <a:t>Verilog, ALU, and Simulation</a:t>
            </a:r>
          </a:p>
        </p:txBody>
      </p:sp>
      <p:sp>
        <p:nvSpPr>
          <p:cNvPr id="2" name="Rectangle 1">
            <a:extLst>
              <a:ext uri="{FF2B5EF4-FFF2-40B4-BE49-F238E27FC236}">
                <a16:creationId xmlns:a16="http://schemas.microsoft.com/office/drawing/2014/main" id="{7C5F5578-B9E8-F09B-C5B5-A7EA7B41DF9C}"/>
              </a:ext>
              <a:ext uri="{C183D7F6-B498-43B3-948B-1728B52AA6E4}">
                <adec:decorative xmlns:adec="http://schemas.microsoft.com/office/drawing/2017/decorative" val="1"/>
              </a:ext>
            </a:extLst>
          </p:cNvPr>
          <p:cNvSpPr/>
          <p:nvPr/>
        </p:nvSpPr>
        <p:spPr>
          <a:xfrm>
            <a:off x="0" y="6720840"/>
            <a:ext cx="12192000" cy="1371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789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BDDE-6EFA-01AC-DAA6-FDF8B8FE5E0A}"/>
              </a:ext>
            </a:extLst>
          </p:cNvPr>
          <p:cNvSpPr>
            <a:spLocks noGrp="1"/>
          </p:cNvSpPr>
          <p:nvPr>
            <p:ph type="title"/>
          </p:nvPr>
        </p:nvSpPr>
        <p:spPr>
          <a:xfrm>
            <a:off x="457200" y="457200"/>
            <a:ext cx="11277600" cy="1143000"/>
          </a:xfrm>
        </p:spPr>
        <p:txBody>
          <a:bodyPr anchor="ctr">
            <a:normAutofit/>
          </a:bodyPr>
          <a:lstStyle/>
          <a:p>
            <a:r>
              <a:rPr lang="en-US" dirty="0"/>
              <a:t>Learning Objectives</a:t>
            </a:r>
          </a:p>
        </p:txBody>
      </p:sp>
      <p:graphicFrame>
        <p:nvGraphicFramePr>
          <p:cNvPr id="5" name="Content Placeholder 2" descr="Understand basic Verilog syntax and module structure&#10;Design and implement a simple ALU&#10;Perform simulation and interpret waveforms&#10;">
            <a:extLst>
              <a:ext uri="{FF2B5EF4-FFF2-40B4-BE49-F238E27FC236}">
                <a16:creationId xmlns:a16="http://schemas.microsoft.com/office/drawing/2014/main" id="{DBFB6AE3-5581-C6D8-D74A-3FA95996FD2B}"/>
              </a:ext>
            </a:extLst>
          </p:cNvPr>
          <p:cNvGraphicFramePr>
            <a:graphicFrameLocks noGrp="1"/>
          </p:cNvGraphicFramePr>
          <p:nvPr>
            <p:ph sz="half" idx="1"/>
            <p:extLst>
              <p:ext uri="{D42A27DB-BD31-4B8C-83A1-F6EECF244321}">
                <p14:modId xmlns:p14="http://schemas.microsoft.com/office/powerpoint/2010/main" val="265081067"/>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34806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FE96D-AD3F-D1FA-34DC-6CA075AE5DB2}"/>
              </a:ext>
            </a:extLst>
          </p:cNvPr>
          <p:cNvSpPr>
            <a:spLocks noGrp="1"/>
          </p:cNvSpPr>
          <p:nvPr>
            <p:ph type="title"/>
          </p:nvPr>
        </p:nvSpPr>
        <p:spPr/>
        <p:txBody>
          <a:bodyPr/>
          <a:lstStyle/>
          <a:p>
            <a:r>
              <a:rPr lang="en-US" dirty="0"/>
              <a:t>What is Verilog?</a:t>
            </a:r>
          </a:p>
        </p:txBody>
      </p:sp>
      <p:sp>
        <p:nvSpPr>
          <p:cNvPr id="4" name="Content Placeholder 3">
            <a:extLst>
              <a:ext uri="{FF2B5EF4-FFF2-40B4-BE49-F238E27FC236}">
                <a16:creationId xmlns:a16="http://schemas.microsoft.com/office/drawing/2014/main" id="{77B44F79-4991-4CD5-1542-13AFF17ACB27}"/>
              </a:ext>
            </a:extLst>
          </p:cNvPr>
          <p:cNvSpPr>
            <a:spLocks noGrp="1"/>
          </p:cNvSpPr>
          <p:nvPr>
            <p:ph sz="half" idx="1"/>
          </p:nvPr>
        </p:nvSpPr>
        <p:spPr/>
        <p:txBody>
          <a:bodyPr/>
          <a:lstStyle/>
          <a:p>
            <a:r>
              <a:rPr lang="en-US" dirty="0"/>
              <a:t>Hardware Description Language (HDL)</a:t>
            </a:r>
          </a:p>
          <a:p>
            <a:r>
              <a:rPr lang="en-US" dirty="0"/>
              <a:t>Used to model digital systems</a:t>
            </a:r>
          </a:p>
          <a:p>
            <a:r>
              <a:rPr lang="en-US" dirty="0"/>
              <a:t>Describes behavior and structure of hardware</a:t>
            </a:r>
          </a:p>
        </p:txBody>
      </p:sp>
      <p:pic>
        <p:nvPicPr>
          <p:cNvPr id="7" name="Content Placeholder 6" descr="Screenshot of a Verilog code editor displaying a structural full adder module definition. Code includes input and output wire declarations, logic gate operations (xor, and, or) for sum and carry outputs, with syntax highlighting in various colors for keywords and variables.">
            <a:extLst>
              <a:ext uri="{FF2B5EF4-FFF2-40B4-BE49-F238E27FC236}">
                <a16:creationId xmlns:a16="http://schemas.microsoft.com/office/drawing/2014/main" id="{B69FBF21-377E-9646-2110-3DEDF942FB2B}"/>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7116343" y="1824038"/>
            <a:ext cx="3696540" cy="4443412"/>
          </a:xfrm>
          <a:prstGeom prst="rect">
            <a:avLst/>
          </a:prstGeom>
        </p:spPr>
      </p:pic>
    </p:spTree>
    <p:extLst>
      <p:ext uri="{BB962C8B-B14F-4D97-AF65-F5344CB8AC3E}">
        <p14:creationId xmlns:p14="http://schemas.microsoft.com/office/powerpoint/2010/main" val="2694447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885DB-93EF-13D1-E9AD-15754513FDCD}"/>
              </a:ext>
            </a:extLst>
          </p:cNvPr>
          <p:cNvSpPr>
            <a:spLocks noGrp="1"/>
          </p:cNvSpPr>
          <p:nvPr>
            <p:ph type="title"/>
          </p:nvPr>
        </p:nvSpPr>
        <p:spPr/>
        <p:txBody>
          <a:bodyPr/>
          <a:lstStyle/>
          <a:p>
            <a:r>
              <a:rPr lang="en-US" dirty="0"/>
              <a:t>Verilog Module Basics</a:t>
            </a:r>
          </a:p>
        </p:txBody>
      </p:sp>
      <p:sp>
        <p:nvSpPr>
          <p:cNvPr id="5" name="Content Placeholder 4">
            <a:extLst>
              <a:ext uri="{FF2B5EF4-FFF2-40B4-BE49-F238E27FC236}">
                <a16:creationId xmlns:a16="http://schemas.microsoft.com/office/drawing/2014/main" id="{8CCE8ACB-5EB6-635E-5601-3D83E993066D}"/>
              </a:ext>
            </a:extLst>
          </p:cNvPr>
          <p:cNvSpPr>
            <a:spLocks noGrp="1"/>
          </p:cNvSpPr>
          <p:nvPr>
            <p:ph sz="half" idx="1"/>
          </p:nvPr>
        </p:nvSpPr>
        <p:spPr>
          <a:xfrm>
            <a:off x="457199" y="1726380"/>
            <a:ext cx="11269765" cy="1343391"/>
          </a:xfrm>
        </p:spPr>
        <p:txBody>
          <a:bodyPr/>
          <a:lstStyle/>
          <a:p>
            <a:r>
              <a:rPr lang="en-US" sz="3200" dirty="0"/>
              <a:t>Fundamental building block</a:t>
            </a:r>
          </a:p>
          <a:p>
            <a:r>
              <a:rPr lang="en-US" sz="3200" dirty="0"/>
              <a:t>Defines inputs, outputs, and internal logic</a:t>
            </a:r>
          </a:p>
        </p:txBody>
      </p:sp>
      <p:pic>
        <p:nvPicPr>
          <p:cNvPr id="8" name="Content Placeholder 7" descr="Screenshot of Verilog code defining a module named &quot;example&quot; with inputs &quot;a&quot; and &quot;b&quot; and output &quot;y&quot;. Code assigns output &quot;y&quot; as bitwise AND of inputs &quot;a&quot; and &quot;b&quot;, showing simple combinational logic.">
            <a:extLst>
              <a:ext uri="{FF2B5EF4-FFF2-40B4-BE49-F238E27FC236}">
                <a16:creationId xmlns:a16="http://schemas.microsoft.com/office/drawing/2014/main" id="{933FF096-8F10-5FDB-2E2E-BDFC424B365B}"/>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3256771" y="3573625"/>
            <a:ext cx="5670619" cy="902964"/>
          </a:xfrm>
          <a:prstGeom prst="rect">
            <a:avLst/>
          </a:prstGeom>
        </p:spPr>
      </p:pic>
    </p:spTree>
    <p:extLst>
      <p:ext uri="{BB962C8B-B14F-4D97-AF65-F5344CB8AC3E}">
        <p14:creationId xmlns:p14="http://schemas.microsoft.com/office/powerpoint/2010/main" val="3035372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8F2B4-24B5-1E5B-E7A3-A5D6C012D47C}"/>
              </a:ext>
            </a:extLst>
          </p:cNvPr>
          <p:cNvSpPr>
            <a:spLocks noGrp="1"/>
          </p:cNvSpPr>
          <p:nvPr>
            <p:ph type="title"/>
          </p:nvPr>
        </p:nvSpPr>
        <p:spPr/>
        <p:txBody>
          <a:bodyPr/>
          <a:lstStyle/>
          <a:p>
            <a:r>
              <a:rPr lang="en-US" dirty="0"/>
              <a:t>Data Types and Signals</a:t>
            </a:r>
          </a:p>
        </p:txBody>
      </p:sp>
      <p:graphicFrame>
        <p:nvGraphicFramePr>
          <p:cNvPr id="9" name="Content Placeholder 8">
            <a:extLst>
              <a:ext uri="{FF2B5EF4-FFF2-40B4-BE49-F238E27FC236}">
                <a16:creationId xmlns:a16="http://schemas.microsoft.com/office/drawing/2014/main" id="{AE4F7684-CE6B-AC9A-8FC4-CA69799DD7FA}"/>
              </a:ext>
            </a:extLst>
          </p:cNvPr>
          <p:cNvGraphicFramePr>
            <a:graphicFrameLocks noGrp="1"/>
          </p:cNvGraphicFramePr>
          <p:nvPr>
            <p:ph sz="half" idx="1"/>
            <p:extLst>
              <p:ext uri="{D42A27DB-BD31-4B8C-83A1-F6EECF244321}">
                <p14:modId xmlns:p14="http://schemas.microsoft.com/office/powerpoint/2010/main" val="3669115432"/>
              </p:ext>
            </p:extLst>
          </p:nvPr>
        </p:nvGraphicFramePr>
        <p:xfrm>
          <a:off x="457200" y="1874904"/>
          <a:ext cx="11269660" cy="1651000"/>
        </p:xfrm>
        <a:graphic>
          <a:graphicData uri="http://schemas.openxmlformats.org/drawingml/2006/table">
            <a:tbl>
              <a:tblPr firstRow="1" bandRow="1">
                <a:tableStyleId>{5C22544A-7EE6-4342-B048-85BDC9FD1C3A}</a:tableStyleId>
              </a:tblPr>
              <a:tblGrid>
                <a:gridCol w="2258008">
                  <a:extLst>
                    <a:ext uri="{9D8B030D-6E8A-4147-A177-3AD203B41FA5}">
                      <a16:colId xmlns:a16="http://schemas.microsoft.com/office/drawing/2014/main" val="2149496076"/>
                    </a:ext>
                  </a:extLst>
                </a:gridCol>
                <a:gridCol w="4889241">
                  <a:extLst>
                    <a:ext uri="{9D8B030D-6E8A-4147-A177-3AD203B41FA5}">
                      <a16:colId xmlns:a16="http://schemas.microsoft.com/office/drawing/2014/main" val="3588143786"/>
                    </a:ext>
                  </a:extLst>
                </a:gridCol>
                <a:gridCol w="1614196">
                  <a:extLst>
                    <a:ext uri="{9D8B030D-6E8A-4147-A177-3AD203B41FA5}">
                      <a16:colId xmlns:a16="http://schemas.microsoft.com/office/drawing/2014/main" val="2830174057"/>
                    </a:ext>
                  </a:extLst>
                </a:gridCol>
                <a:gridCol w="2508215">
                  <a:extLst>
                    <a:ext uri="{9D8B030D-6E8A-4147-A177-3AD203B41FA5}">
                      <a16:colId xmlns:a16="http://schemas.microsoft.com/office/drawing/2014/main" val="662742314"/>
                    </a:ext>
                  </a:extLst>
                </a:gridCol>
              </a:tblGrid>
              <a:tr h="370840">
                <a:tc>
                  <a:txBody>
                    <a:bodyPr/>
                    <a:lstStyle/>
                    <a:p>
                      <a:r>
                        <a:rPr lang="en-US" dirty="0"/>
                        <a:t>Type</a:t>
                      </a:r>
                    </a:p>
                  </a:txBody>
                  <a:tcPr/>
                </a:tc>
                <a:tc>
                  <a:txBody>
                    <a:bodyPr/>
                    <a:lstStyle/>
                    <a:p>
                      <a:r>
                        <a:rPr lang="en-US" dirty="0"/>
                        <a:t>Represents</a:t>
                      </a:r>
                    </a:p>
                  </a:txBody>
                  <a:tcPr/>
                </a:tc>
                <a:tc>
                  <a:txBody>
                    <a:bodyPr/>
                    <a:lstStyle/>
                    <a:p>
                      <a:r>
                        <a:rPr lang="en-US" dirty="0"/>
                        <a:t>Example</a:t>
                      </a:r>
                    </a:p>
                  </a:txBody>
                  <a:tcPr/>
                </a:tc>
                <a:tc>
                  <a:txBody>
                    <a:bodyPr/>
                    <a:lstStyle/>
                    <a:p>
                      <a:r>
                        <a:rPr lang="en-US" dirty="0"/>
                        <a:t>Synthesizable?</a:t>
                      </a:r>
                    </a:p>
                  </a:txBody>
                  <a:tcPr/>
                </a:tc>
                <a:extLst>
                  <a:ext uri="{0D108BD9-81ED-4DB2-BD59-A6C34878D82A}">
                    <a16:rowId xmlns:a16="http://schemas.microsoft.com/office/drawing/2014/main" val="3690879891"/>
                  </a:ext>
                </a:extLst>
              </a:tr>
              <a:tr h="370840">
                <a:tc>
                  <a:txBody>
                    <a:bodyPr/>
                    <a:lstStyle/>
                    <a:p>
                      <a:pPr algn="l" fontAlgn="t">
                        <a:buNone/>
                      </a:pPr>
                      <a:r>
                        <a:rPr lang="en-US" b="0" dirty="0">
                          <a:effectLst/>
                        </a:rPr>
                        <a:t>Nets (wire)</a:t>
                      </a:r>
                    </a:p>
                  </a:txBody>
                  <a:tcPr anchor="ctr"/>
                </a:tc>
                <a:tc>
                  <a:txBody>
                    <a:bodyPr/>
                    <a:lstStyle/>
                    <a:p>
                      <a:pPr algn="l" fontAlgn="t">
                        <a:buNone/>
                      </a:pPr>
                      <a:r>
                        <a:rPr lang="en-US" b="0" dirty="0">
                          <a:effectLst/>
                        </a:rPr>
                        <a:t>Physical connections between hardware elements</a:t>
                      </a:r>
                    </a:p>
                  </a:txBody>
                  <a:tcPr anchor="ctr"/>
                </a:tc>
                <a:tc>
                  <a:txBody>
                    <a:bodyPr/>
                    <a:lstStyle/>
                    <a:p>
                      <a:pPr algn="l" fontAlgn="t">
                        <a:buNone/>
                      </a:pPr>
                      <a:r>
                        <a:rPr lang="en-US" b="0">
                          <a:effectLst/>
                        </a:rPr>
                        <a:t>wire a;</a:t>
                      </a:r>
                    </a:p>
                  </a:txBody>
                  <a:tcPr anchor="ctr"/>
                </a:tc>
                <a:tc>
                  <a:txBody>
                    <a:bodyPr/>
                    <a:lstStyle/>
                    <a:p>
                      <a:pPr algn="l" fontAlgn="t">
                        <a:buNone/>
                      </a:pPr>
                      <a:r>
                        <a:rPr lang="en-US" b="0">
                          <a:effectLst/>
                        </a:rPr>
                        <a:t>Yes</a:t>
                      </a:r>
                    </a:p>
                  </a:txBody>
                  <a:tcPr anchor="ctr"/>
                </a:tc>
                <a:extLst>
                  <a:ext uri="{0D108BD9-81ED-4DB2-BD59-A6C34878D82A}">
                    <a16:rowId xmlns:a16="http://schemas.microsoft.com/office/drawing/2014/main" val="3281197020"/>
                  </a:ext>
                </a:extLst>
              </a:tr>
              <a:tr h="370840">
                <a:tc>
                  <a:txBody>
                    <a:bodyPr/>
                    <a:lstStyle/>
                    <a:p>
                      <a:pPr algn="l" fontAlgn="t">
                        <a:buNone/>
                      </a:pPr>
                      <a:r>
                        <a:rPr lang="en-US" b="0" dirty="0">
                          <a:effectLst/>
                        </a:rPr>
                        <a:t>Variables (e.g., reg)</a:t>
                      </a:r>
                    </a:p>
                  </a:txBody>
                  <a:tcPr anchor="ctr"/>
                </a:tc>
                <a:tc>
                  <a:txBody>
                    <a:bodyPr/>
                    <a:lstStyle/>
                    <a:p>
                      <a:pPr algn="l" fontAlgn="t">
                        <a:buNone/>
                      </a:pPr>
                      <a:r>
                        <a:rPr lang="en-US" b="0">
                          <a:effectLst/>
                        </a:rPr>
                        <a:t>Storage elements holding values until next assignment</a:t>
                      </a:r>
                    </a:p>
                  </a:txBody>
                  <a:tcPr anchor="ctr"/>
                </a:tc>
                <a:tc>
                  <a:txBody>
                    <a:bodyPr/>
                    <a:lstStyle/>
                    <a:p>
                      <a:pPr algn="l" fontAlgn="t">
                        <a:buNone/>
                      </a:pPr>
                      <a:r>
                        <a:rPr lang="en-US" b="0">
                          <a:effectLst/>
                        </a:rPr>
                        <a:t>reg q;</a:t>
                      </a:r>
                    </a:p>
                  </a:txBody>
                  <a:tcPr anchor="ctr"/>
                </a:tc>
                <a:tc>
                  <a:txBody>
                    <a:bodyPr/>
                    <a:lstStyle/>
                    <a:p>
                      <a:pPr algn="l" fontAlgn="t">
                        <a:buNone/>
                      </a:pPr>
                      <a:r>
                        <a:rPr lang="en-US" b="0" dirty="0">
                          <a:effectLst/>
                        </a:rPr>
                        <a:t>Yes (if used properly)</a:t>
                      </a:r>
                    </a:p>
                  </a:txBody>
                  <a:tcPr anchor="ctr"/>
                </a:tc>
                <a:extLst>
                  <a:ext uri="{0D108BD9-81ED-4DB2-BD59-A6C34878D82A}">
                    <a16:rowId xmlns:a16="http://schemas.microsoft.com/office/drawing/2014/main" val="625823446"/>
                  </a:ext>
                </a:extLst>
              </a:tr>
            </a:tbl>
          </a:graphicData>
        </a:graphic>
      </p:graphicFrame>
      <p:sp>
        <p:nvSpPr>
          <p:cNvPr id="10" name="Content Placeholder 9">
            <a:extLst>
              <a:ext uri="{FF2B5EF4-FFF2-40B4-BE49-F238E27FC236}">
                <a16:creationId xmlns:a16="http://schemas.microsoft.com/office/drawing/2014/main" id="{AC48C8D5-1441-08A3-2E93-0B7A4F9CCB15}"/>
              </a:ext>
            </a:extLst>
          </p:cNvPr>
          <p:cNvSpPr>
            <a:spLocks noGrp="1"/>
          </p:cNvSpPr>
          <p:nvPr>
            <p:ph sz="half" idx="13"/>
          </p:nvPr>
        </p:nvSpPr>
        <p:spPr>
          <a:xfrm>
            <a:off x="457200" y="4019599"/>
            <a:ext cx="11269766" cy="403111"/>
          </a:xfrm>
        </p:spPr>
        <p:txBody>
          <a:bodyPr/>
          <a:lstStyle/>
          <a:p>
            <a:r>
              <a:rPr lang="en-US" dirty="0"/>
              <a:t>Input/Output Declarations</a:t>
            </a:r>
          </a:p>
          <a:p>
            <a:pPr marL="0" indent="0">
              <a:buNone/>
            </a:pPr>
            <a:endParaRPr lang="en-US" dirty="0"/>
          </a:p>
        </p:txBody>
      </p:sp>
      <p:pic>
        <p:nvPicPr>
          <p:cNvPr id="12" name="Picture 11" descr="Screenshot of Verilog code snippet defining a module named &quot;example&quot; with two 8-bit input wires labeled &quot;a&quot; and &quot;b,&quot; and one 8-bit output wire labeled &quot;c.&quot; Code uses syntax highlighting with keywords in purple and identifiers in red and blue.">
            <a:extLst>
              <a:ext uri="{FF2B5EF4-FFF2-40B4-BE49-F238E27FC236}">
                <a16:creationId xmlns:a16="http://schemas.microsoft.com/office/drawing/2014/main" id="{70131419-260F-3E4F-C48D-951495660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665" y="4517056"/>
            <a:ext cx="2830064" cy="1519850"/>
          </a:xfrm>
          <a:prstGeom prst="rect">
            <a:avLst/>
          </a:prstGeom>
        </p:spPr>
      </p:pic>
    </p:spTree>
    <p:extLst>
      <p:ext uri="{BB962C8B-B14F-4D97-AF65-F5344CB8AC3E}">
        <p14:creationId xmlns:p14="http://schemas.microsoft.com/office/powerpoint/2010/main" val="809842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7F92-EE8C-0BB1-916C-ED6BFB9D3896}"/>
              </a:ext>
            </a:extLst>
          </p:cNvPr>
          <p:cNvSpPr>
            <a:spLocks noGrp="1"/>
          </p:cNvSpPr>
          <p:nvPr>
            <p:ph type="title"/>
          </p:nvPr>
        </p:nvSpPr>
        <p:spPr>
          <a:xfrm>
            <a:off x="457200" y="457200"/>
            <a:ext cx="11277600" cy="1143000"/>
          </a:xfrm>
        </p:spPr>
        <p:txBody>
          <a:bodyPr anchor="ctr">
            <a:normAutofit/>
          </a:bodyPr>
          <a:lstStyle/>
          <a:p>
            <a:r>
              <a:rPr lang="en-US" dirty="0"/>
              <a:t>Continuous vs. Procedural Assignments</a:t>
            </a:r>
          </a:p>
        </p:txBody>
      </p:sp>
      <p:graphicFrame>
        <p:nvGraphicFramePr>
          <p:cNvPr id="7" name="Content Placeholder 4" descr="assign: continuous (combinational&#10;always block: procedural (sequential or combinational)&#10;">
            <a:extLst>
              <a:ext uri="{FF2B5EF4-FFF2-40B4-BE49-F238E27FC236}">
                <a16:creationId xmlns:a16="http://schemas.microsoft.com/office/drawing/2014/main" id="{00B0A4CF-2079-1D36-89BD-B496F61942A9}"/>
              </a:ext>
            </a:extLst>
          </p:cNvPr>
          <p:cNvGraphicFramePr>
            <a:graphicFrameLocks noGrp="1"/>
          </p:cNvGraphicFramePr>
          <p:nvPr>
            <p:ph sz="half" idx="1"/>
            <p:extLst>
              <p:ext uri="{D42A27DB-BD31-4B8C-83A1-F6EECF244321}">
                <p14:modId xmlns:p14="http://schemas.microsoft.com/office/powerpoint/2010/main" val="3772683192"/>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5735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04691-DA40-8DF7-F2AD-C3C85E5C4A78}"/>
              </a:ext>
            </a:extLst>
          </p:cNvPr>
          <p:cNvSpPr>
            <a:spLocks noGrp="1"/>
          </p:cNvSpPr>
          <p:nvPr>
            <p:ph type="title"/>
          </p:nvPr>
        </p:nvSpPr>
        <p:spPr/>
        <p:txBody>
          <a:bodyPr/>
          <a:lstStyle/>
          <a:p>
            <a:r>
              <a:rPr lang="en-US" dirty="0"/>
              <a:t>Continuous Assignment (Combinational)</a:t>
            </a:r>
          </a:p>
        </p:txBody>
      </p:sp>
      <p:sp>
        <p:nvSpPr>
          <p:cNvPr id="4" name="Content Placeholder 3">
            <a:extLst>
              <a:ext uri="{FF2B5EF4-FFF2-40B4-BE49-F238E27FC236}">
                <a16:creationId xmlns:a16="http://schemas.microsoft.com/office/drawing/2014/main" id="{82C7EA22-90B4-F139-173C-B381B6873FDE}"/>
              </a:ext>
            </a:extLst>
          </p:cNvPr>
          <p:cNvSpPr>
            <a:spLocks noGrp="1"/>
          </p:cNvSpPr>
          <p:nvPr>
            <p:ph sz="half" idx="1"/>
          </p:nvPr>
        </p:nvSpPr>
        <p:spPr/>
        <p:txBody>
          <a:bodyPr/>
          <a:lstStyle/>
          <a:p>
            <a:r>
              <a:rPr lang="en-US" dirty="0"/>
              <a:t>Uses assign</a:t>
            </a:r>
          </a:p>
          <a:p>
            <a:r>
              <a:rPr lang="en-US" dirty="0"/>
              <a:t>Always active (updates automatically when inputs change)</a:t>
            </a:r>
          </a:p>
          <a:p>
            <a:r>
              <a:rPr lang="en-US" dirty="0"/>
              <a:t>Only works with wire</a:t>
            </a:r>
          </a:p>
          <a:p>
            <a:r>
              <a:rPr lang="en-US" b="1" dirty="0"/>
              <a:t>Key Idea:</a:t>
            </a:r>
          </a:p>
          <a:p>
            <a:pPr lvl="1"/>
            <a:r>
              <a:rPr lang="en-US" dirty="0"/>
              <a:t>This is like a direct connection</a:t>
            </a:r>
          </a:p>
          <a:p>
            <a:pPr lvl="1"/>
            <a:r>
              <a:rPr lang="en-US" dirty="0"/>
              <a:t>Hardware is always ‘on’ and updating</a:t>
            </a:r>
          </a:p>
        </p:txBody>
      </p:sp>
      <p:pic>
        <p:nvPicPr>
          <p:cNvPr id="7" name="Content Placeholder 6" descr="Screenshot of Verilog code defining a module named &quot;and_gate&quot; with two inputs, &quot;a&quot; and &quot;b,&quot; and one output, &quot;y.&quot; The code assigns output &quot;y&quot; as the logical AND of inputs &quot;a&quot; and &quot;b,&quot; demonstrating a simple digital logic gate implementation.&#10;">
            <a:extLst>
              <a:ext uri="{FF2B5EF4-FFF2-40B4-BE49-F238E27FC236}">
                <a16:creationId xmlns:a16="http://schemas.microsoft.com/office/drawing/2014/main" id="{607B9A40-3F34-CA2D-2CE6-2BDB3CBCABCE}"/>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7436498" y="2109013"/>
            <a:ext cx="3200400" cy="2634345"/>
          </a:xfrm>
          <a:prstGeom prst="rect">
            <a:avLst/>
          </a:prstGeom>
        </p:spPr>
      </p:pic>
    </p:spTree>
    <p:extLst>
      <p:ext uri="{BB962C8B-B14F-4D97-AF65-F5344CB8AC3E}">
        <p14:creationId xmlns:p14="http://schemas.microsoft.com/office/powerpoint/2010/main" val="246664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B3453-BA90-7885-1FE6-A49E6309C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DD6DE8-D79B-7E67-A28E-CDE5EDDBEE59}"/>
              </a:ext>
            </a:extLst>
          </p:cNvPr>
          <p:cNvSpPr>
            <a:spLocks noGrp="1"/>
          </p:cNvSpPr>
          <p:nvPr>
            <p:ph type="title"/>
          </p:nvPr>
        </p:nvSpPr>
        <p:spPr/>
        <p:txBody>
          <a:bodyPr/>
          <a:lstStyle/>
          <a:p>
            <a:r>
              <a:rPr lang="en-US" dirty="0"/>
              <a:t>Procedural Assignment</a:t>
            </a:r>
          </a:p>
        </p:txBody>
      </p:sp>
      <p:sp>
        <p:nvSpPr>
          <p:cNvPr id="4" name="Content Placeholder 3">
            <a:extLst>
              <a:ext uri="{FF2B5EF4-FFF2-40B4-BE49-F238E27FC236}">
                <a16:creationId xmlns:a16="http://schemas.microsoft.com/office/drawing/2014/main" id="{235B7F38-B9C4-5EFF-A748-CDB356F11F1F}"/>
              </a:ext>
            </a:extLst>
          </p:cNvPr>
          <p:cNvSpPr>
            <a:spLocks noGrp="1"/>
          </p:cNvSpPr>
          <p:nvPr>
            <p:ph sz="half" idx="1"/>
          </p:nvPr>
        </p:nvSpPr>
        <p:spPr/>
        <p:txBody>
          <a:bodyPr/>
          <a:lstStyle/>
          <a:p>
            <a:r>
              <a:rPr lang="en-US" dirty="0"/>
              <a:t>Uses always</a:t>
            </a:r>
          </a:p>
          <a:p>
            <a:r>
              <a:rPr lang="en-US" dirty="0"/>
              <a:t>Executes when triggered by the sensitivity list</a:t>
            </a:r>
          </a:p>
          <a:p>
            <a:r>
              <a:rPr lang="en-US" dirty="0"/>
              <a:t>Uses reg type</a:t>
            </a:r>
          </a:p>
          <a:p>
            <a:r>
              <a:rPr lang="en-US" b="1" dirty="0"/>
              <a:t>Key Idea:</a:t>
            </a:r>
          </a:p>
          <a:p>
            <a:pPr lvl="1"/>
            <a:r>
              <a:rPr lang="en-US" dirty="0"/>
              <a:t>This behaves like a block of instructions that runs when inputs change</a:t>
            </a:r>
          </a:p>
        </p:txBody>
      </p:sp>
      <p:pic>
        <p:nvPicPr>
          <p:cNvPr id="8" name="Content Placeholder 7" descr="Screenshot of Verilog code defining a module named &quot;and_gate_proc&quot; that implements a 2-input AND gate using procedural assignment. The code includes inputs &quot;a&quot; and &quot;b,&quot; an output register &quot;y,&quot; and an always block triggered on any change, assigning &quot;y&quot; the result of bitwise AND between &quot;a&quot; and &quot;b.&quot;&#10;">
            <a:extLst>
              <a:ext uri="{FF2B5EF4-FFF2-40B4-BE49-F238E27FC236}">
                <a16:creationId xmlns:a16="http://schemas.microsoft.com/office/drawing/2014/main" id="{06A06F1F-9FFD-80DC-A153-2070BE683F92}"/>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7572396" y="1946606"/>
            <a:ext cx="3200400" cy="2964788"/>
          </a:xfrm>
          <a:prstGeom prst="rect">
            <a:avLst/>
          </a:prstGeom>
        </p:spPr>
      </p:pic>
    </p:spTree>
    <p:extLst>
      <p:ext uri="{BB962C8B-B14F-4D97-AF65-F5344CB8AC3E}">
        <p14:creationId xmlns:p14="http://schemas.microsoft.com/office/powerpoint/2010/main" val="335968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0B501-E5E1-922D-6B27-CD49F8C61D81}"/>
              </a:ext>
            </a:extLst>
          </p:cNvPr>
          <p:cNvSpPr>
            <a:spLocks noGrp="1"/>
          </p:cNvSpPr>
          <p:nvPr>
            <p:ph type="title"/>
          </p:nvPr>
        </p:nvSpPr>
        <p:spPr/>
        <p:txBody>
          <a:bodyPr/>
          <a:lstStyle/>
          <a:p>
            <a:r>
              <a:rPr lang="en-US" dirty="0"/>
              <a:t>Continuous vs. Procedural Table</a:t>
            </a:r>
          </a:p>
        </p:txBody>
      </p:sp>
      <p:graphicFrame>
        <p:nvGraphicFramePr>
          <p:cNvPr id="6" name="Content Placeholder 5">
            <a:extLst>
              <a:ext uri="{FF2B5EF4-FFF2-40B4-BE49-F238E27FC236}">
                <a16:creationId xmlns:a16="http://schemas.microsoft.com/office/drawing/2014/main" id="{BB80B3E6-B353-8B5D-42C6-6E83E47C0518}"/>
              </a:ext>
            </a:extLst>
          </p:cNvPr>
          <p:cNvGraphicFramePr>
            <a:graphicFrameLocks noGrp="1"/>
          </p:cNvGraphicFramePr>
          <p:nvPr>
            <p:ph sz="half" idx="1"/>
            <p:extLst>
              <p:ext uri="{D42A27DB-BD31-4B8C-83A1-F6EECF244321}">
                <p14:modId xmlns:p14="http://schemas.microsoft.com/office/powerpoint/2010/main" val="1043951373"/>
              </p:ext>
            </p:extLst>
          </p:nvPr>
        </p:nvGraphicFramePr>
        <p:xfrm>
          <a:off x="457200" y="1824036"/>
          <a:ext cx="11277600" cy="4035585"/>
        </p:xfrm>
        <a:graphic>
          <a:graphicData uri="http://schemas.openxmlformats.org/drawingml/2006/table">
            <a:tbl>
              <a:tblPr firstRow="1" bandRow="1">
                <a:tableStyleId>{5C22544A-7EE6-4342-B048-85BDC9FD1C3A}</a:tableStyleId>
              </a:tblPr>
              <a:tblGrid>
                <a:gridCol w="3759200">
                  <a:extLst>
                    <a:ext uri="{9D8B030D-6E8A-4147-A177-3AD203B41FA5}">
                      <a16:colId xmlns:a16="http://schemas.microsoft.com/office/drawing/2014/main" val="1037974973"/>
                    </a:ext>
                  </a:extLst>
                </a:gridCol>
                <a:gridCol w="3759200">
                  <a:extLst>
                    <a:ext uri="{9D8B030D-6E8A-4147-A177-3AD203B41FA5}">
                      <a16:colId xmlns:a16="http://schemas.microsoft.com/office/drawing/2014/main" val="223332685"/>
                    </a:ext>
                  </a:extLst>
                </a:gridCol>
                <a:gridCol w="3759200">
                  <a:extLst>
                    <a:ext uri="{9D8B030D-6E8A-4147-A177-3AD203B41FA5}">
                      <a16:colId xmlns:a16="http://schemas.microsoft.com/office/drawing/2014/main" val="3788577450"/>
                    </a:ext>
                  </a:extLst>
                </a:gridCol>
              </a:tblGrid>
              <a:tr h="807117">
                <a:tc>
                  <a:txBody>
                    <a:bodyPr/>
                    <a:lstStyle/>
                    <a:p>
                      <a:pPr marL="0" marR="0">
                        <a:lnSpc>
                          <a:spcPct val="115000"/>
                        </a:lnSpc>
                        <a:spcAft>
                          <a:spcPts val="800"/>
                        </a:spcAft>
                        <a:buNone/>
                      </a:pPr>
                      <a:r>
                        <a:rPr lang="en-US" sz="2000" b="1" kern="100" dirty="0">
                          <a:effectLst/>
                          <a:latin typeface="Aptos" panose="020B0004020202020204" pitchFamily="34" charset="0"/>
                          <a:ea typeface="DengXian" panose="02010600030101010101" pitchFamily="2" charset="-122"/>
                          <a:cs typeface="Arial" panose="020B0604020202020204" pitchFamily="34" charset="0"/>
                        </a:rPr>
                        <a:t>Feature</a:t>
                      </a:r>
                      <a:endParaRPr lang="en-US" sz="2000" kern="100" dirty="0">
                        <a:effectLst/>
                        <a:latin typeface="Aptos" panose="020B0004020202020204" pitchFamily="34" charset="0"/>
                        <a:ea typeface="DengXian" panose="02010600030101010101" pitchFamily="2" charset="-122"/>
                        <a:cs typeface="Arial" panose="020B0604020202020204" pitchFamily="34" charset="0"/>
                      </a:endParaRPr>
                    </a:p>
                  </a:txBody>
                  <a:tcPr marL="68580" marR="68580" marT="0" marB="0" anchor="ctr"/>
                </a:tc>
                <a:tc>
                  <a:txBody>
                    <a:bodyPr/>
                    <a:lstStyle/>
                    <a:p>
                      <a:pPr marL="0" marR="0">
                        <a:lnSpc>
                          <a:spcPct val="115000"/>
                        </a:lnSpc>
                        <a:spcAft>
                          <a:spcPts val="800"/>
                        </a:spcAft>
                        <a:buNone/>
                      </a:pPr>
                      <a:r>
                        <a:rPr lang="en-US" sz="2000" b="1" kern="100">
                          <a:effectLst/>
                          <a:latin typeface="Aptos" panose="020B0004020202020204" pitchFamily="34" charset="0"/>
                          <a:ea typeface="DengXian" panose="02010600030101010101" pitchFamily="2" charset="-122"/>
                          <a:cs typeface="Arial" panose="020B0604020202020204" pitchFamily="34" charset="0"/>
                        </a:rPr>
                        <a:t>Continuous (assign)</a:t>
                      </a:r>
                      <a:endParaRPr lang="en-US" sz="2000" kern="100">
                        <a:effectLst/>
                        <a:latin typeface="Aptos" panose="020B0004020202020204" pitchFamily="34" charset="0"/>
                        <a:ea typeface="DengXian" panose="02010600030101010101" pitchFamily="2" charset="-122"/>
                        <a:cs typeface="Arial" panose="020B0604020202020204" pitchFamily="34" charset="0"/>
                      </a:endParaRPr>
                    </a:p>
                  </a:txBody>
                  <a:tcPr marL="68580" marR="68580" marT="0" marB="0" anchor="ctr"/>
                </a:tc>
                <a:tc>
                  <a:txBody>
                    <a:bodyPr/>
                    <a:lstStyle/>
                    <a:p>
                      <a:pPr marL="0" marR="0">
                        <a:lnSpc>
                          <a:spcPct val="115000"/>
                        </a:lnSpc>
                        <a:spcAft>
                          <a:spcPts val="800"/>
                        </a:spcAft>
                        <a:buNone/>
                      </a:pPr>
                      <a:r>
                        <a:rPr lang="en-US" sz="2000" b="1" kern="100">
                          <a:effectLst/>
                          <a:latin typeface="Aptos" panose="020B0004020202020204" pitchFamily="34" charset="0"/>
                          <a:ea typeface="DengXian" panose="02010600030101010101" pitchFamily="2" charset="-122"/>
                          <a:cs typeface="Arial" panose="020B0604020202020204" pitchFamily="34" charset="0"/>
                        </a:rPr>
                        <a:t>Procedural (always)</a:t>
                      </a:r>
                      <a:endParaRPr lang="en-US" sz="2000" kern="100">
                        <a:effectLst/>
                        <a:latin typeface="Aptos" panose="020B0004020202020204" pitchFamily="34" charset="0"/>
                        <a:ea typeface="DengXian" panose="0201060003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2101617558"/>
                  </a:ext>
                </a:extLst>
              </a:tr>
              <a:tr h="807117">
                <a:tc>
                  <a:txBody>
                    <a:bodyPr/>
                    <a:lstStyle/>
                    <a:p>
                      <a:pPr marL="0" marR="0">
                        <a:lnSpc>
                          <a:spcPct val="115000"/>
                        </a:lnSpc>
                        <a:spcAft>
                          <a:spcPts val="800"/>
                        </a:spcAft>
                        <a:buNone/>
                      </a:pPr>
                      <a:r>
                        <a:rPr lang="en-US" sz="2000" b="0" kern="100" dirty="0">
                          <a:effectLst/>
                          <a:latin typeface="Aptos" panose="020B0004020202020204" pitchFamily="34" charset="0"/>
                          <a:ea typeface="DengXian" panose="02010600030101010101" pitchFamily="2" charset="-122"/>
                          <a:cs typeface="Arial" panose="020B0604020202020204" pitchFamily="34" charset="0"/>
                        </a:rPr>
                        <a:t>Type</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Combinational only</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Combinational + Sequential</a:t>
                      </a:r>
                    </a:p>
                  </a:txBody>
                  <a:tcPr marL="68580" marR="68580" marT="0" marB="0" anchor="ctr"/>
                </a:tc>
                <a:extLst>
                  <a:ext uri="{0D108BD9-81ED-4DB2-BD59-A6C34878D82A}">
                    <a16:rowId xmlns:a16="http://schemas.microsoft.com/office/drawing/2014/main" val="2802162958"/>
                  </a:ext>
                </a:extLst>
              </a:tr>
              <a:tr h="807117">
                <a:tc>
                  <a:txBody>
                    <a:bodyPr/>
                    <a:lstStyle/>
                    <a:p>
                      <a:pPr marL="0" marR="0">
                        <a:lnSpc>
                          <a:spcPct val="115000"/>
                        </a:lnSpc>
                        <a:spcAft>
                          <a:spcPts val="800"/>
                        </a:spcAft>
                        <a:buNone/>
                      </a:pPr>
                      <a:r>
                        <a:rPr lang="en-US" sz="2000" b="0" kern="100" dirty="0">
                          <a:effectLst/>
                          <a:latin typeface="Aptos" panose="020B0004020202020204" pitchFamily="34" charset="0"/>
                          <a:ea typeface="DengXian" panose="02010600030101010101" pitchFamily="2" charset="-122"/>
                          <a:cs typeface="Arial" panose="020B0604020202020204" pitchFamily="34" charset="0"/>
                        </a:rPr>
                        <a:t>Signal type</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wire</a:t>
                      </a:r>
                    </a:p>
                  </a:txBody>
                  <a:tcPr marL="68580" marR="68580" marT="0" marB="0" anchor="ctr"/>
                </a:tc>
                <a:tc>
                  <a:txBody>
                    <a:bodyPr/>
                    <a:lstStyle/>
                    <a:p>
                      <a:pPr marL="0" marR="0">
                        <a:lnSpc>
                          <a:spcPct val="115000"/>
                        </a:lnSpc>
                        <a:spcAft>
                          <a:spcPts val="800"/>
                        </a:spcAft>
                        <a:buNone/>
                      </a:pPr>
                      <a:r>
                        <a:rPr lang="en-US" sz="2000" kern="100">
                          <a:effectLst/>
                          <a:latin typeface="Aptos" panose="020B0004020202020204" pitchFamily="34" charset="0"/>
                          <a:ea typeface="DengXian" panose="02010600030101010101" pitchFamily="2" charset="-122"/>
                          <a:cs typeface="Arial" panose="020B0604020202020204" pitchFamily="34" charset="0"/>
                        </a:rPr>
                        <a:t>reg</a:t>
                      </a:r>
                    </a:p>
                  </a:txBody>
                  <a:tcPr marL="68580" marR="68580" marT="0" marB="0" anchor="ctr"/>
                </a:tc>
                <a:extLst>
                  <a:ext uri="{0D108BD9-81ED-4DB2-BD59-A6C34878D82A}">
                    <a16:rowId xmlns:a16="http://schemas.microsoft.com/office/drawing/2014/main" val="1185087390"/>
                  </a:ext>
                </a:extLst>
              </a:tr>
              <a:tr h="807117">
                <a:tc>
                  <a:txBody>
                    <a:bodyPr/>
                    <a:lstStyle/>
                    <a:p>
                      <a:pPr marL="0" marR="0">
                        <a:lnSpc>
                          <a:spcPct val="115000"/>
                        </a:lnSpc>
                        <a:spcAft>
                          <a:spcPts val="800"/>
                        </a:spcAft>
                        <a:buNone/>
                      </a:pPr>
                      <a:r>
                        <a:rPr lang="en-US" sz="2000" b="0" kern="100" dirty="0">
                          <a:effectLst/>
                          <a:latin typeface="Aptos" panose="020B0004020202020204" pitchFamily="34" charset="0"/>
                          <a:ea typeface="DengXian" panose="02010600030101010101" pitchFamily="2" charset="-122"/>
                          <a:cs typeface="Arial" panose="020B0604020202020204" pitchFamily="34" charset="0"/>
                        </a:rPr>
                        <a:t>Execution</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Always active</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Triggered</a:t>
                      </a:r>
                    </a:p>
                  </a:txBody>
                  <a:tcPr marL="68580" marR="68580" marT="0" marB="0" anchor="ctr"/>
                </a:tc>
                <a:extLst>
                  <a:ext uri="{0D108BD9-81ED-4DB2-BD59-A6C34878D82A}">
                    <a16:rowId xmlns:a16="http://schemas.microsoft.com/office/drawing/2014/main" val="1303770377"/>
                  </a:ext>
                </a:extLst>
              </a:tr>
              <a:tr h="807117">
                <a:tc>
                  <a:txBody>
                    <a:bodyPr/>
                    <a:lstStyle/>
                    <a:p>
                      <a:pPr marL="0" marR="0">
                        <a:lnSpc>
                          <a:spcPct val="115000"/>
                        </a:lnSpc>
                        <a:spcAft>
                          <a:spcPts val="800"/>
                        </a:spcAft>
                        <a:buNone/>
                      </a:pPr>
                      <a:r>
                        <a:rPr lang="en-US" sz="2000" b="0" kern="100" dirty="0">
                          <a:effectLst/>
                          <a:latin typeface="Aptos" panose="020B0004020202020204" pitchFamily="34" charset="0"/>
                          <a:ea typeface="DengXian" panose="02010600030101010101" pitchFamily="2" charset="-122"/>
                          <a:cs typeface="Arial" panose="020B0604020202020204" pitchFamily="34" charset="0"/>
                        </a:rPr>
                        <a:t>Example use</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Simple logic</a:t>
                      </a:r>
                    </a:p>
                  </a:txBody>
                  <a:tcPr marL="68580" marR="68580" marT="0" marB="0" anchor="ctr"/>
                </a:tc>
                <a:tc>
                  <a:txBody>
                    <a:bodyPr/>
                    <a:lstStyle/>
                    <a:p>
                      <a:pPr marL="0" marR="0">
                        <a:lnSpc>
                          <a:spcPct val="115000"/>
                        </a:lnSpc>
                        <a:spcAft>
                          <a:spcPts val="800"/>
                        </a:spcAft>
                        <a:buNone/>
                      </a:pPr>
                      <a:r>
                        <a:rPr lang="en-US" sz="2000" kern="100" dirty="0">
                          <a:effectLst/>
                          <a:latin typeface="Aptos" panose="020B0004020202020204" pitchFamily="34" charset="0"/>
                          <a:ea typeface="DengXian" panose="02010600030101010101" pitchFamily="2" charset="-122"/>
                          <a:cs typeface="Arial" panose="020B0604020202020204" pitchFamily="34" charset="0"/>
                        </a:rPr>
                        <a:t>ALUs, registers</a:t>
                      </a:r>
                    </a:p>
                  </a:txBody>
                  <a:tcPr marL="68580" marR="68580" marT="0" marB="0" anchor="ctr"/>
                </a:tc>
                <a:extLst>
                  <a:ext uri="{0D108BD9-81ED-4DB2-BD59-A6C34878D82A}">
                    <a16:rowId xmlns:a16="http://schemas.microsoft.com/office/drawing/2014/main" val="712033404"/>
                  </a:ext>
                </a:extLst>
              </a:tr>
            </a:tbl>
          </a:graphicData>
        </a:graphic>
      </p:graphicFrame>
    </p:spTree>
    <p:extLst>
      <p:ext uri="{BB962C8B-B14F-4D97-AF65-F5344CB8AC3E}">
        <p14:creationId xmlns:p14="http://schemas.microsoft.com/office/powerpoint/2010/main" val="904362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793CF-6A80-09C6-C698-8F2A20915B9B}"/>
              </a:ext>
            </a:extLst>
          </p:cNvPr>
          <p:cNvSpPr>
            <a:spLocks noGrp="1"/>
          </p:cNvSpPr>
          <p:nvPr>
            <p:ph type="title"/>
          </p:nvPr>
        </p:nvSpPr>
        <p:spPr/>
        <p:txBody>
          <a:bodyPr/>
          <a:lstStyle/>
          <a:p>
            <a:r>
              <a:rPr lang="en-US" dirty="0"/>
              <a:t>ALU Overview</a:t>
            </a:r>
          </a:p>
        </p:txBody>
      </p:sp>
      <p:sp>
        <p:nvSpPr>
          <p:cNvPr id="4" name="Content Placeholder 3">
            <a:extLst>
              <a:ext uri="{FF2B5EF4-FFF2-40B4-BE49-F238E27FC236}">
                <a16:creationId xmlns:a16="http://schemas.microsoft.com/office/drawing/2014/main" id="{217ACBCF-7F4F-E46F-85AE-5C8E1631AC04}"/>
              </a:ext>
            </a:extLst>
          </p:cNvPr>
          <p:cNvSpPr>
            <a:spLocks noGrp="1"/>
          </p:cNvSpPr>
          <p:nvPr>
            <p:ph sz="half" idx="1"/>
          </p:nvPr>
        </p:nvSpPr>
        <p:spPr>
          <a:xfrm>
            <a:off x="457200" y="1824037"/>
            <a:ext cx="5524500" cy="4443598"/>
          </a:xfrm>
        </p:spPr>
        <p:txBody>
          <a:bodyPr/>
          <a:lstStyle/>
          <a:p>
            <a:r>
              <a:rPr lang="en-US" dirty="0"/>
              <a:t>Arithmetic Logic Unit (ALU)</a:t>
            </a:r>
          </a:p>
          <a:p>
            <a:r>
              <a:rPr lang="en-US" dirty="0"/>
              <a:t>Performs operations like add, subtract, AND, OR</a:t>
            </a:r>
          </a:p>
          <a:p>
            <a:r>
              <a:rPr lang="en-US" dirty="0"/>
              <a:t>Core component of CPUs</a:t>
            </a:r>
          </a:p>
        </p:txBody>
      </p:sp>
      <p:pic>
        <p:nvPicPr>
          <p:cNvPr id="13" name="Content Placeholder 12" descr="ALU symbol">
            <a:extLst>
              <a:ext uri="{FF2B5EF4-FFF2-40B4-BE49-F238E27FC236}">
                <a16:creationId xmlns:a16="http://schemas.microsoft.com/office/drawing/2014/main" id="{EDF21140-9727-4E46-E7B2-E625C792DADC}"/>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6345565" y="1824037"/>
            <a:ext cx="5238095" cy="3904762"/>
          </a:xfrm>
          <a:prstGeom prst="rect">
            <a:avLst/>
          </a:prstGeom>
        </p:spPr>
      </p:pic>
    </p:spTree>
    <p:extLst>
      <p:ext uri="{BB962C8B-B14F-4D97-AF65-F5344CB8AC3E}">
        <p14:creationId xmlns:p14="http://schemas.microsoft.com/office/powerpoint/2010/main" val="402501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E51B-1948-DB5A-FE37-73972DAE7914}"/>
              </a:ext>
            </a:extLst>
          </p:cNvPr>
          <p:cNvSpPr>
            <a:spLocks noGrp="1"/>
          </p:cNvSpPr>
          <p:nvPr>
            <p:ph type="title"/>
          </p:nvPr>
        </p:nvSpPr>
        <p:spPr/>
        <p:txBody>
          <a:bodyPr/>
          <a:lstStyle/>
          <a:p>
            <a:r>
              <a:rPr lang="en-US" dirty="0"/>
              <a:t>ALU Inputs and Outputs</a:t>
            </a:r>
          </a:p>
        </p:txBody>
      </p:sp>
      <p:sp>
        <p:nvSpPr>
          <p:cNvPr id="3" name="Content Placeholder 2">
            <a:extLst>
              <a:ext uri="{FF2B5EF4-FFF2-40B4-BE49-F238E27FC236}">
                <a16:creationId xmlns:a16="http://schemas.microsoft.com/office/drawing/2014/main" id="{6C5875F3-6F07-381B-30F8-FED647D661DD}"/>
              </a:ext>
            </a:extLst>
          </p:cNvPr>
          <p:cNvSpPr>
            <a:spLocks noGrp="1"/>
          </p:cNvSpPr>
          <p:nvPr>
            <p:ph sz="half" idx="1"/>
          </p:nvPr>
        </p:nvSpPr>
        <p:spPr>
          <a:xfrm>
            <a:off x="457200" y="1646753"/>
            <a:ext cx="5524500" cy="1488330"/>
          </a:xfrm>
        </p:spPr>
        <p:txBody>
          <a:bodyPr/>
          <a:lstStyle/>
          <a:p>
            <a:r>
              <a:rPr lang="en-US" sz="2400" b="1" dirty="0"/>
              <a:t>Inputs</a:t>
            </a:r>
            <a:r>
              <a:rPr lang="en-US" sz="2400" dirty="0"/>
              <a:t>: A, B (operands)</a:t>
            </a:r>
          </a:p>
          <a:p>
            <a:r>
              <a:rPr lang="en-US" sz="2400" b="1" dirty="0"/>
              <a:t>Control</a:t>
            </a:r>
            <a:r>
              <a:rPr lang="en-US" sz="2400" dirty="0"/>
              <a:t>: opcode (select operation)</a:t>
            </a:r>
          </a:p>
          <a:p>
            <a:r>
              <a:rPr lang="en-US" sz="2400" b="1" dirty="0"/>
              <a:t>Output</a:t>
            </a:r>
            <a:r>
              <a:rPr lang="en-US" sz="2400" dirty="0"/>
              <a:t>: result</a:t>
            </a:r>
          </a:p>
        </p:txBody>
      </p:sp>
      <p:pic>
        <p:nvPicPr>
          <p:cNvPr id="12" name="Picture 11" descr="Diagram of a digital logic circuit showing an RTL adder, subtractor, AND, and OR gates connected to a 4-to-1 multiplexer controlled by a 2-bit opcode input. The circuit processes two 8-bit inputs (A[7:0], B[7:0]) and outputs an 8-bit result based on selected operation, with labeled signals and logic gates clearly marked.&#10;">
            <a:extLst>
              <a:ext uri="{FF2B5EF4-FFF2-40B4-BE49-F238E27FC236}">
                <a16:creationId xmlns:a16="http://schemas.microsoft.com/office/drawing/2014/main" id="{FE189B08-E47B-439A-090A-CFDF680556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915" y="3428999"/>
            <a:ext cx="5455865" cy="2682551"/>
          </a:xfrm>
          <a:prstGeom prst="rect">
            <a:avLst/>
          </a:prstGeom>
        </p:spPr>
      </p:pic>
      <p:pic>
        <p:nvPicPr>
          <p:cNvPr id="8" name="Content Placeholder 7" descr="`timescale 1ns / 1ps&#10;module alu (&#10;    input  wire [7:0] A,&#10;    input  wire [7:0] B,&#10;    input  wire [1:0] opcode,&#10;    output reg  [7:0] result&#10;);&#10;&#10;always @(*) begin&#10;    case (opcode)&#10;        2'b00: result = A + B;   // add&#10;        2'b01: result = A - B;   // subtract&#10;        2'b10: result = A &amp; B;   // bitwise AND&#10;        2'b11: result = A | B;   // bitwise OR&#10;        default: result = 8'b00000000;&#10;    endcase&#10;end&#10;&#10;endmodule&#10;">
            <a:extLst>
              <a:ext uri="{FF2B5EF4-FFF2-40B4-BE49-F238E27FC236}">
                <a16:creationId xmlns:a16="http://schemas.microsoft.com/office/drawing/2014/main" id="{21227F1E-9A00-B360-4C4A-891F40497095}"/>
              </a:ext>
            </a:extLst>
          </p:cNvPr>
          <p:cNvPicPr>
            <a:picLocks noGrp="1" noChangeAspect="1"/>
          </p:cNvPicPr>
          <p:nvPr>
            <p:ph sz="half" idx="13"/>
          </p:nvPr>
        </p:nvPicPr>
        <p:blipFill>
          <a:blip r:embed="rId3">
            <a:extLst>
              <a:ext uri="{28A0092B-C50C-407E-A947-70E740481C1C}">
                <a14:useLocalDpi xmlns:a14="http://schemas.microsoft.com/office/drawing/2010/main" val="0"/>
              </a:ext>
            </a:extLst>
          </a:blip>
          <a:stretch>
            <a:fillRect/>
          </a:stretch>
        </p:blipFill>
        <p:spPr>
          <a:xfrm>
            <a:off x="6210302" y="1600200"/>
            <a:ext cx="4411892" cy="4183691"/>
          </a:xfrm>
          <a:prstGeom prst="rect">
            <a:avLst/>
          </a:prstGeom>
        </p:spPr>
      </p:pic>
    </p:spTree>
    <p:extLst>
      <p:ext uri="{BB962C8B-B14F-4D97-AF65-F5344CB8AC3E}">
        <p14:creationId xmlns:p14="http://schemas.microsoft.com/office/powerpoint/2010/main" val="44415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17250-0A7B-B5B4-29BD-179F442B0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1B1C0-D6A2-61E0-D7AF-8FEAECBD048A}"/>
              </a:ext>
            </a:extLst>
          </p:cNvPr>
          <p:cNvSpPr>
            <a:spLocks noGrp="1"/>
          </p:cNvSpPr>
          <p:nvPr>
            <p:ph type="title"/>
          </p:nvPr>
        </p:nvSpPr>
        <p:spPr/>
        <p:txBody>
          <a:bodyPr/>
          <a:lstStyle/>
          <a:p>
            <a:r>
              <a:rPr lang="en-US" dirty="0"/>
              <a:t>ALU Considerations</a:t>
            </a:r>
          </a:p>
        </p:txBody>
      </p:sp>
      <p:sp>
        <p:nvSpPr>
          <p:cNvPr id="3" name="Content Placeholder 2">
            <a:extLst>
              <a:ext uri="{FF2B5EF4-FFF2-40B4-BE49-F238E27FC236}">
                <a16:creationId xmlns:a16="http://schemas.microsoft.com/office/drawing/2014/main" id="{34BC1244-3632-ECA7-062B-CE825F33DF30}"/>
              </a:ext>
            </a:extLst>
          </p:cNvPr>
          <p:cNvSpPr>
            <a:spLocks noGrp="1"/>
          </p:cNvSpPr>
          <p:nvPr>
            <p:ph sz="half" idx="1"/>
          </p:nvPr>
        </p:nvSpPr>
        <p:spPr>
          <a:xfrm>
            <a:off x="457200" y="1646753"/>
            <a:ext cx="5524500" cy="4623418"/>
          </a:xfrm>
        </p:spPr>
        <p:txBody>
          <a:bodyPr/>
          <a:lstStyle/>
          <a:p>
            <a:r>
              <a:rPr lang="en-US" dirty="0"/>
              <a:t>Bit width (8-bit vs. 32-bit)</a:t>
            </a:r>
          </a:p>
          <a:p>
            <a:pPr lvl="1"/>
            <a:r>
              <a:rPr lang="en-US" dirty="0"/>
              <a:t>8-bits in this example</a:t>
            </a:r>
          </a:p>
          <a:p>
            <a:r>
              <a:rPr lang="en-US" dirty="0"/>
              <a:t>Signed vs. unsigned</a:t>
            </a:r>
          </a:p>
          <a:p>
            <a:r>
              <a:rPr lang="en-US" dirty="0"/>
              <a:t>Overflow and flags</a:t>
            </a:r>
          </a:p>
          <a:p>
            <a:pPr lvl="1"/>
            <a:r>
              <a:rPr lang="en-US" dirty="0"/>
              <a:t>Future extension</a:t>
            </a:r>
          </a:p>
        </p:txBody>
      </p:sp>
      <p:pic>
        <p:nvPicPr>
          <p:cNvPr id="8" name="Content Placeholder 7" descr="`timescale 1ns / 1ps&#10;module alu (&#10;    input  wire [7:0] A,&#10;    input  wire [7:0] B,&#10;    input  wire [1:0] opcode,&#10;    output reg  [7:0] result&#10;);&#10;&#10;always @(*) begin&#10;    case (opcode)&#10;        2'b00: result = A + B;   // add&#10;        2'b01: result = A - B;   // subtract&#10;        2'b10: result = A &amp; B;   // bitwise AND&#10;        2'b11: result = A | B;   // bitwise OR&#10;        default: result = 8'b00000000;&#10;    endcase&#10;end&#10;&#10;endmodule&#10;">
            <a:extLst>
              <a:ext uri="{FF2B5EF4-FFF2-40B4-BE49-F238E27FC236}">
                <a16:creationId xmlns:a16="http://schemas.microsoft.com/office/drawing/2014/main" id="{C33E2B66-C405-B6AC-5B8E-A6E557EBE403}"/>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rcRect/>
          <a:stretch>
            <a:fillRect/>
          </a:stretch>
        </p:blipFill>
        <p:spPr>
          <a:xfrm>
            <a:off x="6210302" y="1646753"/>
            <a:ext cx="4411892" cy="4137138"/>
          </a:xfrm>
          <a:prstGeom prst="rect">
            <a:avLst/>
          </a:prstGeom>
        </p:spPr>
      </p:pic>
    </p:spTree>
    <p:extLst>
      <p:ext uri="{BB962C8B-B14F-4D97-AF65-F5344CB8AC3E}">
        <p14:creationId xmlns:p14="http://schemas.microsoft.com/office/powerpoint/2010/main" val="1026147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1F11B-A113-51AC-F781-94C3D9A36699}"/>
              </a:ext>
            </a:extLst>
          </p:cNvPr>
          <p:cNvSpPr>
            <a:spLocks noGrp="1"/>
          </p:cNvSpPr>
          <p:nvPr>
            <p:ph type="title"/>
          </p:nvPr>
        </p:nvSpPr>
        <p:spPr>
          <a:xfrm>
            <a:off x="457200" y="457200"/>
            <a:ext cx="11277600" cy="1143000"/>
          </a:xfrm>
        </p:spPr>
        <p:txBody>
          <a:bodyPr anchor="ctr">
            <a:normAutofit/>
          </a:bodyPr>
          <a:lstStyle/>
          <a:p>
            <a:r>
              <a:rPr lang="en-US" dirty="0"/>
              <a:t>Simulation = Testing</a:t>
            </a:r>
          </a:p>
        </p:txBody>
      </p:sp>
      <p:graphicFrame>
        <p:nvGraphicFramePr>
          <p:cNvPr id="8" name="Content Placeholder 2" descr="Simulation is how we test hardware&#10;Equivalent to unit testing in software&#10;Run before building real hardware&#10;">
            <a:extLst>
              <a:ext uri="{FF2B5EF4-FFF2-40B4-BE49-F238E27FC236}">
                <a16:creationId xmlns:a16="http://schemas.microsoft.com/office/drawing/2014/main" id="{E6E4034C-9B0C-8782-C92D-A2816104FA94}"/>
              </a:ext>
            </a:extLst>
          </p:cNvPr>
          <p:cNvGraphicFramePr>
            <a:graphicFrameLocks noGrp="1"/>
          </p:cNvGraphicFramePr>
          <p:nvPr>
            <p:ph sz="half" idx="1"/>
            <p:extLst>
              <p:ext uri="{D42A27DB-BD31-4B8C-83A1-F6EECF244321}">
                <p14:modId xmlns:p14="http://schemas.microsoft.com/office/powerpoint/2010/main" val="3728072472"/>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234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49AA0-E217-780D-626E-07E156065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5BA95-7B36-80E7-40A1-4FF066708DD4}"/>
              </a:ext>
            </a:extLst>
          </p:cNvPr>
          <p:cNvSpPr>
            <a:spLocks noGrp="1"/>
          </p:cNvSpPr>
          <p:nvPr>
            <p:ph type="title"/>
          </p:nvPr>
        </p:nvSpPr>
        <p:spPr>
          <a:xfrm>
            <a:off x="457200" y="457200"/>
            <a:ext cx="11277600" cy="1143000"/>
          </a:xfrm>
        </p:spPr>
        <p:txBody>
          <a:bodyPr anchor="ctr">
            <a:normAutofit/>
          </a:bodyPr>
          <a:lstStyle/>
          <a:p>
            <a:r>
              <a:rPr lang="en-US" dirty="0"/>
              <a:t>Why Simulation Matters</a:t>
            </a:r>
          </a:p>
        </p:txBody>
      </p:sp>
      <p:graphicFrame>
        <p:nvGraphicFramePr>
          <p:cNvPr id="6" name="Content Placeholder 2" descr="Catch bugs early&#10;Faster than hardware debugging&#10;No risk of damaging hardware&#10;">
            <a:extLst>
              <a:ext uri="{FF2B5EF4-FFF2-40B4-BE49-F238E27FC236}">
                <a16:creationId xmlns:a16="http://schemas.microsoft.com/office/drawing/2014/main" id="{BC95BDE7-DAA9-40C2-9BF4-6E471D99FEF1}"/>
              </a:ext>
            </a:extLst>
          </p:cNvPr>
          <p:cNvGraphicFramePr>
            <a:graphicFrameLocks noGrp="1"/>
          </p:cNvGraphicFramePr>
          <p:nvPr>
            <p:ph sz="half" idx="1"/>
            <p:extLst>
              <p:ext uri="{D42A27DB-BD31-4B8C-83A1-F6EECF244321}">
                <p14:modId xmlns:p14="http://schemas.microsoft.com/office/powerpoint/2010/main" val="3759481370"/>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7561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9F94-AE53-2012-FFBC-1743F45F986B}"/>
              </a:ext>
            </a:extLst>
          </p:cNvPr>
          <p:cNvSpPr>
            <a:spLocks noGrp="1"/>
          </p:cNvSpPr>
          <p:nvPr>
            <p:ph type="title"/>
          </p:nvPr>
        </p:nvSpPr>
        <p:spPr>
          <a:xfrm>
            <a:off x="457200" y="457200"/>
            <a:ext cx="11277600" cy="1143000"/>
          </a:xfrm>
        </p:spPr>
        <p:txBody>
          <a:bodyPr anchor="ctr">
            <a:normAutofit/>
          </a:bodyPr>
          <a:lstStyle/>
          <a:p>
            <a:r>
              <a:rPr lang="en-US" dirty="0"/>
              <a:t>Introduction to Testbenches</a:t>
            </a:r>
          </a:p>
        </p:txBody>
      </p:sp>
      <p:graphicFrame>
        <p:nvGraphicFramePr>
          <p:cNvPr id="8" name="Content Placeholder 2" descr="Special Verilog modules for testing&#10;No inputs/outputs&#10;Drive signals into your design&#10;">
            <a:extLst>
              <a:ext uri="{FF2B5EF4-FFF2-40B4-BE49-F238E27FC236}">
                <a16:creationId xmlns:a16="http://schemas.microsoft.com/office/drawing/2014/main" id="{85766FD7-F94E-4706-2C6B-5D48AA9D076F}"/>
              </a:ext>
            </a:extLst>
          </p:cNvPr>
          <p:cNvGraphicFramePr>
            <a:graphicFrameLocks noGrp="1"/>
          </p:cNvGraphicFramePr>
          <p:nvPr>
            <p:ph sz="half" idx="1"/>
            <p:extLst>
              <p:ext uri="{D42A27DB-BD31-4B8C-83A1-F6EECF244321}">
                <p14:modId xmlns:p14="http://schemas.microsoft.com/office/powerpoint/2010/main" val="4143831481"/>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4417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3A7DC-0D17-BCBB-E51A-634FA620B843}"/>
              </a:ext>
            </a:extLst>
          </p:cNvPr>
          <p:cNvSpPr>
            <a:spLocks noGrp="1"/>
          </p:cNvSpPr>
          <p:nvPr>
            <p:ph type="title"/>
          </p:nvPr>
        </p:nvSpPr>
        <p:spPr>
          <a:xfrm>
            <a:off x="457200" y="457200"/>
            <a:ext cx="11277600" cy="1143000"/>
          </a:xfrm>
        </p:spPr>
        <p:txBody>
          <a:bodyPr anchor="ctr">
            <a:normAutofit/>
          </a:bodyPr>
          <a:lstStyle/>
          <a:p>
            <a:r>
              <a:rPr lang="en-US" dirty="0"/>
              <a:t>Testbench = Automated Testing</a:t>
            </a:r>
          </a:p>
        </p:txBody>
      </p:sp>
      <p:graphicFrame>
        <p:nvGraphicFramePr>
          <p:cNvPr id="5" name="Content Placeholder 2" descr="Apply multiple test cases automatically&#10;Repeatable and scalable&#10;Key mindset: &#10;design → test → debug → repeat&#10;">
            <a:extLst>
              <a:ext uri="{FF2B5EF4-FFF2-40B4-BE49-F238E27FC236}">
                <a16:creationId xmlns:a16="http://schemas.microsoft.com/office/drawing/2014/main" id="{FF347E34-A3CF-9C50-B994-9CEFF17CE55F}"/>
              </a:ext>
            </a:extLst>
          </p:cNvPr>
          <p:cNvGraphicFramePr>
            <a:graphicFrameLocks noGrp="1"/>
          </p:cNvGraphicFramePr>
          <p:nvPr>
            <p:ph sz="half" idx="1"/>
            <p:extLst>
              <p:ext uri="{D42A27DB-BD31-4B8C-83A1-F6EECF244321}">
                <p14:modId xmlns:p14="http://schemas.microsoft.com/office/powerpoint/2010/main" val="3002514443"/>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5107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4890-152A-3E8A-1C94-7B61E1E9A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35BA6-1C2A-4572-F9F7-40F7F7B50C49}"/>
              </a:ext>
            </a:extLst>
          </p:cNvPr>
          <p:cNvSpPr>
            <a:spLocks noGrp="1"/>
          </p:cNvSpPr>
          <p:nvPr>
            <p:ph type="title"/>
          </p:nvPr>
        </p:nvSpPr>
        <p:spPr/>
        <p:txBody>
          <a:bodyPr/>
          <a:lstStyle/>
          <a:p>
            <a:r>
              <a:rPr lang="en-US" dirty="0"/>
              <a:t>Example Testbench</a:t>
            </a:r>
          </a:p>
        </p:txBody>
      </p:sp>
      <p:pic>
        <p:nvPicPr>
          <p:cNvPr id="8" name="Content Placeholder 7" descr="Screenshot of Verilog testbench code for ALU module simulation, showing register declarations for inputs A, B, opcode, and wire for result. Code includes instantiation of ALU unit and initial block with test cases for ADD, SUB, AND, and OR operations using specific binary values and opcodes, ending with $finish statement.">
            <a:extLst>
              <a:ext uri="{FF2B5EF4-FFF2-40B4-BE49-F238E27FC236}">
                <a16:creationId xmlns:a16="http://schemas.microsoft.com/office/drawing/2014/main" id="{6697E09D-69B1-88F3-7F98-8C09293777E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741457" y="457200"/>
            <a:ext cx="3953435" cy="5716578"/>
          </a:xfrm>
          <a:prstGeom prst="rect">
            <a:avLst/>
          </a:prstGeom>
        </p:spPr>
      </p:pic>
    </p:spTree>
    <p:extLst>
      <p:ext uri="{BB962C8B-B14F-4D97-AF65-F5344CB8AC3E}">
        <p14:creationId xmlns:p14="http://schemas.microsoft.com/office/powerpoint/2010/main" val="2274959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A10E4-BEE8-BD81-1686-01ED21847875}"/>
              </a:ext>
            </a:extLst>
          </p:cNvPr>
          <p:cNvSpPr>
            <a:spLocks noGrp="1"/>
          </p:cNvSpPr>
          <p:nvPr>
            <p:ph type="title"/>
          </p:nvPr>
        </p:nvSpPr>
        <p:spPr/>
        <p:txBody>
          <a:bodyPr/>
          <a:lstStyle/>
          <a:p>
            <a:r>
              <a:rPr lang="en-US" dirty="0"/>
              <a:t>Simulation Tools</a:t>
            </a:r>
          </a:p>
        </p:txBody>
      </p:sp>
      <p:pic>
        <p:nvPicPr>
          <p:cNvPr id="6" name="Content Placeholder 5" descr="Screenshot of Vivado displaying a project workspace for hardware design. The interface includes a project manager panel on the left, a code editor with VHDL code in the center, and a console output at the bottom showing synthesis and implementation results with timing and resource utilization details.&#10;">
            <a:extLst>
              <a:ext uri="{FF2B5EF4-FFF2-40B4-BE49-F238E27FC236}">
                <a16:creationId xmlns:a16="http://schemas.microsoft.com/office/drawing/2014/main" id="{AD486EE5-5523-FC72-E095-7B44C60E22F8}"/>
              </a:ext>
            </a:extLst>
          </p:cNvPr>
          <p:cNvPicPr>
            <a:picLocks noGrp="1" noChangeAspect="1"/>
          </p:cNvPicPr>
          <p:nvPr>
            <p:ph sz="half" idx="1"/>
          </p:nvPr>
        </p:nvPicPr>
        <p:blipFill>
          <a:blip r:embed="rId2"/>
          <a:stretch>
            <a:fillRect/>
          </a:stretch>
        </p:blipFill>
        <p:spPr>
          <a:xfrm>
            <a:off x="457200" y="1824037"/>
            <a:ext cx="5524500" cy="2962329"/>
          </a:xfrm>
          <a:prstGeom prst="rect">
            <a:avLst/>
          </a:prstGeom>
          <a:ln>
            <a:solidFill>
              <a:schemeClr val="tx2"/>
            </a:solidFill>
          </a:ln>
        </p:spPr>
      </p:pic>
      <p:sp>
        <p:nvSpPr>
          <p:cNvPr id="4" name="Content Placeholder 3">
            <a:extLst>
              <a:ext uri="{FF2B5EF4-FFF2-40B4-BE49-F238E27FC236}">
                <a16:creationId xmlns:a16="http://schemas.microsoft.com/office/drawing/2014/main" id="{8DB869D6-B415-8299-4CFC-174914F6755D}"/>
              </a:ext>
            </a:extLst>
          </p:cNvPr>
          <p:cNvSpPr>
            <a:spLocks noGrp="1"/>
          </p:cNvSpPr>
          <p:nvPr>
            <p:ph sz="half" idx="13"/>
          </p:nvPr>
        </p:nvSpPr>
        <p:spPr>
          <a:xfrm>
            <a:off x="6202466" y="1824037"/>
            <a:ext cx="5524500" cy="4443598"/>
          </a:xfrm>
        </p:spPr>
        <p:txBody>
          <a:bodyPr/>
          <a:lstStyle/>
          <a:p>
            <a:r>
              <a:rPr lang="en-US" dirty="0" err="1"/>
              <a:t>ModelSim</a:t>
            </a:r>
            <a:endParaRPr lang="en-US" dirty="0"/>
          </a:p>
          <a:p>
            <a:r>
              <a:rPr lang="en-US" dirty="0" err="1"/>
              <a:t>Vivado</a:t>
            </a:r>
            <a:endParaRPr lang="en-US" dirty="0"/>
          </a:p>
          <a:p>
            <a:r>
              <a:rPr lang="en-US" dirty="0"/>
              <a:t>Icarus Verilog</a:t>
            </a:r>
          </a:p>
          <a:p>
            <a:r>
              <a:rPr lang="en-US" dirty="0"/>
              <a:t>Workflow</a:t>
            </a:r>
          </a:p>
          <a:p>
            <a:pPr lvl="1"/>
            <a:r>
              <a:rPr lang="en-US" dirty="0"/>
              <a:t>Compile → Run → Analyze</a:t>
            </a:r>
          </a:p>
          <a:p>
            <a:pPr marL="0" indent="0">
              <a:buNone/>
            </a:pPr>
            <a:endParaRPr lang="en-US" dirty="0"/>
          </a:p>
        </p:txBody>
      </p:sp>
    </p:spTree>
    <p:extLst>
      <p:ext uri="{BB962C8B-B14F-4D97-AF65-F5344CB8AC3E}">
        <p14:creationId xmlns:p14="http://schemas.microsoft.com/office/powerpoint/2010/main" val="2184381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08A70-EB6E-B1E4-36FC-AB93F63B1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377BB-5886-31B6-7BAA-B69AF8F72567}"/>
              </a:ext>
            </a:extLst>
          </p:cNvPr>
          <p:cNvSpPr>
            <a:spLocks noGrp="1"/>
          </p:cNvSpPr>
          <p:nvPr>
            <p:ph type="title"/>
          </p:nvPr>
        </p:nvSpPr>
        <p:spPr/>
        <p:txBody>
          <a:bodyPr/>
          <a:lstStyle/>
          <a:p>
            <a:r>
              <a:rPr lang="en-US" dirty="0"/>
              <a:t>Waveform Analysis</a:t>
            </a:r>
          </a:p>
        </p:txBody>
      </p:sp>
      <p:pic>
        <p:nvPicPr>
          <p:cNvPr id="7" name="Content Placeholder 6" descr="Screenshot of a digital waveform editor showing multiple signal traces labeled &quot;A[7:0],&quot; &quot;B[7:0],&quot; &quot;opcode[6:0],&quot; and &quot;result[7:0]&quot; with hexadecimal values displayed. The waveform includes timing markers and signal transitions, highlighting a specific time point at 4.264 ns with corresponding signal states.">
            <a:extLst>
              <a:ext uri="{FF2B5EF4-FFF2-40B4-BE49-F238E27FC236}">
                <a16:creationId xmlns:a16="http://schemas.microsoft.com/office/drawing/2014/main" id="{2CACE498-A00A-F554-11E5-D3AB2731B95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29913" y="1866852"/>
            <a:ext cx="10532174" cy="2705148"/>
          </a:xfrm>
          <a:prstGeom prst="rect">
            <a:avLst/>
          </a:prstGeom>
        </p:spPr>
      </p:pic>
      <p:sp>
        <p:nvSpPr>
          <p:cNvPr id="5" name="Content Placeholder 4">
            <a:extLst>
              <a:ext uri="{FF2B5EF4-FFF2-40B4-BE49-F238E27FC236}">
                <a16:creationId xmlns:a16="http://schemas.microsoft.com/office/drawing/2014/main" id="{59E91828-1C07-C1F6-C74C-C6E1EA5035C0}"/>
              </a:ext>
            </a:extLst>
          </p:cNvPr>
          <p:cNvSpPr>
            <a:spLocks noGrp="1"/>
          </p:cNvSpPr>
          <p:nvPr>
            <p:ph sz="half" idx="13"/>
          </p:nvPr>
        </p:nvSpPr>
        <p:spPr>
          <a:xfrm>
            <a:off x="457200" y="5124633"/>
            <a:ext cx="11269766" cy="1143001"/>
          </a:xfrm>
        </p:spPr>
        <p:txBody>
          <a:bodyPr/>
          <a:lstStyle/>
          <a:p>
            <a:r>
              <a:rPr lang="en-US" sz="2800" dirty="0"/>
              <a:t>Signals plotted over time</a:t>
            </a:r>
          </a:p>
          <a:p>
            <a:r>
              <a:rPr lang="en-US" sz="2800" dirty="0"/>
              <a:t>Shows how outputs respond to inputs</a:t>
            </a:r>
          </a:p>
        </p:txBody>
      </p:sp>
    </p:spTree>
    <p:extLst>
      <p:ext uri="{BB962C8B-B14F-4D97-AF65-F5344CB8AC3E}">
        <p14:creationId xmlns:p14="http://schemas.microsoft.com/office/powerpoint/2010/main" val="1432893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E5501-60C7-D7D7-4310-4B3338D62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5876E-7E5D-C889-4BA9-5E4E1142ECE5}"/>
              </a:ext>
            </a:extLst>
          </p:cNvPr>
          <p:cNvSpPr>
            <a:spLocks noGrp="1"/>
          </p:cNvSpPr>
          <p:nvPr>
            <p:ph type="title"/>
          </p:nvPr>
        </p:nvSpPr>
        <p:spPr/>
        <p:txBody>
          <a:bodyPr/>
          <a:lstStyle/>
          <a:p>
            <a:r>
              <a:rPr lang="en-US" dirty="0"/>
              <a:t>What to Look For in Waveforms</a:t>
            </a:r>
          </a:p>
        </p:txBody>
      </p:sp>
      <p:pic>
        <p:nvPicPr>
          <p:cNvPr id="7" name="Content Placeholder 6" descr="Screenshot of a digital waveform editor showing multiple signal traces labeled &quot;A[7:0],&quot; &quot;B[7:0],&quot; &quot;opcode[6:0],&quot; and &quot;result[7:0]&quot; with hexadecimal values displayed. The waveform includes timing markers and signal transitions, highlighting a specific time point at 4.264 ns with corresponding signal states.">
            <a:extLst>
              <a:ext uri="{FF2B5EF4-FFF2-40B4-BE49-F238E27FC236}">
                <a16:creationId xmlns:a16="http://schemas.microsoft.com/office/drawing/2014/main" id="{F5F96A3C-2B92-7834-B910-2DC03BEC900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29913" y="1866852"/>
            <a:ext cx="10532174" cy="2705148"/>
          </a:xfrm>
          <a:prstGeom prst="rect">
            <a:avLst/>
          </a:prstGeom>
        </p:spPr>
      </p:pic>
      <p:sp>
        <p:nvSpPr>
          <p:cNvPr id="5" name="Content Placeholder 4">
            <a:extLst>
              <a:ext uri="{FF2B5EF4-FFF2-40B4-BE49-F238E27FC236}">
                <a16:creationId xmlns:a16="http://schemas.microsoft.com/office/drawing/2014/main" id="{4A9F908D-C2C4-E125-2C2E-813E7B4BA172}"/>
              </a:ext>
            </a:extLst>
          </p:cNvPr>
          <p:cNvSpPr>
            <a:spLocks noGrp="1"/>
          </p:cNvSpPr>
          <p:nvPr>
            <p:ph sz="half" idx="13"/>
          </p:nvPr>
        </p:nvSpPr>
        <p:spPr>
          <a:xfrm>
            <a:off x="457200" y="4643719"/>
            <a:ext cx="11269766" cy="1623916"/>
          </a:xfrm>
        </p:spPr>
        <p:txBody>
          <a:bodyPr/>
          <a:lstStyle/>
          <a:p>
            <a:r>
              <a:rPr lang="en-US" sz="2800" dirty="0"/>
              <a:t>Correct output values</a:t>
            </a:r>
          </a:p>
          <a:p>
            <a:r>
              <a:rPr lang="en-US" sz="2800" dirty="0"/>
              <a:t>Timing alignment</a:t>
            </a:r>
          </a:p>
          <a:p>
            <a:r>
              <a:rPr lang="en-US" sz="2800" dirty="0"/>
              <a:t>Opcode changes vs. result changes</a:t>
            </a:r>
          </a:p>
        </p:txBody>
      </p:sp>
    </p:spTree>
    <p:extLst>
      <p:ext uri="{BB962C8B-B14F-4D97-AF65-F5344CB8AC3E}">
        <p14:creationId xmlns:p14="http://schemas.microsoft.com/office/powerpoint/2010/main" val="65510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61128-9427-6C13-1086-C930C5F42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F1717A-0A62-3AE5-919D-7B06FAFA2498}"/>
              </a:ext>
            </a:extLst>
          </p:cNvPr>
          <p:cNvSpPr>
            <a:spLocks noGrp="1"/>
          </p:cNvSpPr>
          <p:nvPr>
            <p:ph type="title"/>
          </p:nvPr>
        </p:nvSpPr>
        <p:spPr/>
        <p:txBody>
          <a:bodyPr/>
          <a:lstStyle/>
          <a:p>
            <a:r>
              <a:rPr lang="en-US" dirty="0"/>
              <a:t>Debugging with Waveforms</a:t>
            </a:r>
          </a:p>
        </p:txBody>
      </p:sp>
      <p:sp>
        <p:nvSpPr>
          <p:cNvPr id="5" name="Content Placeholder 4">
            <a:extLst>
              <a:ext uri="{FF2B5EF4-FFF2-40B4-BE49-F238E27FC236}">
                <a16:creationId xmlns:a16="http://schemas.microsoft.com/office/drawing/2014/main" id="{45CAC03A-0F7E-8264-ACD0-5E74D46C47EC}"/>
              </a:ext>
            </a:extLst>
          </p:cNvPr>
          <p:cNvSpPr>
            <a:spLocks noGrp="1"/>
          </p:cNvSpPr>
          <p:nvPr>
            <p:ph sz="half" idx="13"/>
          </p:nvPr>
        </p:nvSpPr>
        <p:spPr>
          <a:xfrm>
            <a:off x="457200" y="4643719"/>
            <a:ext cx="11269766" cy="1623916"/>
          </a:xfrm>
        </p:spPr>
        <p:txBody>
          <a:bodyPr/>
          <a:lstStyle/>
          <a:p>
            <a:r>
              <a:rPr lang="en-US" sz="2400" dirty="0"/>
              <a:t>Compare expected vs. actual behavior</a:t>
            </a:r>
          </a:p>
          <a:p>
            <a:r>
              <a:rPr lang="en-US" sz="2400" dirty="0"/>
              <a:t>Identify incorrect logic or timing</a:t>
            </a:r>
          </a:p>
          <a:p>
            <a:r>
              <a:rPr lang="en-US" sz="2400" dirty="0"/>
              <a:t>Check transitions and glitches</a:t>
            </a:r>
          </a:p>
        </p:txBody>
      </p:sp>
      <p:pic>
        <p:nvPicPr>
          <p:cNvPr id="8" name="Content Placeholder 7" descr="Screenshot of a digital waveform viewer displaying signal transitions over time for signals named A, B, opcode, and result. The waveform uses green lines on a black background with time markers at the top, showing binary and hexadecimal values at specific intervals, highlighting changes in signal states during a simulation.">
            <a:extLst>
              <a:ext uri="{FF2B5EF4-FFF2-40B4-BE49-F238E27FC236}">
                <a16:creationId xmlns:a16="http://schemas.microsoft.com/office/drawing/2014/main" id="{F6E56F9B-E407-C535-EE3F-948D018392AE}"/>
              </a:ext>
            </a:extLst>
          </p:cNvPr>
          <p:cNvPicPr>
            <a:picLocks noGrp="1" noChangeAspect="1"/>
          </p:cNvPicPr>
          <p:nvPr>
            <p:ph sz="half" idx="1"/>
          </p:nvPr>
        </p:nvPicPr>
        <p:blipFill>
          <a:blip r:embed="rId2"/>
          <a:stretch>
            <a:fillRect/>
          </a:stretch>
        </p:blipFill>
        <p:spPr>
          <a:xfrm>
            <a:off x="1019261" y="1700019"/>
            <a:ext cx="10145541" cy="2772162"/>
          </a:xfrm>
          <a:prstGeom prst="rect">
            <a:avLst/>
          </a:prstGeom>
        </p:spPr>
      </p:pic>
    </p:spTree>
    <p:extLst>
      <p:ext uri="{BB962C8B-B14F-4D97-AF65-F5344CB8AC3E}">
        <p14:creationId xmlns:p14="http://schemas.microsoft.com/office/powerpoint/2010/main" val="1771515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25E27-4640-3B15-7286-A9D1EED8D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64BD9-BCE3-CD0C-A74A-3DE8F28877DA}"/>
              </a:ext>
            </a:extLst>
          </p:cNvPr>
          <p:cNvSpPr>
            <a:spLocks noGrp="1"/>
          </p:cNvSpPr>
          <p:nvPr>
            <p:ph type="title"/>
          </p:nvPr>
        </p:nvSpPr>
        <p:spPr/>
        <p:txBody>
          <a:bodyPr/>
          <a:lstStyle/>
          <a:p>
            <a:r>
              <a:rPr lang="en-US" dirty="0"/>
              <a:t>Find the Bug</a:t>
            </a:r>
          </a:p>
        </p:txBody>
      </p:sp>
      <p:sp>
        <p:nvSpPr>
          <p:cNvPr id="5" name="Content Placeholder 4">
            <a:extLst>
              <a:ext uri="{FF2B5EF4-FFF2-40B4-BE49-F238E27FC236}">
                <a16:creationId xmlns:a16="http://schemas.microsoft.com/office/drawing/2014/main" id="{075EB7CE-50DB-E8C8-E56E-D2D6B6B2BC05}"/>
              </a:ext>
            </a:extLst>
          </p:cNvPr>
          <p:cNvSpPr>
            <a:spLocks noGrp="1"/>
          </p:cNvSpPr>
          <p:nvPr>
            <p:ph sz="half" idx="13"/>
          </p:nvPr>
        </p:nvSpPr>
        <p:spPr>
          <a:xfrm>
            <a:off x="457200" y="4643719"/>
            <a:ext cx="11269766" cy="1623916"/>
          </a:xfrm>
        </p:spPr>
        <p:txBody>
          <a:bodyPr/>
          <a:lstStyle/>
          <a:p>
            <a:r>
              <a:rPr lang="en-US" sz="2800" dirty="0"/>
              <a:t> Assume a version of the previous code was used but there is a bug in this version</a:t>
            </a:r>
          </a:p>
        </p:txBody>
      </p:sp>
      <p:pic>
        <p:nvPicPr>
          <p:cNvPr id="8" name="Content Placeholder 7" descr="Screenshot of a digital waveform viewer displaying signal transitions over time for signals named A, B, opcode, and result. The waveform uses green lines on a black background with time markers at the top, showing binary and hexadecimal values at specific intervals, highlighting changes in signal states during a simulation.">
            <a:extLst>
              <a:ext uri="{FF2B5EF4-FFF2-40B4-BE49-F238E27FC236}">
                <a16:creationId xmlns:a16="http://schemas.microsoft.com/office/drawing/2014/main" id="{35E84376-0539-5FA3-D9F6-72B5F44D8338}"/>
              </a:ext>
            </a:extLst>
          </p:cNvPr>
          <p:cNvPicPr>
            <a:picLocks noGrp="1" noChangeAspect="1"/>
          </p:cNvPicPr>
          <p:nvPr>
            <p:ph sz="half" idx="1"/>
          </p:nvPr>
        </p:nvPicPr>
        <p:blipFill>
          <a:blip r:embed="rId2"/>
          <a:stretch>
            <a:fillRect/>
          </a:stretch>
        </p:blipFill>
        <p:spPr>
          <a:xfrm>
            <a:off x="1019261" y="1700019"/>
            <a:ext cx="10145541" cy="2772162"/>
          </a:xfrm>
          <a:prstGeom prst="rect">
            <a:avLst/>
          </a:prstGeom>
        </p:spPr>
      </p:pic>
    </p:spTree>
    <p:extLst>
      <p:ext uri="{BB962C8B-B14F-4D97-AF65-F5344CB8AC3E}">
        <p14:creationId xmlns:p14="http://schemas.microsoft.com/office/powerpoint/2010/main" val="2005341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EDB5F-884D-EDF2-CC05-51C241B8D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D8575-FFD3-BA6F-A7A1-B2FE59A52C25}"/>
              </a:ext>
            </a:extLst>
          </p:cNvPr>
          <p:cNvSpPr>
            <a:spLocks noGrp="1"/>
          </p:cNvSpPr>
          <p:nvPr>
            <p:ph type="title"/>
          </p:nvPr>
        </p:nvSpPr>
        <p:spPr/>
        <p:txBody>
          <a:bodyPr/>
          <a:lstStyle/>
          <a:p>
            <a:r>
              <a:rPr lang="en-US" dirty="0"/>
              <a:t>The Bug</a:t>
            </a:r>
          </a:p>
        </p:txBody>
      </p:sp>
      <p:sp>
        <p:nvSpPr>
          <p:cNvPr id="5" name="Content Placeholder 4">
            <a:extLst>
              <a:ext uri="{FF2B5EF4-FFF2-40B4-BE49-F238E27FC236}">
                <a16:creationId xmlns:a16="http://schemas.microsoft.com/office/drawing/2014/main" id="{4FBF1D1B-3A58-76E1-7A06-29F31A7E0194}"/>
              </a:ext>
            </a:extLst>
          </p:cNvPr>
          <p:cNvSpPr>
            <a:spLocks noGrp="1"/>
          </p:cNvSpPr>
          <p:nvPr>
            <p:ph sz="half" idx="13"/>
          </p:nvPr>
        </p:nvSpPr>
        <p:spPr>
          <a:xfrm>
            <a:off x="457200" y="4643719"/>
            <a:ext cx="11269766" cy="1623916"/>
          </a:xfrm>
        </p:spPr>
        <p:txBody>
          <a:bodyPr/>
          <a:lstStyle/>
          <a:p>
            <a:r>
              <a:rPr lang="en-US" sz="2400" dirty="0"/>
              <a:t>1010 1010 (0xaa) | 1100 1100 (0xcc) = 1110 1110 (0xee)</a:t>
            </a:r>
          </a:p>
          <a:p>
            <a:r>
              <a:rPr lang="en-US" sz="2400" dirty="0"/>
              <a:t>But the waveform shows 0x66 (0110 0110) at 5ns</a:t>
            </a:r>
          </a:p>
          <a:p>
            <a:r>
              <a:rPr lang="en-US" sz="2400" dirty="0"/>
              <a:t>Something must be wrong with the bitwise OR in this case</a:t>
            </a:r>
          </a:p>
        </p:txBody>
      </p:sp>
      <p:pic>
        <p:nvPicPr>
          <p:cNvPr id="8" name="Content Placeholder 7" descr="Screenshot of a digital waveform viewer displaying signal transitions over time for signals named A, B, opcode, and result. The waveform uses green lines on a black background with time markers at the top, showing binary and hexadecimal values at specific intervals, highlighting changes in signal states during a simulation.">
            <a:extLst>
              <a:ext uri="{FF2B5EF4-FFF2-40B4-BE49-F238E27FC236}">
                <a16:creationId xmlns:a16="http://schemas.microsoft.com/office/drawing/2014/main" id="{992A0979-FAA6-108E-B1C1-B8FF357BBF3E}"/>
              </a:ext>
            </a:extLst>
          </p:cNvPr>
          <p:cNvPicPr>
            <a:picLocks noGrp="1" noChangeAspect="1"/>
          </p:cNvPicPr>
          <p:nvPr>
            <p:ph sz="half" idx="1"/>
          </p:nvPr>
        </p:nvPicPr>
        <p:blipFill>
          <a:blip r:embed="rId2"/>
          <a:stretch>
            <a:fillRect/>
          </a:stretch>
        </p:blipFill>
        <p:spPr>
          <a:xfrm>
            <a:off x="1019261" y="1700019"/>
            <a:ext cx="10145541" cy="2772162"/>
          </a:xfrm>
          <a:prstGeom prst="rect">
            <a:avLst/>
          </a:prstGeom>
        </p:spPr>
      </p:pic>
    </p:spTree>
    <p:extLst>
      <p:ext uri="{BB962C8B-B14F-4D97-AF65-F5344CB8AC3E}">
        <p14:creationId xmlns:p14="http://schemas.microsoft.com/office/powerpoint/2010/main" val="2932476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A8600-746D-3021-936F-C5F10DF5A997}"/>
              </a:ext>
            </a:extLst>
          </p:cNvPr>
          <p:cNvSpPr>
            <a:spLocks noGrp="1"/>
          </p:cNvSpPr>
          <p:nvPr>
            <p:ph type="title"/>
          </p:nvPr>
        </p:nvSpPr>
        <p:spPr/>
        <p:txBody>
          <a:bodyPr/>
          <a:lstStyle/>
          <a:p>
            <a:r>
              <a:rPr lang="en-US" dirty="0"/>
              <a:t>Fixing the code</a:t>
            </a:r>
          </a:p>
        </p:txBody>
      </p:sp>
      <p:sp>
        <p:nvSpPr>
          <p:cNvPr id="13" name="TextBox 12">
            <a:extLst>
              <a:ext uri="{FF2B5EF4-FFF2-40B4-BE49-F238E27FC236}">
                <a16:creationId xmlns:a16="http://schemas.microsoft.com/office/drawing/2014/main" id="{A2887026-2CB7-58A4-FB36-13E6E6E940B5}"/>
              </a:ext>
            </a:extLst>
          </p:cNvPr>
          <p:cNvSpPr txBox="1"/>
          <p:nvPr/>
        </p:nvSpPr>
        <p:spPr>
          <a:xfrm>
            <a:off x="2293554" y="1586753"/>
            <a:ext cx="1877437" cy="369332"/>
          </a:xfrm>
          <a:prstGeom prst="rect">
            <a:avLst/>
          </a:prstGeom>
          <a:noFill/>
        </p:spPr>
        <p:txBody>
          <a:bodyPr wrap="none" rtlCol="0">
            <a:spAutoFit/>
          </a:bodyPr>
          <a:lstStyle/>
          <a:p>
            <a:r>
              <a:rPr lang="en-US" dirty="0"/>
              <a:t>Code with a Bug</a:t>
            </a:r>
          </a:p>
        </p:txBody>
      </p:sp>
      <p:pic>
        <p:nvPicPr>
          <p:cNvPr id="8" name="Content Placeholder 7" descr="Screenshot of Verilog code defining an ALU module with inputs A, B, opcode, and output result. Code includes a case statement performing addition, subtraction, bitwise AND, and bitwise OR based on opcode values, with comments explaining each operation.">
            <a:extLst>
              <a:ext uri="{FF2B5EF4-FFF2-40B4-BE49-F238E27FC236}">
                <a16:creationId xmlns:a16="http://schemas.microsoft.com/office/drawing/2014/main" id="{A1B44655-09E7-FF3B-F112-E53FEC3621CC}"/>
              </a:ext>
            </a:extLst>
          </p:cNvPr>
          <p:cNvPicPr>
            <a:picLocks noGrp="1" noChangeAspect="1"/>
          </p:cNvPicPr>
          <p:nvPr>
            <p:ph sz="half" idx="1"/>
          </p:nvPr>
        </p:nvPicPr>
        <p:blipFill>
          <a:blip r:embed="rId2"/>
          <a:stretch>
            <a:fillRect/>
          </a:stretch>
        </p:blipFill>
        <p:spPr>
          <a:xfrm>
            <a:off x="1214157" y="1973767"/>
            <a:ext cx="4010585" cy="4143953"/>
          </a:xfrm>
          <a:prstGeom prst="rect">
            <a:avLst/>
          </a:prstGeom>
        </p:spPr>
      </p:pic>
      <p:sp>
        <p:nvSpPr>
          <p:cNvPr id="11" name="Rectangle 10">
            <a:extLst>
              <a:ext uri="{FF2B5EF4-FFF2-40B4-BE49-F238E27FC236}">
                <a16:creationId xmlns:a16="http://schemas.microsoft.com/office/drawing/2014/main" id="{BFB998BB-24D3-0C9A-0F06-FFA63543846D}"/>
              </a:ext>
              <a:ext uri="{C183D7F6-B498-43B3-948B-1728B52AA6E4}">
                <adec:decorative xmlns:adec="http://schemas.microsoft.com/office/drawing/2017/decorative" val="1"/>
              </a:ext>
            </a:extLst>
          </p:cNvPr>
          <p:cNvSpPr/>
          <p:nvPr/>
        </p:nvSpPr>
        <p:spPr>
          <a:xfrm>
            <a:off x="2124635" y="5047129"/>
            <a:ext cx="2689412" cy="2241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F9EB1C5-D4D8-0CD0-1ED2-789F62659094}"/>
              </a:ext>
            </a:extLst>
          </p:cNvPr>
          <p:cNvSpPr txBox="1"/>
          <p:nvPr/>
        </p:nvSpPr>
        <p:spPr>
          <a:xfrm>
            <a:off x="8282374" y="1613400"/>
            <a:ext cx="1364476" cy="369332"/>
          </a:xfrm>
          <a:prstGeom prst="rect">
            <a:avLst/>
          </a:prstGeom>
          <a:noFill/>
        </p:spPr>
        <p:txBody>
          <a:bodyPr wrap="none" rtlCol="0">
            <a:spAutoFit/>
          </a:bodyPr>
          <a:lstStyle/>
          <a:p>
            <a:r>
              <a:rPr lang="en-US" dirty="0"/>
              <a:t>Fixed Code</a:t>
            </a:r>
          </a:p>
        </p:txBody>
      </p:sp>
      <p:pic>
        <p:nvPicPr>
          <p:cNvPr id="10" name="Content Placeholder 9" descr="Screenshot of Verilog code defining an ALU module with inputs A, B, and opcode, and output result. Code includes a case statement handling four opcode operations: add, subtract, bitwise AND, and bitwise OR, with default result set to zero.">
            <a:extLst>
              <a:ext uri="{FF2B5EF4-FFF2-40B4-BE49-F238E27FC236}">
                <a16:creationId xmlns:a16="http://schemas.microsoft.com/office/drawing/2014/main" id="{A0542AAB-2EB7-0122-4AF7-71C0A1713B58}"/>
              </a:ext>
            </a:extLst>
          </p:cNvPr>
          <p:cNvPicPr>
            <a:picLocks noGrp="1" noChangeAspect="1"/>
          </p:cNvPicPr>
          <p:nvPr>
            <p:ph sz="half" idx="13"/>
          </p:nvPr>
        </p:nvPicPr>
        <p:blipFill>
          <a:blip r:embed="rId3"/>
          <a:stretch>
            <a:fillRect/>
          </a:stretch>
        </p:blipFill>
        <p:spPr>
          <a:xfrm>
            <a:off x="7102215" y="1964241"/>
            <a:ext cx="3724795" cy="4163006"/>
          </a:xfrm>
          <a:prstGeom prst="rect">
            <a:avLst/>
          </a:prstGeom>
        </p:spPr>
      </p:pic>
      <p:sp>
        <p:nvSpPr>
          <p:cNvPr id="12" name="Rectangle 11">
            <a:extLst>
              <a:ext uri="{FF2B5EF4-FFF2-40B4-BE49-F238E27FC236}">
                <a16:creationId xmlns:a16="http://schemas.microsoft.com/office/drawing/2014/main" id="{92337893-97B8-F3A7-088C-18C98AA1E166}"/>
              </a:ext>
              <a:ext uri="{C183D7F6-B498-43B3-948B-1728B52AA6E4}">
                <adec:decorative xmlns:adec="http://schemas.microsoft.com/office/drawing/2017/decorative" val="1"/>
              </a:ext>
            </a:extLst>
          </p:cNvPr>
          <p:cNvSpPr/>
          <p:nvPr/>
        </p:nvSpPr>
        <p:spPr>
          <a:xfrm>
            <a:off x="8005482" y="4975411"/>
            <a:ext cx="2689412" cy="2241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5850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87E0-BEBF-ED3E-5E4D-F724BEC64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0558E9-D280-D583-D976-65BB741C6676}"/>
              </a:ext>
            </a:extLst>
          </p:cNvPr>
          <p:cNvSpPr>
            <a:spLocks noGrp="1"/>
          </p:cNvSpPr>
          <p:nvPr>
            <p:ph type="title"/>
          </p:nvPr>
        </p:nvSpPr>
        <p:spPr/>
        <p:txBody>
          <a:bodyPr/>
          <a:lstStyle/>
          <a:p>
            <a:r>
              <a:rPr lang="en-US" dirty="0"/>
              <a:t>Re-run Waveform Analysis</a:t>
            </a:r>
          </a:p>
        </p:txBody>
      </p:sp>
      <p:pic>
        <p:nvPicPr>
          <p:cNvPr id="7" name="Content Placeholder 6" descr="Screenshot of a digital waveform editor showing multiple signal traces labeled &quot;A[7:0],&quot; &quot;B[7:0],&quot; &quot;opcode[6:0],&quot; and &quot;result[7:0]&quot; with hexadecimal values displayed. The waveform includes timing markers and signal transitions, highlighting a specific time point at 4.264 ns with corresponding signal states.">
            <a:extLst>
              <a:ext uri="{FF2B5EF4-FFF2-40B4-BE49-F238E27FC236}">
                <a16:creationId xmlns:a16="http://schemas.microsoft.com/office/drawing/2014/main" id="{FA23B01D-86C0-B5E0-0461-23EF6327366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29913" y="1866852"/>
            <a:ext cx="10532174" cy="2705148"/>
          </a:xfrm>
          <a:prstGeom prst="rect">
            <a:avLst/>
          </a:prstGeom>
        </p:spPr>
      </p:pic>
      <p:sp>
        <p:nvSpPr>
          <p:cNvPr id="5" name="Content Placeholder 4">
            <a:extLst>
              <a:ext uri="{FF2B5EF4-FFF2-40B4-BE49-F238E27FC236}">
                <a16:creationId xmlns:a16="http://schemas.microsoft.com/office/drawing/2014/main" id="{733C38DA-354B-04C6-2BC2-3788F482C4AA}"/>
              </a:ext>
            </a:extLst>
          </p:cNvPr>
          <p:cNvSpPr>
            <a:spLocks noGrp="1"/>
          </p:cNvSpPr>
          <p:nvPr>
            <p:ph sz="half" idx="13"/>
          </p:nvPr>
        </p:nvSpPr>
        <p:spPr>
          <a:xfrm>
            <a:off x="457200" y="5124633"/>
            <a:ext cx="11269766" cy="1143001"/>
          </a:xfrm>
        </p:spPr>
        <p:txBody>
          <a:bodyPr/>
          <a:lstStyle/>
          <a:p>
            <a:r>
              <a:rPr lang="en-US" sz="2800" dirty="0"/>
              <a:t>Fixed!</a:t>
            </a:r>
          </a:p>
        </p:txBody>
      </p:sp>
    </p:spTree>
    <p:extLst>
      <p:ext uri="{BB962C8B-B14F-4D97-AF65-F5344CB8AC3E}">
        <p14:creationId xmlns:p14="http://schemas.microsoft.com/office/powerpoint/2010/main" val="12917159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D89DC-1015-118D-CCE2-2A5F7E5E0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8F32A-B46C-D663-460B-4E7A741A4764}"/>
              </a:ext>
            </a:extLst>
          </p:cNvPr>
          <p:cNvSpPr>
            <a:spLocks noGrp="1"/>
          </p:cNvSpPr>
          <p:nvPr>
            <p:ph type="title"/>
          </p:nvPr>
        </p:nvSpPr>
        <p:spPr>
          <a:xfrm>
            <a:off x="457200" y="457200"/>
            <a:ext cx="11269766" cy="1143000"/>
          </a:xfrm>
        </p:spPr>
        <p:txBody>
          <a:bodyPr anchor="ctr">
            <a:normAutofit/>
          </a:bodyPr>
          <a:lstStyle/>
          <a:p>
            <a:r>
              <a:rPr lang="en-US" dirty="0"/>
              <a:t>Putting It All Together</a:t>
            </a:r>
          </a:p>
        </p:txBody>
      </p:sp>
      <p:graphicFrame>
        <p:nvGraphicFramePr>
          <p:cNvPr id="10" name="Content Placeholder 2" descr="Write&#10; Write Verilog module (design)&#10;Write&#10; Write testbench (tests)&#10;Run&#10; Run simulation (execute tests)&#10;Analyze&#10; Analyze waveforms (debug)&#10;">
            <a:extLst>
              <a:ext uri="{FF2B5EF4-FFF2-40B4-BE49-F238E27FC236}">
                <a16:creationId xmlns:a16="http://schemas.microsoft.com/office/drawing/2014/main" id="{3F87231D-08E8-A1E3-F7B9-2B7EF64145BD}"/>
              </a:ext>
            </a:extLst>
          </p:cNvPr>
          <p:cNvGraphicFramePr/>
          <p:nvPr>
            <p:extLst>
              <p:ext uri="{D42A27DB-BD31-4B8C-83A1-F6EECF244321}">
                <p14:modId xmlns:p14="http://schemas.microsoft.com/office/powerpoint/2010/main" val="3012996323"/>
              </p:ext>
            </p:extLst>
          </p:nvPr>
        </p:nvGraphicFramePr>
        <p:xfrm>
          <a:off x="457200" y="1824037"/>
          <a:ext cx="11269766"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77372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13406-A66B-BAAD-9EBA-D9E71980F6C5}"/>
              </a:ext>
            </a:extLst>
          </p:cNvPr>
          <p:cNvSpPr>
            <a:spLocks noGrp="1"/>
          </p:cNvSpPr>
          <p:nvPr>
            <p:ph type="title"/>
          </p:nvPr>
        </p:nvSpPr>
        <p:spPr>
          <a:xfrm>
            <a:off x="457200" y="457200"/>
            <a:ext cx="11277600" cy="1143000"/>
          </a:xfrm>
        </p:spPr>
        <p:txBody>
          <a:bodyPr anchor="ctr">
            <a:normAutofit/>
          </a:bodyPr>
          <a:lstStyle/>
          <a:p>
            <a:r>
              <a:rPr lang="en-US" dirty="0"/>
              <a:t>Big Idea</a:t>
            </a:r>
          </a:p>
        </p:txBody>
      </p:sp>
      <p:graphicFrame>
        <p:nvGraphicFramePr>
          <p:cNvPr id="5" name="Content Placeholder 2" descr="Hardware design is NOT guess-and-check&#10;It is systematic testing and verification&#10;Simulation is your primary tool&#10;">
            <a:extLst>
              <a:ext uri="{FF2B5EF4-FFF2-40B4-BE49-F238E27FC236}">
                <a16:creationId xmlns:a16="http://schemas.microsoft.com/office/drawing/2014/main" id="{28C177BF-1119-B0DF-DC65-5167A3BFD722}"/>
              </a:ext>
            </a:extLst>
          </p:cNvPr>
          <p:cNvGraphicFramePr>
            <a:graphicFrameLocks noGrp="1"/>
          </p:cNvGraphicFramePr>
          <p:nvPr>
            <p:ph sz="half" idx="1"/>
            <p:extLst>
              <p:ext uri="{D42A27DB-BD31-4B8C-83A1-F6EECF244321}">
                <p14:modId xmlns:p14="http://schemas.microsoft.com/office/powerpoint/2010/main" val="3826945572"/>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050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4F2D5-0954-20D5-03FB-BBFF85FB328B}"/>
              </a:ext>
            </a:extLst>
          </p:cNvPr>
          <p:cNvSpPr>
            <a:spLocks noGrp="1"/>
          </p:cNvSpPr>
          <p:nvPr>
            <p:ph type="title"/>
          </p:nvPr>
        </p:nvSpPr>
        <p:spPr>
          <a:xfrm>
            <a:off x="457200" y="457200"/>
            <a:ext cx="11277600" cy="1143000"/>
          </a:xfrm>
        </p:spPr>
        <p:txBody>
          <a:bodyPr anchor="ctr">
            <a:normAutofit/>
          </a:bodyPr>
          <a:lstStyle/>
          <a:p>
            <a:r>
              <a:rPr lang="en-US" dirty="0"/>
              <a:t>Summary</a:t>
            </a:r>
          </a:p>
        </p:txBody>
      </p:sp>
      <p:graphicFrame>
        <p:nvGraphicFramePr>
          <p:cNvPr id="5" name="Content Placeholder 2" descr="Verilog defines hardware behavior&#10;ALU performs core operations&#10;Testbenches automate testing&#10;Waveforms help debug and verify designs&#10;">
            <a:extLst>
              <a:ext uri="{FF2B5EF4-FFF2-40B4-BE49-F238E27FC236}">
                <a16:creationId xmlns:a16="http://schemas.microsoft.com/office/drawing/2014/main" id="{E7DDAC4A-C0BD-0C4A-7980-6A578107943C}"/>
              </a:ext>
            </a:extLst>
          </p:cNvPr>
          <p:cNvGraphicFramePr>
            <a:graphicFrameLocks noGrp="1"/>
          </p:cNvGraphicFramePr>
          <p:nvPr>
            <p:ph sz="half" idx="1"/>
            <p:extLst>
              <p:ext uri="{D42A27DB-BD31-4B8C-83A1-F6EECF244321}">
                <p14:modId xmlns:p14="http://schemas.microsoft.com/office/powerpoint/2010/main" val="3331816255"/>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2604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C663-C8FB-53B7-B76D-716DA2E31E42}"/>
              </a:ext>
            </a:extLst>
          </p:cNvPr>
          <p:cNvSpPr>
            <a:spLocks noGrp="1"/>
          </p:cNvSpPr>
          <p:nvPr>
            <p:ph type="title"/>
          </p:nvPr>
        </p:nvSpPr>
        <p:spPr>
          <a:xfrm>
            <a:off x="457200" y="457200"/>
            <a:ext cx="11277600" cy="1143000"/>
          </a:xfrm>
        </p:spPr>
        <p:txBody>
          <a:bodyPr anchor="ctr">
            <a:normAutofit/>
          </a:bodyPr>
          <a:lstStyle/>
          <a:p>
            <a:r>
              <a:rPr lang="en-US" dirty="0"/>
              <a:t>Discussion/Questions</a:t>
            </a:r>
          </a:p>
        </p:txBody>
      </p:sp>
      <p:graphicFrame>
        <p:nvGraphicFramePr>
          <p:cNvPr id="5" name="Content Placeholder 2" descr="How would you add multiplication to the ALU?&#10;What happens if you forget a test case?&#10;Why is simulation critical before hardware?&#10;">
            <a:extLst>
              <a:ext uri="{FF2B5EF4-FFF2-40B4-BE49-F238E27FC236}">
                <a16:creationId xmlns:a16="http://schemas.microsoft.com/office/drawing/2014/main" id="{CBC4E911-AB03-BC61-EFAB-61CC331144DF}"/>
              </a:ext>
            </a:extLst>
          </p:cNvPr>
          <p:cNvGraphicFramePr>
            <a:graphicFrameLocks noGrp="1"/>
          </p:cNvGraphicFramePr>
          <p:nvPr>
            <p:ph sz="half" idx="1"/>
            <p:extLst>
              <p:ext uri="{D42A27DB-BD31-4B8C-83A1-F6EECF244321}">
                <p14:modId xmlns:p14="http://schemas.microsoft.com/office/powerpoint/2010/main" val="2694532803"/>
              </p:ext>
            </p:extLst>
          </p:nvPr>
        </p:nvGraphicFramePr>
        <p:xfrm>
          <a:off x="457200" y="1824037"/>
          <a:ext cx="11277600" cy="4443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820159"/>
      </p:ext>
    </p:extLst>
  </p:cSld>
  <p:clrMapOvr>
    <a:masterClrMapping/>
  </p:clrMapOvr>
</p:sld>
</file>

<file path=ppt/theme/theme1.xml><?xml version="1.0" encoding="utf-8"?>
<a:theme xmlns:a="http://schemas.openxmlformats.org/drawingml/2006/main" name="Office Theme">
  <a:themeElements>
    <a:clrScheme name="CSUF">
      <a:dk1>
        <a:srgbClr val="00244E"/>
      </a:dk1>
      <a:lt1>
        <a:srgbClr val="FFFFFF"/>
      </a:lt1>
      <a:dk2>
        <a:srgbClr val="222222"/>
      </a:dk2>
      <a:lt2>
        <a:srgbClr val="EBEBEB"/>
      </a:lt2>
      <a:accent1>
        <a:srgbClr val="00244E"/>
      </a:accent1>
      <a:accent2>
        <a:srgbClr val="2973B6"/>
      </a:accent2>
      <a:accent3>
        <a:srgbClr val="8ACCE4"/>
      </a:accent3>
      <a:accent4>
        <a:srgbClr val="FF7900"/>
      </a:accent4>
      <a:accent5>
        <a:srgbClr val="EDA941"/>
      </a:accent5>
      <a:accent6>
        <a:srgbClr val="F3CD47"/>
      </a:accent6>
      <a:hlink>
        <a:srgbClr val="99B3B9"/>
      </a:hlink>
      <a:folHlink>
        <a:srgbClr val="DF6436"/>
      </a:folHlink>
    </a:clrScheme>
    <a:fontScheme name="CSUF-Theme-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D5FE1AB7-F0CD-4A8B-BFA9-0AD7945DB4A0}" vid="{BBCA1856-BC87-4357-9E72-ED06542CDF0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CSUF-PPT-6-A</Template>
  <TotalTime>1152</TotalTime>
  <Words>604</Words>
  <Application>Microsoft Office PowerPoint</Application>
  <PresentationFormat>Widescreen</PresentationFormat>
  <Paragraphs>143</Paragraphs>
  <Slides>29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Arial</vt:lpstr>
      <vt:lpstr>Calibri</vt:lpstr>
      <vt:lpstr>Wingdings</vt:lpstr>
      <vt:lpstr>Office Theme</vt:lpstr>
      <vt:lpstr>Module 4</vt:lpstr>
      <vt:lpstr>Learning Objectives</vt:lpstr>
      <vt:lpstr>What is Verilog?</vt:lpstr>
      <vt:lpstr>Verilog Module Basics</vt:lpstr>
      <vt:lpstr>Data Types and Signals</vt:lpstr>
      <vt:lpstr>Continuous vs. Procedural Assignments</vt:lpstr>
      <vt:lpstr>Continuous Assignment (Combinational)</vt:lpstr>
      <vt:lpstr>Procedural Assignment</vt:lpstr>
      <vt:lpstr>Continuous vs. Procedural Table</vt:lpstr>
      <vt:lpstr>ALU Overview</vt:lpstr>
      <vt:lpstr>ALU Inputs and Outputs</vt:lpstr>
      <vt:lpstr>ALU Considerations</vt:lpstr>
      <vt:lpstr>Simulation = Testing</vt:lpstr>
      <vt:lpstr>Why Simulation Matters</vt:lpstr>
      <vt:lpstr>Introduction to Testbenches</vt:lpstr>
      <vt:lpstr>Testbench = Automated Testing</vt:lpstr>
      <vt:lpstr>Example Testbench</vt:lpstr>
      <vt:lpstr>Simulation Tools</vt:lpstr>
      <vt:lpstr>Waveform Analysis</vt:lpstr>
      <vt:lpstr>What to Look For in Waveforms</vt:lpstr>
      <vt:lpstr>Debugging with Waveforms</vt:lpstr>
      <vt:lpstr>Find the Bug</vt:lpstr>
      <vt:lpstr>The Bug</vt:lpstr>
      <vt:lpstr>Fixing the code</vt:lpstr>
      <vt:lpstr>Re-run Waveform Analysis</vt:lpstr>
      <vt:lpstr>Putting It All Together</vt:lpstr>
      <vt:lpstr>Big Idea</vt:lpstr>
      <vt:lpstr>Summary</vt:lpstr>
      <vt:lpstr>Discussion/Questions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 Verilog, ALU, and Simulation - UG</dc:title>
  <dc:creator>Faller, John (Kenneth)</dc:creator>
  <cp:lastModifiedBy>Faller, John (Kenneth)</cp:lastModifiedBy>
  <cp:revision>314</cp:revision>
  <cp:lastPrinted>2023-01-31T22:42:47Z</cp:lastPrinted>
  <dcterms:created xsi:type="dcterms:W3CDTF">2024-12-31T21:42:59Z</dcterms:created>
  <dcterms:modified xsi:type="dcterms:W3CDTF">2026-04-14T20:50:50Z</dcterms:modified>
</cp:coreProperties>
</file>