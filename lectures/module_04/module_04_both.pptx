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8" r:id="rId2"/>
    <p:sldId id="259" r:id="rId3"/>
    <p:sldId id="260" r:id="rId4"/>
    <p:sldId id="261" r:id="rId5"/>
    <p:sldId id="262" r:id="rId6"/>
    <p:sldId id="263" r:id="rId7"/>
    <p:sldId id="264" r:id="rId8"/>
    <p:sldId id="265" r:id="rId9"/>
    <p:sldId id="268" r:id="rId10"/>
    <p:sldId id="269" r:id="rId11"/>
    <p:sldId id="271" r:id="rId12"/>
    <p:sldId id="270" r:id="rId13"/>
    <p:sldId id="272" r:id="rId14"/>
    <p:sldId id="273" r:id="rId15"/>
    <p:sldId id="274" r:id="rId16"/>
    <p:sldId id="275" r:id="rId17"/>
    <p:sldId id="276" r:id="rId18"/>
  </p:sldIdLst>
  <p:sldSz cx="12192000" cy="6858000"/>
  <p:notesSz cx="9220200" cy="6934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6247" autoAdjust="0"/>
  </p:normalViewPr>
  <p:slideViewPr>
    <p:cSldViewPr snapToGrid="0">
      <p:cViewPr varScale="1">
        <p:scale>
          <a:sx n="103" d="100"/>
          <a:sy n="103" d="100"/>
        </p:scale>
        <p:origin x="444"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0.svg"/></Relationships>
</file>

<file path=ppt/diagrams/_rels/data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76980A-FEC6-49BA-9AAB-0A78AD6D135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C8F7002-94CA-426F-82A7-8AEE9370D635}">
      <dgm:prSet/>
      <dgm:spPr/>
      <dgm:t>
        <a:bodyPr/>
        <a:lstStyle/>
        <a:p>
          <a:r>
            <a:rPr lang="en-US"/>
            <a:t>Understand how logic flows through a system using diagrams</a:t>
          </a:r>
        </a:p>
      </dgm:t>
    </dgm:pt>
    <dgm:pt modelId="{BD924663-671D-4F13-9B36-FD8CEB436738}" type="parTrans" cxnId="{C8C8CE04-9B86-4C0C-9998-63ECF460D527}">
      <dgm:prSet/>
      <dgm:spPr/>
      <dgm:t>
        <a:bodyPr/>
        <a:lstStyle/>
        <a:p>
          <a:endParaRPr lang="en-US"/>
        </a:p>
      </dgm:t>
    </dgm:pt>
    <dgm:pt modelId="{2B275CBB-062D-492B-8A4F-F0E1DA422E8C}" type="sibTrans" cxnId="{C8C8CE04-9B86-4C0C-9998-63ECF460D527}">
      <dgm:prSet/>
      <dgm:spPr/>
      <dgm:t>
        <a:bodyPr/>
        <a:lstStyle/>
        <a:p>
          <a:endParaRPr lang="en-US"/>
        </a:p>
      </dgm:t>
    </dgm:pt>
    <dgm:pt modelId="{64869C05-1E82-4E36-A6D6-ACDC1B82FAF9}">
      <dgm:prSet/>
      <dgm:spPr/>
      <dgm:t>
        <a:bodyPr/>
        <a:lstStyle/>
        <a:p>
          <a:r>
            <a:rPr lang="en-US" dirty="0"/>
            <a:t>Identify basic operations: add, subtract, and logic functions</a:t>
          </a:r>
        </a:p>
      </dgm:t>
    </dgm:pt>
    <dgm:pt modelId="{E03317F7-C352-469E-8A30-B1391C5B64C9}" type="parTrans" cxnId="{D5E4029F-EF0D-4E76-B189-6562FEFE7665}">
      <dgm:prSet/>
      <dgm:spPr/>
      <dgm:t>
        <a:bodyPr/>
        <a:lstStyle/>
        <a:p>
          <a:endParaRPr lang="en-US"/>
        </a:p>
      </dgm:t>
    </dgm:pt>
    <dgm:pt modelId="{68E37D94-FE91-49C2-859D-90C5EACC1F1A}" type="sibTrans" cxnId="{D5E4029F-EF0D-4E76-B189-6562FEFE7665}">
      <dgm:prSet/>
      <dgm:spPr/>
      <dgm:t>
        <a:bodyPr/>
        <a:lstStyle/>
        <a:p>
          <a:endParaRPr lang="en-US"/>
        </a:p>
      </dgm:t>
    </dgm:pt>
    <dgm:pt modelId="{4F219B0C-E62F-4BBB-9D10-F8C7BC776BDF}">
      <dgm:prSet/>
      <dgm:spPr/>
      <dgm:t>
        <a:bodyPr/>
        <a:lstStyle/>
        <a:p>
          <a:r>
            <a:rPr lang="en-US" dirty="0"/>
            <a:t>Connect operations to actual hardware components</a:t>
          </a:r>
        </a:p>
      </dgm:t>
    </dgm:pt>
    <dgm:pt modelId="{FF7899DE-C27A-46C4-9795-28B1D5D974C1}" type="parTrans" cxnId="{099FF704-D132-4374-A5B8-134343F485A9}">
      <dgm:prSet/>
      <dgm:spPr/>
      <dgm:t>
        <a:bodyPr/>
        <a:lstStyle/>
        <a:p>
          <a:endParaRPr lang="en-US"/>
        </a:p>
      </dgm:t>
    </dgm:pt>
    <dgm:pt modelId="{D20BB2B8-7566-45C8-A700-EA754847E1CB}" type="sibTrans" cxnId="{099FF704-D132-4374-A5B8-134343F485A9}">
      <dgm:prSet/>
      <dgm:spPr/>
      <dgm:t>
        <a:bodyPr/>
        <a:lstStyle/>
        <a:p>
          <a:endParaRPr lang="en-US"/>
        </a:p>
      </dgm:t>
    </dgm:pt>
    <dgm:pt modelId="{6C651805-A202-41A7-A570-BBD9F462D359}" type="pres">
      <dgm:prSet presAssocID="{7076980A-FEC6-49BA-9AAB-0A78AD6D135F}" presName="root" presStyleCnt="0">
        <dgm:presLayoutVars>
          <dgm:dir/>
          <dgm:resizeHandles val="exact"/>
        </dgm:presLayoutVars>
      </dgm:prSet>
      <dgm:spPr/>
    </dgm:pt>
    <dgm:pt modelId="{C3B4FDBE-10AE-48B0-87EB-9029581C72D7}" type="pres">
      <dgm:prSet presAssocID="{FC8F7002-94CA-426F-82A7-8AEE9370D635}" presName="compNode" presStyleCnt="0"/>
      <dgm:spPr/>
    </dgm:pt>
    <dgm:pt modelId="{41F5F216-A20D-4DFF-9145-7988C459EA7F}" type="pres">
      <dgm:prSet presAssocID="{FC8F7002-94CA-426F-82A7-8AEE9370D635}" presName="bgRect" presStyleLbl="bgShp" presStyleIdx="0" presStyleCnt="3"/>
      <dgm:spPr/>
    </dgm:pt>
    <dgm:pt modelId="{FC0054E4-EF6B-4E1C-ABC1-DB19D285A609}" type="pres">
      <dgm:prSet presAssocID="{FC8F7002-94CA-426F-82A7-8AEE9370D63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2621187B-47A9-4707-BDED-A15E26EAA5E7}" type="pres">
      <dgm:prSet presAssocID="{FC8F7002-94CA-426F-82A7-8AEE9370D635}" presName="spaceRect" presStyleCnt="0"/>
      <dgm:spPr/>
    </dgm:pt>
    <dgm:pt modelId="{1F32DBCB-E486-4927-A9A0-0B25B3603396}" type="pres">
      <dgm:prSet presAssocID="{FC8F7002-94CA-426F-82A7-8AEE9370D635}" presName="parTx" presStyleLbl="revTx" presStyleIdx="0" presStyleCnt="3">
        <dgm:presLayoutVars>
          <dgm:chMax val="0"/>
          <dgm:chPref val="0"/>
        </dgm:presLayoutVars>
      </dgm:prSet>
      <dgm:spPr/>
    </dgm:pt>
    <dgm:pt modelId="{56E6F71A-AE3D-4E5F-AF65-25A31AD6441C}" type="pres">
      <dgm:prSet presAssocID="{2B275CBB-062D-492B-8A4F-F0E1DA422E8C}" presName="sibTrans" presStyleCnt="0"/>
      <dgm:spPr/>
    </dgm:pt>
    <dgm:pt modelId="{62AE8ABC-A1DE-4209-8056-409F0402831A}" type="pres">
      <dgm:prSet presAssocID="{64869C05-1E82-4E36-A6D6-ACDC1B82FAF9}" presName="compNode" presStyleCnt="0"/>
      <dgm:spPr/>
    </dgm:pt>
    <dgm:pt modelId="{AE00B58E-F174-4B31-A9F1-75D8438EA8ED}" type="pres">
      <dgm:prSet presAssocID="{64869C05-1E82-4E36-A6D6-ACDC1B82FAF9}" presName="bgRect" presStyleLbl="bgShp" presStyleIdx="1" presStyleCnt="3"/>
      <dgm:spPr/>
    </dgm:pt>
    <dgm:pt modelId="{17632E82-F161-4621-89A8-492C36010DDB}" type="pres">
      <dgm:prSet presAssocID="{64869C05-1E82-4E36-A6D6-ACDC1B82FAF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culator"/>
        </a:ext>
      </dgm:extLst>
    </dgm:pt>
    <dgm:pt modelId="{9B6EAA4D-1E03-488D-A7E7-5B4AD5C9B0B0}" type="pres">
      <dgm:prSet presAssocID="{64869C05-1E82-4E36-A6D6-ACDC1B82FAF9}" presName="spaceRect" presStyleCnt="0"/>
      <dgm:spPr/>
    </dgm:pt>
    <dgm:pt modelId="{72653925-699B-4764-8A34-AFEE266106F8}" type="pres">
      <dgm:prSet presAssocID="{64869C05-1E82-4E36-A6D6-ACDC1B82FAF9}" presName="parTx" presStyleLbl="revTx" presStyleIdx="1" presStyleCnt="3">
        <dgm:presLayoutVars>
          <dgm:chMax val="0"/>
          <dgm:chPref val="0"/>
        </dgm:presLayoutVars>
      </dgm:prSet>
      <dgm:spPr/>
    </dgm:pt>
    <dgm:pt modelId="{B79F57CD-453C-4893-9D01-8ADCE55BF6DC}" type="pres">
      <dgm:prSet presAssocID="{68E37D94-FE91-49C2-859D-90C5EACC1F1A}" presName="sibTrans" presStyleCnt="0"/>
      <dgm:spPr/>
    </dgm:pt>
    <dgm:pt modelId="{3E6F411A-304C-4203-99F0-6BFBA916B798}" type="pres">
      <dgm:prSet presAssocID="{4F219B0C-E62F-4BBB-9D10-F8C7BC776BDF}" presName="compNode" presStyleCnt="0"/>
      <dgm:spPr/>
    </dgm:pt>
    <dgm:pt modelId="{D747AE00-E86F-490E-B6ED-BA3F3FF9EC12}" type="pres">
      <dgm:prSet presAssocID="{4F219B0C-E62F-4BBB-9D10-F8C7BC776BDF}" presName="bgRect" presStyleLbl="bgShp" presStyleIdx="2" presStyleCnt="3"/>
      <dgm:spPr/>
    </dgm:pt>
    <dgm:pt modelId="{0925B5EF-1C81-4CA7-8087-49FAB00295A7}" type="pres">
      <dgm:prSet presAssocID="{4F219B0C-E62F-4BBB-9D10-F8C7BC776BD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6A057122-2CE2-4C95-8E53-51CCC4230086}" type="pres">
      <dgm:prSet presAssocID="{4F219B0C-E62F-4BBB-9D10-F8C7BC776BDF}" presName="spaceRect" presStyleCnt="0"/>
      <dgm:spPr/>
    </dgm:pt>
    <dgm:pt modelId="{FDC16239-17A7-411E-BF8C-1736497F4C2B}" type="pres">
      <dgm:prSet presAssocID="{4F219B0C-E62F-4BBB-9D10-F8C7BC776BDF}" presName="parTx" presStyleLbl="revTx" presStyleIdx="2" presStyleCnt="3">
        <dgm:presLayoutVars>
          <dgm:chMax val="0"/>
          <dgm:chPref val="0"/>
        </dgm:presLayoutVars>
      </dgm:prSet>
      <dgm:spPr/>
    </dgm:pt>
  </dgm:ptLst>
  <dgm:cxnLst>
    <dgm:cxn modelId="{C8C8CE04-9B86-4C0C-9998-63ECF460D527}" srcId="{7076980A-FEC6-49BA-9AAB-0A78AD6D135F}" destId="{FC8F7002-94CA-426F-82A7-8AEE9370D635}" srcOrd="0" destOrd="0" parTransId="{BD924663-671D-4F13-9B36-FD8CEB436738}" sibTransId="{2B275CBB-062D-492B-8A4F-F0E1DA422E8C}"/>
    <dgm:cxn modelId="{099FF704-D132-4374-A5B8-134343F485A9}" srcId="{7076980A-FEC6-49BA-9AAB-0A78AD6D135F}" destId="{4F219B0C-E62F-4BBB-9D10-F8C7BC776BDF}" srcOrd="2" destOrd="0" parTransId="{FF7899DE-C27A-46C4-9795-28B1D5D974C1}" sibTransId="{D20BB2B8-7566-45C8-A700-EA754847E1CB}"/>
    <dgm:cxn modelId="{17A62926-94CC-40AC-A257-546A1D964C69}" type="presOf" srcId="{64869C05-1E82-4E36-A6D6-ACDC1B82FAF9}" destId="{72653925-699B-4764-8A34-AFEE266106F8}" srcOrd="0" destOrd="0" presId="urn:microsoft.com/office/officeart/2018/2/layout/IconVerticalSolidList"/>
    <dgm:cxn modelId="{D5E4029F-EF0D-4E76-B189-6562FEFE7665}" srcId="{7076980A-FEC6-49BA-9AAB-0A78AD6D135F}" destId="{64869C05-1E82-4E36-A6D6-ACDC1B82FAF9}" srcOrd="1" destOrd="0" parTransId="{E03317F7-C352-469E-8A30-B1391C5B64C9}" sibTransId="{68E37D94-FE91-49C2-859D-90C5EACC1F1A}"/>
    <dgm:cxn modelId="{59192ABD-FBBF-4188-8BFB-4FA069B4CAE7}" type="presOf" srcId="{FC8F7002-94CA-426F-82A7-8AEE9370D635}" destId="{1F32DBCB-E486-4927-A9A0-0B25B3603396}" srcOrd="0" destOrd="0" presId="urn:microsoft.com/office/officeart/2018/2/layout/IconVerticalSolidList"/>
    <dgm:cxn modelId="{314048BE-478E-43C1-9F2E-46B5449938C5}" type="presOf" srcId="{7076980A-FEC6-49BA-9AAB-0A78AD6D135F}" destId="{6C651805-A202-41A7-A570-BBD9F462D359}" srcOrd="0" destOrd="0" presId="urn:microsoft.com/office/officeart/2018/2/layout/IconVerticalSolidList"/>
    <dgm:cxn modelId="{F12F15FB-1157-495F-82A0-92BAB53BCB14}" type="presOf" srcId="{4F219B0C-E62F-4BBB-9D10-F8C7BC776BDF}" destId="{FDC16239-17A7-411E-BF8C-1736497F4C2B}" srcOrd="0" destOrd="0" presId="urn:microsoft.com/office/officeart/2018/2/layout/IconVerticalSolidList"/>
    <dgm:cxn modelId="{89F25CB5-4FBC-4FCA-9245-FA1FA0E8E796}" type="presParOf" srcId="{6C651805-A202-41A7-A570-BBD9F462D359}" destId="{C3B4FDBE-10AE-48B0-87EB-9029581C72D7}" srcOrd="0" destOrd="0" presId="urn:microsoft.com/office/officeart/2018/2/layout/IconVerticalSolidList"/>
    <dgm:cxn modelId="{BEB24451-0188-410F-9E7A-517F57128459}" type="presParOf" srcId="{C3B4FDBE-10AE-48B0-87EB-9029581C72D7}" destId="{41F5F216-A20D-4DFF-9145-7988C459EA7F}" srcOrd="0" destOrd="0" presId="urn:microsoft.com/office/officeart/2018/2/layout/IconVerticalSolidList"/>
    <dgm:cxn modelId="{3523E8D1-DC2C-44F0-97D1-644C13958C7A}" type="presParOf" srcId="{C3B4FDBE-10AE-48B0-87EB-9029581C72D7}" destId="{FC0054E4-EF6B-4E1C-ABC1-DB19D285A609}" srcOrd="1" destOrd="0" presId="urn:microsoft.com/office/officeart/2018/2/layout/IconVerticalSolidList"/>
    <dgm:cxn modelId="{CBA960BA-FE19-4B14-A2F6-9BB77E29FF74}" type="presParOf" srcId="{C3B4FDBE-10AE-48B0-87EB-9029581C72D7}" destId="{2621187B-47A9-4707-BDED-A15E26EAA5E7}" srcOrd="2" destOrd="0" presId="urn:microsoft.com/office/officeart/2018/2/layout/IconVerticalSolidList"/>
    <dgm:cxn modelId="{AEF672D2-6D3F-40B3-8CC8-205FB9204626}" type="presParOf" srcId="{C3B4FDBE-10AE-48B0-87EB-9029581C72D7}" destId="{1F32DBCB-E486-4927-A9A0-0B25B3603396}" srcOrd="3" destOrd="0" presId="urn:microsoft.com/office/officeart/2018/2/layout/IconVerticalSolidList"/>
    <dgm:cxn modelId="{A36CE4CA-4C68-44FC-9877-743342A81AAC}" type="presParOf" srcId="{6C651805-A202-41A7-A570-BBD9F462D359}" destId="{56E6F71A-AE3D-4E5F-AF65-25A31AD6441C}" srcOrd="1" destOrd="0" presId="urn:microsoft.com/office/officeart/2018/2/layout/IconVerticalSolidList"/>
    <dgm:cxn modelId="{26C17B2F-DD09-46D8-9720-21DE589BCCB7}" type="presParOf" srcId="{6C651805-A202-41A7-A570-BBD9F462D359}" destId="{62AE8ABC-A1DE-4209-8056-409F0402831A}" srcOrd="2" destOrd="0" presId="urn:microsoft.com/office/officeart/2018/2/layout/IconVerticalSolidList"/>
    <dgm:cxn modelId="{6BFAB8F7-0A32-4CCC-8666-B4D5C9359194}" type="presParOf" srcId="{62AE8ABC-A1DE-4209-8056-409F0402831A}" destId="{AE00B58E-F174-4B31-A9F1-75D8438EA8ED}" srcOrd="0" destOrd="0" presId="urn:microsoft.com/office/officeart/2018/2/layout/IconVerticalSolidList"/>
    <dgm:cxn modelId="{3A686AC5-D967-4D43-BF96-DD88350712CC}" type="presParOf" srcId="{62AE8ABC-A1DE-4209-8056-409F0402831A}" destId="{17632E82-F161-4621-89A8-492C36010DDB}" srcOrd="1" destOrd="0" presId="urn:microsoft.com/office/officeart/2018/2/layout/IconVerticalSolidList"/>
    <dgm:cxn modelId="{28955A14-6A00-42AB-AE49-9105E3A50F08}" type="presParOf" srcId="{62AE8ABC-A1DE-4209-8056-409F0402831A}" destId="{9B6EAA4D-1E03-488D-A7E7-5B4AD5C9B0B0}" srcOrd="2" destOrd="0" presId="urn:microsoft.com/office/officeart/2018/2/layout/IconVerticalSolidList"/>
    <dgm:cxn modelId="{6B1871AE-97EE-4114-BC4F-D84237B40649}" type="presParOf" srcId="{62AE8ABC-A1DE-4209-8056-409F0402831A}" destId="{72653925-699B-4764-8A34-AFEE266106F8}" srcOrd="3" destOrd="0" presId="urn:microsoft.com/office/officeart/2018/2/layout/IconVerticalSolidList"/>
    <dgm:cxn modelId="{21C5384D-8B7E-4D1A-AABC-F57B4FC88488}" type="presParOf" srcId="{6C651805-A202-41A7-A570-BBD9F462D359}" destId="{B79F57CD-453C-4893-9D01-8ADCE55BF6DC}" srcOrd="3" destOrd="0" presId="urn:microsoft.com/office/officeart/2018/2/layout/IconVerticalSolidList"/>
    <dgm:cxn modelId="{A2A8C191-50BB-4D8A-8C96-CC5C67A95017}" type="presParOf" srcId="{6C651805-A202-41A7-A570-BBD9F462D359}" destId="{3E6F411A-304C-4203-99F0-6BFBA916B798}" srcOrd="4" destOrd="0" presId="urn:microsoft.com/office/officeart/2018/2/layout/IconVerticalSolidList"/>
    <dgm:cxn modelId="{3DD7A460-2C4B-47AC-95FD-FD0E9F6D90BB}" type="presParOf" srcId="{3E6F411A-304C-4203-99F0-6BFBA916B798}" destId="{D747AE00-E86F-490E-B6ED-BA3F3FF9EC12}" srcOrd="0" destOrd="0" presId="urn:microsoft.com/office/officeart/2018/2/layout/IconVerticalSolidList"/>
    <dgm:cxn modelId="{5281FD8A-6295-4380-A60E-AFF2FCFE8AB6}" type="presParOf" srcId="{3E6F411A-304C-4203-99F0-6BFBA916B798}" destId="{0925B5EF-1C81-4CA7-8087-49FAB00295A7}" srcOrd="1" destOrd="0" presId="urn:microsoft.com/office/officeart/2018/2/layout/IconVerticalSolidList"/>
    <dgm:cxn modelId="{2EE29C69-6691-492D-AB8B-C3649F1A6960}" type="presParOf" srcId="{3E6F411A-304C-4203-99F0-6BFBA916B798}" destId="{6A057122-2CE2-4C95-8E53-51CCC4230086}" srcOrd="2" destOrd="0" presId="urn:microsoft.com/office/officeart/2018/2/layout/IconVerticalSolidList"/>
    <dgm:cxn modelId="{8FC2F60B-A6F1-4361-AFEA-14B0205E287A}" type="presParOf" srcId="{3E6F411A-304C-4203-99F0-6BFBA916B798}" destId="{FDC16239-17A7-411E-BF8C-1736497F4C2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1CEBDA-48B0-4543-9957-B3E7742277E6}" type="doc">
      <dgm:prSet loTypeId="urn:microsoft.com/office/officeart/2005/8/layout/process1" loCatId="process" qsTypeId="urn:microsoft.com/office/officeart/2005/8/quickstyle/simple1" qsCatId="simple" csTypeId="urn:microsoft.com/office/officeart/2005/8/colors/accent2_2" csCatId="accent2" phldr="1"/>
      <dgm:spPr/>
      <dgm:t>
        <a:bodyPr/>
        <a:lstStyle/>
        <a:p>
          <a:endParaRPr lang="en-US"/>
        </a:p>
      </dgm:t>
    </dgm:pt>
    <dgm:pt modelId="{AE6852DA-66D1-4ED8-A6A1-E6126A42ACD9}">
      <dgm:prSet phldrT="[Text]" phldr="0"/>
      <dgm:spPr/>
      <dgm:t>
        <a:bodyPr/>
        <a:lstStyle/>
        <a:p>
          <a:r>
            <a:rPr lang="en-US" dirty="0"/>
            <a:t>Inputs</a:t>
          </a:r>
        </a:p>
      </dgm:t>
    </dgm:pt>
    <dgm:pt modelId="{7010B756-E0D5-425F-8410-4CB99555363F}" type="parTrans" cxnId="{6A6D335C-F1C7-4213-8460-7179661609D0}">
      <dgm:prSet/>
      <dgm:spPr/>
      <dgm:t>
        <a:bodyPr/>
        <a:lstStyle/>
        <a:p>
          <a:endParaRPr lang="en-US"/>
        </a:p>
      </dgm:t>
    </dgm:pt>
    <dgm:pt modelId="{C18B9E65-1B02-49C8-A032-5FC8A336A835}" type="sibTrans" cxnId="{6A6D335C-F1C7-4213-8460-7179661609D0}">
      <dgm:prSet/>
      <dgm:spPr/>
      <dgm:t>
        <a:bodyPr/>
        <a:lstStyle/>
        <a:p>
          <a:endParaRPr lang="en-US"/>
        </a:p>
      </dgm:t>
    </dgm:pt>
    <dgm:pt modelId="{32EFBAAF-3669-4941-A912-BE9D43A1C445}">
      <dgm:prSet phldrT="[Text]" phldr="0"/>
      <dgm:spPr/>
      <dgm:t>
        <a:bodyPr/>
        <a:lstStyle/>
        <a:p>
          <a:r>
            <a:rPr lang="en-US" dirty="0"/>
            <a:t>Processing</a:t>
          </a:r>
        </a:p>
      </dgm:t>
    </dgm:pt>
    <dgm:pt modelId="{F2D31162-0C9D-4686-BE18-EED10AF7045F}" type="parTrans" cxnId="{F16AF018-7D17-4F43-8B38-0B13D31947E3}">
      <dgm:prSet/>
      <dgm:spPr/>
      <dgm:t>
        <a:bodyPr/>
        <a:lstStyle/>
        <a:p>
          <a:endParaRPr lang="en-US"/>
        </a:p>
      </dgm:t>
    </dgm:pt>
    <dgm:pt modelId="{DCCE628D-ED5E-4BF8-ACD3-346352393CC8}" type="sibTrans" cxnId="{F16AF018-7D17-4F43-8B38-0B13D31947E3}">
      <dgm:prSet/>
      <dgm:spPr/>
      <dgm:t>
        <a:bodyPr/>
        <a:lstStyle/>
        <a:p>
          <a:endParaRPr lang="en-US"/>
        </a:p>
      </dgm:t>
    </dgm:pt>
    <dgm:pt modelId="{8B7AFF42-2B34-4790-A31E-819D124D0E76}">
      <dgm:prSet phldrT="[Text]" phldr="0"/>
      <dgm:spPr/>
      <dgm:t>
        <a:bodyPr/>
        <a:lstStyle/>
        <a:p>
          <a:r>
            <a:rPr lang="en-US" dirty="0"/>
            <a:t>Outputs</a:t>
          </a:r>
        </a:p>
      </dgm:t>
    </dgm:pt>
    <dgm:pt modelId="{41F2690F-E8B4-4D0E-B4B0-7B56789CB468}" type="parTrans" cxnId="{85B24795-869A-40F6-A50A-AF11F6C1D49F}">
      <dgm:prSet/>
      <dgm:spPr/>
      <dgm:t>
        <a:bodyPr/>
        <a:lstStyle/>
        <a:p>
          <a:endParaRPr lang="en-US"/>
        </a:p>
      </dgm:t>
    </dgm:pt>
    <dgm:pt modelId="{B2B6C45D-65B8-49F4-AAC1-A312B39CDA7E}" type="sibTrans" cxnId="{85B24795-869A-40F6-A50A-AF11F6C1D49F}">
      <dgm:prSet/>
      <dgm:spPr/>
      <dgm:t>
        <a:bodyPr/>
        <a:lstStyle/>
        <a:p>
          <a:endParaRPr lang="en-US"/>
        </a:p>
      </dgm:t>
    </dgm:pt>
    <dgm:pt modelId="{C40A222E-43D4-4499-A9C1-3E2594F2535E}" type="pres">
      <dgm:prSet presAssocID="{121CEBDA-48B0-4543-9957-B3E7742277E6}" presName="Name0" presStyleCnt="0">
        <dgm:presLayoutVars>
          <dgm:dir/>
          <dgm:resizeHandles val="exact"/>
        </dgm:presLayoutVars>
      </dgm:prSet>
      <dgm:spPr/>
    </dgm:pt>
    <dgm:pt modelId="{E541B3CE-5F30-4DAF-BC90-B0030F519AC5}" type="pres">
      <dgm:prSet presAssocID="{AE6852DA-66D1-4ED8-A6A1-E6126A42ACD9}" presName="node" presStyleLbl="node1" presStyleIdx="0" presStyleCnt="3">
        <dgm:presLayoutVars>
          <dgm:bulletEnabled val="1"/>
        </dgm:presLayoutVars>
      </dgm:prSet>
      <dgm:spPr/>
    </dgm:pt>
    <dgm:pt modelId="{C87921B0-DE9D-4E06-B797-8D5ECA7674D0}" type="pres">
      <dgm:prSet presAssocID="{C18B9E65-1B02-49C8-A032-5FC8A336A835}" presName="sibTrans" presStyleLbl="sibTrans2D1" presStyleIdx="0" presStyleCnt="2"/>
      <dgm:spPr/>
    </dgm:pt>
    <dgm:pt modelId="{64CF4929-D238-4291-9508-D278F5C29171}" type="pres">
      <dgm:prSet presAssocID="{C18B9E65-1B02-49C8-A032-5FC8A336A835}" presName="connectorText" presStyleLbl="sibTrans2D1" presStyleIdx="0" presStyleCnt="2"/>
      <dgm:spPr/>
    </dgm:pt>
    <dgm:pt modelId="{784C783F-D6A7-4BEB-809D-765346B74CB6}" type="pres">
      <dgm:prSet presAssocID="{32EFBAAF-3669-4941-A912-BE9D43A1C445}" presName="node" presStyleLbl="node1" presStyleIdx="1" presStyleCnt="3">
        <dgm:presLayoutVars>
          <dgm:bulletEnabled val="1"/>
        </dgm:presLayoutVars>
      </dgm:prSet>
      <dgm:spPr/>
    </dgm:pt>
    <dgm:pt modelId="{A2616DC1-F4FD-4D78-902F-0D6B8A64D9FC}" type="pres">
      <dgm:prSet presAssocID="{DCCE628D-ED5E-4BF8-ACD3-346352393CC8}" presName="sibTrans" presStyleLbl="sibTrans2D1" presStyleIdx="1" presStyleCnt="2"/>
      <dgm:spPr/>
    </dgm:pt>
    <dgm:pt modelId="{A685DCD2-B162-45B1-9B40-E6BB92D55847}" type="pres">
      <dgm:prSet presAssocID="{DCCE628D-ED5E-4BF8-ACD3-346352393CC8}" presName="connectorText" presStyleLbl="sibTrans2D1" presStyleIdx="1" presStyleCnt="2"/>
      <dgm:spPr/>
    </dgm:pt>
    <dgm:pt modelId="{7AD49A84-297D-4155-B0E7-14F6E0F21C5B}" type="pres">
      <dgm:prSet presAssocID="{8B7AFF42-2B34-4790-A31E-819D124D0E76}" presName="node" presStyleLbl="node1" presStyleIdx="2" presStyleCnt="3">
        <dgm:presLayoutVars>
          <dgm:bulletEnabled val="1"/>
        </dgm:presLayoutVars>
      </dgm:prSet>
      <dgm:spPr/>
    </dgm:pt>
  </dgm:ptLst>
  <dgm:cxnLst>
    <dgm:cxn modelId="{6B22C114-F982-47A8-9245-839250127B2C}" type="presOf" srcId="{DCCE628D-ED5E-4BF8-ACD3-346352393CC8}" destId="{A685DCD2-B162-45B1-9B40-E6BB92D55847}" srcOrd="1" destOrd="0" presId="urn:microsoft.com/office/officeart/2005/8/layout/process1"/>
    <dgm:cxn modelId="{7D350D17-EC57-4FF8-B1F6-877DF4D0A8FB}" type="presOf" srcId="{C18B9E65-1B02-49C8-A032-5FC8A336A835}" destId="{64CF4929-D238-4291-9508-D278F5C29171}" srcOrd="1" destOrd="0" presId="urn:microsoft.com/office/officeart/2005/8/layout/process1"/>
    <dgm:cxn modelId="{F16AF018-7D17-4F43-8B38-0B13D31947E3}" srcId="{121CEBDA-48B0-4543-9957-B3E7742277E6}" destId="{32EFBAAF-3669-4941-A912-BE9D43A1C445}" srcOrd="1" destOrd="0" parTransId="{F2D31162-0C9D-4686-BE18-EED10AF7045F}" sibTransId="{DCCE628D-ED5E-4BF8-ACD3-346352393CC8}"/>
    <dgm:cxn modelId="{0E315332-4145-42FB-B146-37483C329151}" type="presOf" srcId="{AE6852DA-66D1-4ED8-A6A1-E6126A42ACD9}" destId="{E541B3CE-5F30-4DAF-BC90-B0030F519AC5}" srcOrd="0" destOrd="0" presId="urn:microsoft.com/office/officeart/2005/8/layout/process1"/>
    <dgm:cxn modelId="{6A6D335C-F1C7-4213-8460-7179661609D0}" srcId="{121CEBDA-48B0-4543-9957-B3E7742277E6}" destId="{AE6852DA-66D1-4ED8-A6A1-E6126A42ACD9}" srcOrd="0" destOrd="0" parTransId="{7010B756-E0D5-425F-8410-4CB99555363F}" sibTransId="{C18B9E65-1B02-49C8-A032-5FC8A336A835}"/>
    <dgm:cxn modelId="{68CE686C-2D67-4D96-B5FC-F139511E62A7}" type="presOf" srcId="{DCCE628D-ED5E-4BF8-ACD3-346352393CC8}" destId="{A2616DC1-F4FD-4D78-902F-0D6B8A64D9FC}" srcOrd="0" destOrd="0" presId="urn:microsoft.com/office/officeart/2005/8/layout/process1"/>
    <dgm:cxn modelId="{85B24795-869A-40F6-A50A-AF11F6C1D49F}" srcId="{121CEBDA-48B0-4543-9957-B3E7742277E6}" destId="{8B7AFF42-2B34-4790-A31E-819D124D0E76}" srcOrd="2" destOrd="0" parTransId="{41F2690F-E8B4-4D0E-B4B0-7B56789CB468}" sibTransId="{B2B6C45D-65B8-49F4-AAC1-A312B39CDA7E}"/>
    <dgm:cxn modelId="{C14ED89A-91CB-45FF-8D9E-0823D66ABD6A}" type="presOf" srcId="{32EFBAAF-3669-4941-A912-BE9D43A1C445}" destId="{784C783F-D6A7-4BEB-809D-765346B74CB6}" srcOrd="0" destOrd="0" presId="urn:microsoft.com/office/officeart/2005/8/layout/process1"/>
    <dgm:cxn modelId="{769A6C9F-EF1A-40D1-9DA5-849AE91A5AEE}" type="presOf" srcId="{C18B9E65-1B02-49C8-A032-5FC8A336A835}" destId="{C87921B0-DE9D-4E06-B797-8D5ECA7674D0}" srcOrd="0" destOrd="0" presId="urn:microsoft.com/office/officeart/2005/8/layout/process1"/>
    <dgm:cxn modelId="{B607E5A4-4F73-4099-B9B3-0DC00408EB27}" type="presOf" srcId="{121CEBDA-48B0-4543-9957-B3E7742277E6}" destId="{C40A222E-43D4-4499-A9C1-3E2594F2535E}" srcOrd="0" destOrd="0" presId="urn:microsoft.com/office/officeart/2005/8/layout/process1"/>
    <dgm:cxn modelId="{E381CFFC-8D83-4500-802E-4442F0DFB0A7}" type="presOf" srcId="{8B7AFF42-2B34-4790-A31E-819D124D0E76}" destId="{7AD49A84-297D-4155-B0E7-14F6E0F21C5B}" srcOrd="0" destOrd="0" presId="urn:microsoft.com/office/officeart/2005/8/layout/process1"/>
    <dgm:cxn modelId="{1191AE40-CC48-4891-B643-49F762F37273}" type="presParOf" srcId="{C40A222E-43D4-4499-A9C1-3E2594F2535E}" destId="{E541B3CE-5F30-4DAF-BC90-B0030F519AC5}" srcOrd="0" destOrd="0" presId="urn:microsoft.com/office/officeart/2005/8/layout/process1"/>
    <dgm:cxn modelId="{F711958A-C8E4-45FE-8B4B-684403CDD462}" type="presParOf" srcId="{C40A222E-43D4-4499-A9C1-3E2594F2535E}" destId="{C87921B0-DE9D-4E06-B797-8D5ECA7674D0}" srcOrd="1" destOrd="0" presId="urn:microsoft.com/office/officeart/2005/8/layout/process1"/>
    <dgm:cxn modelId="{61406E32-D3D8-4501-A3BE-A9FD7023BFFF}" type="presParOf" srcId="{C87921B0-DE9D-4E06-B797-8D5ECA7674D0}" destId="{64CF4929-D238-4291-9508-D278F5C29171}" srcOrd="0" destOrd="0" presId="urn:microsoft.com/office/officeart/2005/8/layout/process1"/>
    <dgm:cxn modelId="{D4B8F277-01E4-484B-A64F-A678DA767296}" type="presParOf" srcId="{C40A222E-43D4-4499-A9C1-3E2594F2535E}" destId="{784C783F-D6A7-4BEB-809D-765346B74CB6}" srcOrd="2" destOrd="0" presId="urn:microsoft.com/office/officeart/2005/8/layout/process1"/>
    <dgm:cxn modelId="{376C3CF2-36EB-4C0E-AD33-2F89A959C81C}" type="presParOf" srcId="{C40A222E-43D4-4499-A9C1-3E2594F2535E}" destId="{A2616DC1-F4FD-4D78-902F-0D6B8A64D9FC}" srcOrd="3" destOrd="0" presId="urn:microsoft.com/office/officeart/2005/8/layout/process1"/>
    <dgm:cxn modelId="{5AD284DD-AF79-46D7-9806-8919545CCC5A}" type="presParOf" srcId="{A2616DC1-F4FD-4D78-902F-0D6B8A64D9FC}" destId="{A685DCD2-B162-45B1-9B40-E6BB92D55847}" srcOrd="0" destOrd="0" presId="urn:microsoft.com/office/officeart/2005/8/layout/process1"/>
    <dgm:cxn modelId="{44A985DC-39FC-47EC-8943-0AA904B4C34E}" type="presParOf" srcId="{C40A222E-43D4-4499-A9C1-3E2594F2535E}" destId="{7AD49A84-297D-4155-B0E7-14F6E0F21C5B}"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7B87B35-FC53-447E-AA10-62B12AB380E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B9073FE-0D55-479D-B3DE-A225D38FC337}">
      <dgm:prSet/>
      <dgm:spPr/>
      <dgm:t>
        <a:bodyPr/>
        <a:lstStyle/>
        <a:p>
          <a:r>
            <a:rPr lang="en-US"/>
            <a:t>Use block diagrams to represent systems</a:t>
          </a:r>
        </a:p>
      </dgm:t>
    </dgm:pt>
    <dgm:pt modelId="{844832BD-0F6D-45F2-A063-6C6FE34237E3}" type="parTrans" cxnId="{39449A14-A78D-46D1-8506-B24D562B8F9F}">
      <dgm:prSet/>
      <dgm:spPr/>
      <dgm:t>
        <a:bodyPr/>
        <a:lstStyle/>
        <a:p>
          <a:endParaRPr lang="en-US"/>
        </a:p>
      </dgm:t>
    </dgm:pt>
    <dgm:pt modelId="{8EDCFC7D-5E88-435F-9985-0DB4F87C6AED}" type="sibTrans" cxnId="{39449A14-A78D-46D1-8506-B24D562B8F9F}">
      <dgm:prSet/>
      <dgm:spPr/>
      <dgm:t>
        <a:bodyPr/>
        <a:lstStyle/>
        <a:p>
          <a:endParaRPr lang="en-US"/>
        </a:p>
      </dgm:t>
    </dgm:pt>
    <dgm:pt modelId="{D8111829-AA5C-4C03-9C2D-C10D22DEA543}">
      <dgm:prSet/>
      <dgm:spPr/>
      <dgm:t>
        <a:bodyPr/>
        <a:lstStyle/>
        <a:p>
          <a:r>
            <a:rPr lang="en-US"/>
            <a:t>Each block performs a function</a:t>
          </a:r>
        </a:p>
      </dgm:t>
    </dgm:pt>
    <dgm:pt modelId="{D1DE037E-75B9-46FC-80B6-5849FFCAD74E}" type="parTrans" cxnId="{25FD2636-C39D-4CFB-897C-B328A7B5AAD5}">
      <dgm:prSet/>
      <dgm:spPr/>
      <dgm:t>
        <a:bodyPr/>
        <a:lstStyle/>
        <a:p>
          <a:endParaRPr lang="en-US"/>
        </a:p>
      </dgm:t>
    </dgm:pt>
    <dgm:pt modelId="{31FC4783-EF26-4024-AA12-F885F00BD636}" type="sibTrans" cxnId="{25FD2636-C39D-4CFB-897C-B328A7B5AAD5}">
      <dgm:prSet/>
      <dgm:spPr/>
      <dgm:t>
        <a:bodyPr/>
        <a:lstStyle/>
        <a:p>
          <a:endParaRPr lang="en-US"/>
        </a:p>
      </dgm:t>
    </dgm:pt>
    <dgm:pt modelId="{FC520B90-2394-4C05-9D80-9ABB8F158442}">
      <dgm:prSet/>
      <dgm:spPr/>
      <dgm:t>
        <a:bodyPr/>
        <a:lstStyle/>
        <a:p>
          <a:r>
            <a:rPr lang="en-US" dirty="0"/>
            <a:t>Arrows show direction of signal movement</a:t>
          </a:r>
        </a:p>
      </dgm:t>
    </dgm:pt>
    <dgm:pt modelId="{0F1B42EC-9061-48D8-AF51-3682EF21391B}" type="parTrans" cxnId="{A7947E17-0B8E-4C59-938B-2C1124C1E693}">
      <dgm:prSet/>
      <dgm:spPr/>
      <dgm:t>
        <a:bodyPr/>
        <a:lstStyle/>
        <a:p>
          <a:endParaRPr lang="en-US"/>
        </a:p>
      </dgm:t>
    </dgm:pt>
    <dgm:pt modelId="{E74E26D3-B64E-4344-BB6E-0D169145325E}" type="sibTrans" cxnId="{A7947E17-0B8E-4C59-938B-2C1124C1E693}">
      <dgm:prSet/>
      <dgm:spPr/>
      <dgm:t>
        <a:bodyPr/>
        <a:lstStyle/>
        <a:p>
          <a:endParaRPr lang="en-US"/>
        </a:p>
      </dgm:t>
    </dgm:pt>
    <dgm:pt modelId="{E2071A58-292D-4A9D-BEBB-9495A5C44741}" type="pres">
      <dgm:prSet presAssocID="{67B87B35-FC53-447E-AA10-62B12AB380E2}" presName="root" presStyleCnt="0">
        <dgm:presLayoutVars>
          <dgm:dir/>
          <dgm:resizeHandles val="exact"/>
        </dgm:presLayoutVars>
      </dgm:prSet>
      <dgm:spPr/>
    </dgm:pt>
    <dgm:pt modelId="{0B0E0CF1-92B9-4307-8630-9480BDEE6779}" type="pres">
      <dgm:prSet presAssocID="{2B9073FE-0D55-479D-B3DE-A225D38FC337}" presName="compNode" presStyleCnt="0"/>
      <dgm:spPr/>
    </dgm:pt>
    <dgm:pt modelId="{02BADD19-AADB-4AC7-A207-0983DE3DB09B}" type="pres">
      <dgm:prSet presAssocID="{2B9073FE-0D55-479D-B3DE-A225D38FC337}" presName="bgRect" presStyleLbl="bgShp" presStyleIdx="0" presStyleCnt="3"/>
      <dgm:spPr/>
    </dgm:pt>
    <dgm:pt modelId="{CC89E46E-1FA2-4FAF-A3E0-1B3EF8D67F04}" type="pres">
      <dgm:prSet presAssocID="{2B9073FE-0D55-479D-B3DE-A225D38FC33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1B6E6B22-C82B-4E64-BAC3-0298AC602B7F}" type="pres">
      <dgm:prSet presAssocID="{2B9073FE-0D55-479D-B3DE-A225D38FC337}" presName="spaceRect" presStyleCnt="0"/>
      <dgm:spPr/>
    </dgm:pt>
    <dgm:pt modelId="{87533D83-8884-45F2-98F2-0575B3094156}" type="pres">
      <dgm:prSet presAssocID="{2B9073FE-0D55-479D-B3DE-A225D38FC337}" presName="parTx" presStyleLbl="revTx" presStyleIdx="0" presStyleCnt="3">
        <dgm:presLayoutVars>
          <dgm:chMax val="0"/>
          <dgm:chPref val="0"/>
        </dgm:presLayoutVars>
      </dgm:prSet>
      <dgm:spPr/>
    </dgm:pt>
    <dgm:pt modelId="{36C12F22-0096-4E1A-9453-00E77182A8B9}" type="pres">
      <dgm:prSet presAssocID="{8EDCFC7D-5E88-435F-9985-0DB4F87C6AED}" presName="sibTrans" presStyleCnt="0"/>
      <dgm:spPr/>
    </dgm:pt>
    <dgm:pt modelId="{06DB8381-F12B-41EE-AD88-B78B42C315CE}" type="pres">
      <dgm:prSet presAssocID="{D8111829-AA5C-4C03-9C2D-C10D22DEA543}" presName="compNode" presStyleCnt="0"/>
      <dgm:spPr/>
    </dgm:pt>
    <dgm:pt modelId="{0C771D79-DD1B-481B-9A4E-56F630293215}" type="pres">
      <dgm:prSet presAssocID="{D8111829-AA5C-4C03-9C2D-C10D22DEA543}" presName="bgRect" presStyleLbl="bgShp" presStyleIdx="1" presStyleCnt="3"/>
      <dgm:spPr/>
    </dgm:pt>
    <dgm:pt modelId="{E255E658-496C-45E0-8560-32290023C453}" type="pres">
      <dgm:prSet presAssocID="{D8111829-AA5C-4C03-9C2D-C10D22DEA54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9CB9F9B6-0F8A-4EE3-B03C-08B51AAF1A36}" type="pres">
      <dgm:prSet presAssocID="{D8111829-AA5C-4C03-9C2D-C10D22DEA543}" presName="spaceRect" presStyleCnt="0"/>
      <dgm:spPr/>
    </dgm:pt>
    <dgm:pt modelId="{39CC3B84-FA4C-4576-AAC3-647CC21BE6D3}" type="pres">
      <dgm:prSet presAssocID="{D8111829-AA5C-4C03-9C2D-C10D22DEA543}" presName="parTx" presStyleLbl="revTx" presStyleIdx="1" presStyleCnt="3">
        <dgm:presLayoutVars>
          <dgm:chMax val="0"/>
          <dgm:chPref val="0"/>
        </dgm:presLayoutVars>
      </dgm:prSet>
      <dgm:spPr/>
    </dgm:pt>
    <dgm:pt modelId="{63780B55-51EB-4563-90B9-D305D8967527}" type="pres">
      <dgm:prSet presAssocID="{31FC4783-EF26-4024-AA12-F885F00BD636}" presName="sibTrans" presStyleCnt="0"/>
      <dgm:spPr/>
    </dgm:pt>
    <dgm:pt modelId="{5CA318AE-A554-4E55-A344-E690837BA8C3}" type="pres">
      <dgm:prSet presAssocID="{FC520B90-2394-4C05-9D80-9ABB8F158442}" presName="compNode" presStyleCnt="0"/>
      <dgm:spPr/>
    </dgm:pt>
    <dgm:pt modelId="{0CCA14BD-126C-4CE4-BBCD-A91675062989}" type="pres">
      <dgm:prSet presAssocID="{FC520B90-2394-4C05-9D80-9ABB8F158442}" presName="bgRect" presStyleLbl="bgShp" presStyleIdx="2" presStyleCnt="3"/>
      <dgm:spPr/>
    </dgm:pt>
    <dgm:pt modelId="{E24E6F75-AFE5-496D-985D-95D6B7E37763}" type="pres">
      <dgm:prSet presAssocID="{FC520B90-2394-4C05-9D80-9ABB8F15844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ransfer"/>
        </a:ext>
      </dgm:extLst>
    </dgm:pt>
    <dgm:pt modelId="{F6761CCA-5143-4EFF-817A-00BED44EFBF5}" type="pres">
      <dgm:prSet presAssocID="{FC520B90-2394-4C05-9D80-9ABB8F158442}" presName="spaceRect" presStyleCnt="0"/>
      <dgm:spPr/>
    </dgm:pt>
    <dgm:pt modelId="{701E77CD-258E-46DB-8A80-F608F40C527B}" type="pres">
      <dgm:prSet presAssocID="{FC520B90-2394-4C05-9D80-9ABB8F158442}" presName="parTx" presStyleLbl="revTx" presStyleIdx="2" presStyleCnt="3">
        <dgm:presLayoutVars>
          <dgm:chMax val="0"/>
          <dgm:chPref val="0"/>
        </dgm:presLayoutVars>
      </dgm:prSet>
      <dgm:spPr/>
    </dgm:pt>
  </dgm:ptLst>
  <dgm:cxnLst>
    <dgm:cxn modelId="{C18F7105-C070-48EE-A81C-214AD2D80110}" type="presOf" srcId="{FC520B90-2394-4C05-9D80-9ABB8F158442}" destId="{701E77CD-258E-46DB-8A80-F608F40C527B}" srcOrd="0" destOrd="0" presId="urn:microsoft.com/office/officeart/2018/2/layout/IconVerticalSolidList"/>
    <dgm:cxn modelId="{39449A14-A78D-46D1-8506-B24D562B8F9F}" srcId="{67B87B35-FC53-447E-AA10-62B12AB380E2}" destId="{2B9073FE-0D55-479D-B3DE-A225D38FC337}" srcOrd="0" destOrd="0" parTransId="{844832BD-0F6D-45F2-A063-6C6FE34237E3}" sibTransId="{8EDCFC7D-5E88-435F-9985-0DB4F87C6AED}"/>
    <dgm:cxn modelId="{A7947E17-0B8E-4C59-938B-2C1124C1E693}" srcId="{67B87B35-FC53-447E-AA10-62B12AB380E2}" destId="{FC520B90-2394-4C05-9D80-9ABB8F158442}" srcOrd="2" destOrd="0" parTransId="{0F1B42EC-9061-48D8-AF51-3682EF21391B}" sibTransId="{E74E26D3-B64E-4344-BB6E-0D169145325E}"/>
    <dgm:cxn modelId="{25FD2636-C39D-4CFB-897C-B328A7B5AAD5}" srcId="{67B87B35-FC53-447E-AA10-62B12AB380E2}" destId="{D8111829-AA5C-4C03-9C2D-C10D22DEA543}" srcOrd="1" destOrd="0" parTransId="{D1DE037E-75B9-46FC-80B6-5849FFCAD74E}" sibTransId="{31FC4783-EF26-4024-AA12-F885F00BD636}"/>
    <dgm:cxn modelId="{AC3F7868-F712-4AE8-BC85-C4E6E48934A9}" type="presOf" srcId="{D8111829-AA5C-4C03-9C2D-C10D22DEA543}" destId="{39CC3B84-FA4C-4576-AAC3-647CC21BE6D3}" srcOrd="0" destOrd="0" presId="urn:microsoft.com/office/officeart/2018/2/layout/IconVerticalSolidList"/>
    <dgm:cxn modelId="{9CAC7AAD-AF3C-4526-88BC-C9995B7932D9}" type="presOf" srcId="{67B87B35-FC53-447E-AA10-62B12AB380E2}" destId="{E2071A58-292D-4A9D-BEBB-9495A5C44741}" srcOrd="0" destOrd="0" presId="urn:microsoft.com/office/officeart/2018/2/layout/IconVerticalSolidList"/>
    <dgm:cxn modelId="{A51724CA-A6CB-48D8-8663-77B5CE40856E}" type="presOf" srcId="{2B9073FE-0D55-479D-B3DE-A225D38FC337}" destId="{87533D83-8884-45F2-98F2-0575B3094156}" srcOrd="0" destOrd="0" presId="urn:microsoft.com/office/officeart/2018/2/layout/IconVerticalSolidList"/>
    <dgm:cxn modelId="{09F30080-B8FA-4059-ADE2-EC65F192A408}" type="presParOf" srcId="{E2071A58-292D-4A9D-BEBB-9495A5C44741}" destId="{0B0E0CF1-92B9-4307-8630-9480BDEE6779}" srcOrd="0" destOrd="0" presId="urn:microsoft.com/office/officeart/2018/2/layout/IconVerticalSolidList"/>
    <dgm:cxn modelId="{A623FBE9-738D-412D-91AF-4FDAB96661C7}" type="presParOf" srcId="{0B0E0CF1-92B9-4307-8630-9480BDEE6779}" destId="{02BADD19-AADB-4AC7-A207-0983DE3DB09B}" srcOrd="0" destOrd="0" presId="urn:microsoft.com/office/officeart/2018/2/layout/IconVerticalSolidList"/>
    <dgm:cxn modelId="{37C3717C-B4A9-4836-A582-6E5A0FC16FDC}" type="presParOf" srcId="{0B0E0CF1-92B9-4307-8630-9480BDEE6779}" destId="{CC89E46E-1FA2-4FAF-A3E0-1B3EF8D67F04}" srcOrd="1" destOrd="0" presId="urn:microsoft.com/office/officeart/2018/2/layout/IconVerticalSolidList"/>
    <dgm:cxn modelId="{C3E99B26-7983-4AD5-9A7E-66473265B673}" type="presParOf" srcId="{0B0E0CF1-92B9-4307-8630-9480BDEE6779}" destId="{1B6E6B22-C82B-4E64-BAC3-0298AC602B7F}" srcOrd="2" destOrd="0" presId="urn:microsoft.com/office/officeart/2018/2/layout/IconVerticalSolidList"/>
    <dgm:cxn modelId="{D715CF13-59BF-4EFC-9150-DF18AE4055CF}" type="presParOf" srcId="{0B0E0CF1-92B9-4307-8630-9480BDEE6779}" destId="{87533D83-8884-45F2-98F2-0575B3094156}" srcOrd="3" destOrd="0" presId="urn:microsoft.com/office/officeart/2018/2/layout/IconVerticalSolidList"/>
    <dgm:cxn modelId="{A8FFAFEC-D9FA-49C2-9D2E-5034D987DC49}" type="presParOf" srcId="{E2071A58-292D-4A9D-BEBB-9495A5C44741}" destId="{36C12F22-0096-4E1A-9453-00E77182A8B9}" srcOrd="1" destOrd="0" presId="urn:microsoft.com/office/officeart/2018/2/layout/IconVerticalSolidList"/>
    <dgm:cxn modelId="{31C80FB5-DD47-4781-90F6-4506427B4F86}" type="presParOf" srcId="{E2071A58-292D-4A9D-BEBB-9495A5C44741}" destId="{06DB8381-F12B-41EE-AD88-B78B42C315CE}" srcOrd="2" destOrd="0" presId="urn:microsoft.com/office/officeart/2018/2/layout/IconVerticalSolidList"/>
    <dgm:cxn modelId="{0420349B-8F61-4B79-8CF0-335AF122B7E0}" type="presParOf" srcId="{06DB8381-F12B-41EE-AD88-B78B42C315CE}" destId="{0C771D79-DD1B-481B-9A4E-56F630293215}" srcOrd="0" destOrd="0" presId="urn:microsoft.com/office/officeart/2018/2/layout/IconVerticalSolidList"/>
    <dgm:cxn modelId="{3ACECD40-FDA2-4DCD-AD51-AC27E6CB5078}" type="presParOf" srcId="{06DB8381-F12B-41EE-AD88-B78B42C315CE}" destId="{E255E658-496C-45E0-8560-32290023C453}" srcOrd="1" destOrd="0" presId="urn:microsoft.com/office/officeart/2018/2/layout/IconVerticalSolidList"/>
    <dgm:cxn modelId="{AE88D3E4-B2FC-4B77-955A-FD4AC9E9CE3C}" type="presParOf" srcId="{06DB8381-F12B-41EE-AD88-B78B42C315CE}" destId="{9CB9F9B6-0F8A-4EE3-B03C-08B51AAF1A36}" srcOrd="2" destOrd="0" presId="urn:microsoft.com/office/officeart/2018/2/layout/IconVerticalSolidList"/>
    <dgm:cxn modelId="{B473D8F1-1041-47C0-895A-FC807565E3E2}" type="presParOf" srcId="{06DB8381-F12B-41EE-AD88-B78B42C315CE}" destId="{39CC3B84-FA4C-4576-AAC3-647CC21BE6D3}" srcOrd="3" destOrd="0" presId="urn:microsoft.com/office/officeart/2018/2/layout/IconVerticalSolidList"/>
    <dgm:cxn modelId="{7A9FC5E4-ED2B-46A9-966A-789BB5B1D0D0}" type="presParOf" srcId="{E2071A58-292D-4A9D-BEBB-9495A5C44741}" destId="{63780B55-51EB-4563-90B9-D305D8967527}" srcOrd="3" destOrd="0" presId="urn:microsoft.com/office/officeart/2018/2/layout/IconVerticalSolidList"/>
    <dgm:cxn modelId="{7BC290A1-8544-443E-8AE0-999BDD9F1E04}" type="presParOf" srcId="{E2071A58-292D-4A9D-BEBB-9495A5C44741}" destId="{5CA318AE-A554-4E55-A344-E690837BA8C3}" srcOrd="4" destOrd="0" presId="urn:microsoft.com/office/officeart/2018/2/layout/IconVerticalSolidList"/>
    <dgm:cxn modelId="{B1828A05-4A65-492D-8898-140602BADA9E}" type="presParOf" srcId="{5CA318AE-A554-4E55-A344-E690837BA8C3}" destId="{0CCA14BD-126C-4CE4-BBCD-A91675062989}" srcOrd="0" destOrd="0" presId="urn:microsoft.com/office/officeart/2018/2/layout/IconVerticalSolidList"/>
    <dgm:cxn modelId="{44FCCFBA-CAF6-4A39-88F9-3AA9F4444957}" type="presParOf" srcId="{5CA318AE-A554-4E55-A344-E690837BA8C3}" destId="{E24E6F75-AFE5-496D-985D-95D6B7E37763}" srcOrd="1" destOrd="0" presId="urn:microsoft.com/office/officeart/2018/2/layout/IconVerticalSolidList"/>
    <dgm:cxn modelId="{392291C0-8899-43D2-8CF5-0B5CEBACD54B}" type="presParOf" srcId="{5CA318AE-A554-4E55-A344-E690837BA8C3}" destId="{F6761CCA-5143-4EFF-817A-00BED44EFBF5}" srcOrd="2" destOrd="0" presId="urn:microsoft.com/office/officeart/2018/2/layout/IconVerticalSolidList"/>
    <dgm:cxn modelId="{488251FE-0CAD-4143-B5E0-F8D602755147}" type="presParOf" srcId="{5CA318AE-A554-4E55-A344-E690837BA8C3}" destId="{701E77CD-258E-46DB-8A80-F608F40C527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0BBC73-F475-4DA5-B002-5462ECF1086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78F6F9F-E5EA-4B08-B238-5EBA2F52DB47}">
      <dgm:prSet/>
      <dgm:spPr/>
      <dgm:t>
        <a:bodyPr/>
        <a:lstStyle/>
        <a:p>
          <a:r>
            <a:rPr lang="en-US"/>
            <a:t>Simplify complex systems</a:t>
          </a:r>
        </a:p>
      </dgm:t>
    </dgm:pt>
    <dgm:pt modelId="{7E4D5289-1DF8-490A-9C78-E625A8DFD9CB}" type="parTrans" cxnId="{5AAD4814-AE9D-4014-B62B-0F1E3F5149C6}">
      <dgm:prSet/>
      <dgm:spPr/>
      <dgm:t>
        <a:bodyPr/>
        <a:lstStyle/>
        <a:p>
          <a:endParaRPr lang="en-US"/>
        </a:p>
      </dgm:t>
    </dgm:pt>
    <dgm:pt modelId="{30579C0C-9558-4E96-B7FF-091FDFAC0BB7}" type="sibTrans" cxnId="{5AAD4814-AE9D-4014-B62B-0F1E3F5149C6}">
      <dgm:prSet/>
      <dgm:spPr/>
      <dgm:t>
        <a:bodyPr/>
        <a:lstStyle/>
        <a:p>
          <a:endParaRPr lang="en-US"/>
        </a:p>
      </dgm:t>
    </dgm:pt>
    <dgm:pt modelId="{B8725C09-DBDB-41CE-9D52-BCE877590F6D}">
      <dgm:prSet/>
      <dgm:spPr/>
      <dgm:t>
        <a:bodyPr/>
        <a:lstStyle/>
        <a:p>
          <a:r>
            <a:rPr lang="en-US" dirty="0"/>
            <a:t>Help debug circuits</a:t>
          </a:r>
        </a:p>
      </dgm:t>
    </dgm:pt>
    <dgm:pt modelId="{84C9BC17-373C-482A-935E-173B5522FAD1}" type="parTrans" cxnId="{7BFB084E-BE9F-472F-A2EB-919152C24749}">
      <dgm:prSet/>
      <dgm:spPr/>
      <dgm:t>
        <a:bodyPr/>
        <a:lstStyle/>
        <a:p>
          <a:endParaRPr lang="en-US"/>
        </a:p>
      </dgm:t>
    </dgm:pt>
    <dgm:pt modelId="{FF9D7671-177B-495A-9812-A4ED0C3DF1A3}" type="sibTrans" cxnId="{7BFB084E-BE9F-472F-A2EB-919152C24749}">
      <dgm:prSet/>
      <dgm:spPr/>
      <dgm:t>
        <a:bodyPr/>
        <a:lstStyle/>
        <a:p>
          <a:endParaRPr lang="en-US"/>
        </a:p>
      </dgm:t>
    </dgm:pt>
    <dgm:pt modelId="{562B980B-ED39-48CF-8207-5CC74CA319A2}">
      <dgm:prSet/>
      <dgm:spPr/>
      <dgm:t>
        <a:bodyPr/>
        <a:lstStyle/>
        <a:p>
          <a:r>
            <a:rPr lang="en-US" dirty="0"/>
            <a:t>Make design easier to understand and communicate</a:t>
          </a:r>
        </a:p>
      </dgm:t>
    </dgm:pt>
    <dgm:pt modelId="{34F5E499-82E4-413E-AAC0-8EE8BD640619}" type="parTrans" cxnId="{46242E58-A32D-4729-B0FF-19B4B9E1686B}">
      <dgm:prSet/>
      <dgm:spPr/>
      <dgm:t>
        <a:bodyPr/>
        <a:lstStyle/>
        <a:p>
          <a:endParaRPr lang="en-US"/>
        </a:p>
      </dgm:t>
    </dgm:pt>
    <dgm:pt modelId="{9B152CFC-FF8B-4281-876D-4E479A730C8F}" type="sibTrans" cxnId="{46242E58-A32D-4729-B0FF-19B4B9E1686B}">
      <dgm:prSet/>
      <dgm:spPr/>
      <dgm:t>
        <a:bodyPr/>
        <a:lstStyle/>
        <a:p>
          <a:endParaRPr lang="en-US"/>
        </a:p>
      </dgm:t>
    </dgm:pt>
    <dgm:pt modelId="{2259803F-0B01-4D23-B5EF-FC1BB403B7FE}" type="pres">
      <dgm:prSet presAssocID="{9A0BBC73-F475-4DA5-B002-5462ECF10867}" presName="root" presStyleCnt="0">
        <dgm:presLayoutVars>
          <dgm:dir/>
          <dgm:resizeHandles val="exact"/>
        </dgm:presLayoutVars>
      </dgm:prSet>
      <dgm:spPr/>
    </dgm:pt>
    <dgm:pt modelId="{CB6EF088-675C-4564-B985-9BEB6DF91C74}" type="pres">
      <dgm:prSet presAssocID="{778F6F9F-E5EA-4B08-B238-5EBA2F52DB47}" presName="compNode" presStyleCnt="0"/>
      <dgm:spPr/>
    </dgm:pt>
    <dgm:pt modelId="{7C684AED-8731-401C-8FFA-5FFB76CCA4B7}" type="pres">
      <dgm:prSet presAssocID="{778F6F9F-E5EA-4B08-B238-5EBA2F52DB47}" presName="bgRect" presStyleLbl="bgShp" presStyleIdx="0" presStyleCnt="3"/>
      <dgm:spPr/>
    </dgm:pt>
    <dgm:pt modelId="{EA59F228-5C11-4FC3-B6FF-33C5DA936789}" type="pres">
      <dgm:prSet presAssocID="{778F6F9F-E5EA-4B08-B238-5EBA2F52DB4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5669BDCB-7111-4D71-BA72-DD853502EB4D}" type="pres">
      <dgm:prSet presAssocID="{778F6F9F-E5EA-4B08-B238-5EBA2F52DB47}" presName="spaceRect" presStyleCnt="0"/>
      <dgm:spPr/>
    </dgm:pt>
    <dgm:pt modelId="{8EBAA946-D875-456B-994A-8D19D8C43DEC}" type="pres">
      <dgm:prSet presAssocID="{778F6F9F-E5EA-4B08-B238-5EBA2F52DB47}" presName="parTx" presStyleLbl="revTx" presStyleIdx="0" presStyleCnt="3">
        <dgm:presLayoutVars>
          <dgm:chMax val="0"/>
          <dgm:chPref val="0"/>
        </dgm:presLayoutVars>
      </dgm:prSet>
      <dgm:spPr/>
    </dgm:pt>
    <dgm:pt modelId="{358A33EC-7C0D-4804-A4C8-94045B3BE23B}" type="pres">
      <dgm:prSet presAssocID="{30579C0C-9558-4E96-B7FF-091FDFAC0BB7}" presName="sibTrans" presStyleCnt="0"/>
      <dgm:spPr/>
    </dgm:pt>
    <dgm:pt modelId="{90B6C7FF-1A1C-4B33-8724-3C69888089D4}" type="pres">
      <dgm:prSet presAssocID="{B8725C09-DBDB-41CE-9D52-BCE877590F6D}" presName="compNode" presStyleCnt="0"/>
      <dgm:spPr/>
    </dgm:pt>
    <dgm:pt modelId="{9B192C41-CA6A-448B-8865-5D21D3174AA0}" type="pres">
      <dgm:prSet presAssocID="{B8725C09-DBDB-41CE-9D52-BCE877590F6D}" presName="bgRect" presStyleLbl="bgShp" presStyleIdx="1" presStyleCnt="3"/>
      <dgm:spPr/>
    </dgm:pt>
    <dgm:pt modelId="{063873BD-E09D-4CB4-BB5E-30B92D128DF4}" type="pres">
      <dgm:prSet presAssocID="{B8725C09-DBDB-41CE-9D52-BCE877590F6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bulb"/>
        </a:ext>
      </dgm:extLst>
    </dgm:pt>
    <dgm:pt modelId="{72C9517C-6F16-41AE-99DF-C9597B66A454}" type="pres">
      <dgm:prSet presAssocID="{B8725C09-DBDB-41CE-9D52-BCE877590F6D}" presName="spaceRect" presStyleCnt="0"/>
      <dgm:spPr/>
    </dgm:pt>
    <dgm:pt modelId="{5D218425-7627-435A-BEEC-1E510821D8FF}" type="pres">
      <dgm:prSet presAssocID="{B8725C09-DBDB-41CE-9D52-BCE877590F6D}" presName="parTx" presStyleLbl="revTx" presStyleIdx="1" presStyleCnt="3">
        <dgm:presLayoutVars>
          <dgm:chMax val="0"/>
          <dgm:chPref val="0"/>
        </dgm:presLayoutVars>
      </dgm:prSet>
      <dgm:spPr/>
    </dgm:pt>
    <dgm:pt modelId="{275B1B66-93DC-4233-B8E9-F236A7EA8387}" type="pres">
      <dgm:prSet presAssocID="{FF9D7671-177B-495A-9812-A4ED0C3DF1A3}" presName="sibTrans" presStyleCnt="0"/>
      <dgm:spPr/>
    </dgm:pt>
    <dgm:pt modelId="{78D7B35D-1FB5-45E0-A7CB-D7FEDAEA709C}" type="pres">
      <dgm:prSet presAssocID="{562B980B-ED39-48CF-8207-5CC74CA319A2}" presName="compNode" presStyleCnt="0"/>
      <dgm:spPr/>
    </dgm:pt>
    <dgm:pt modelId="{FE267DE9-C343-4495-B803-70496435D32D}" type="pres">
      <dgm:prSet presAssocID="{562B980B-ED39-48CF-8207-5CC74CA319A2}" presName="bgRect" presStyleLbl="bgShp" presStyleIdx="2" presStyleCnt="3"/>
      <dgm:spPr/>
    </dgm:pt>
    <dgm:pt modelId="{AE9F8FFF-132F-429E-9808-57B5690FF582}" type="pres">
      <dgm:prSet presAssocID="{562B980B-ED39-48CF-8207-5CC74CA319A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302D1A66-4F82-423B-9AAC-36FB9BEB0DC3}" type="pres">
      <dgm:prSet presAssocID="{562B980B-ED39-48CF-8207-5CC74CA319A2}" presName="spaceRect" presStyleCnt="0"/>
      <dgm:spPr/>
    </dgm:pt>
    <dgm:pt modelId="{E4FA2437-78D8-4898-A58C-8EC144AABD88}" type="pres">
      <dgm:prSet presAssocID="{562B980B-ED39-48CF-8207-5CC74CA319A2}" presName="parTx" presStyleLbl="revTx" presStyleIdx="2" presStyleCnt="3">
        <dgm:presLayoutVars>
          <dgm:chMax val="0"/>
          <dgm:chPref val="0"/>
        </dgm:presLayoutVars>
      </dgm:prSet>
      <dgm:spPr/>
    </dgm:pt>
  </dgm:ptLst>
  <dgm:cxnLst>
    <dgm:cxn modelId="{1AE5FF10-71EC-4CB0-A64C-28446C968420}" type="presOf" srcId="{9A0BBC73-F475-4DA5-B002-5462ECF10867}" destId="{2259803F-0B01-4D23-B5EF-FC1BB403B7FE}" srcOrd="0" destOrd="0" presId="urn:microsoft.com/office/officeart/2018/2/layout/IconVerticalSolidList"/>
    <dgm:cxn modelId="{5AAD4814-AE9D-4014-B62B-0F1E3F5149C6}" srcId="{9A0BBC73-F475-4DA5-B002-5462ECF10867}" destId="{778F6F9F-E5EA-4B08-B238-5EBA2F52DB47}" srcOrd="0" destOrd="0" parTransId="{7E4D5289-1DF8-490A-9C78-E625A8DFD9CB}" sibTransId="{30579C0C-9558-4E96-B7FF-091FDFAC0BB7}"/>
    <dgm:cxn modelId="{33E94F35-F010-4A3F-B6EB-D530456748E8}" type="presOf" srcId="{562B980B-ED39-48CF-8207-5CC74CA319A2}" destId="{E4FA2437-78D8-4898-A58C-8EC144AABD88}" srcOrd="0" destOrd="0" presId="urn:microsoft.com/office/officeart/2018/2/layout/IconVerticalSolidList"/>
    <dgm:cxn modelId="{9C538A6A-0588-4DA9-84B6-153A92B6C8C3}" type="presOf" srcId="{778F6F9F-E5EA-4B08-B238-5EBA2F52DB47}" destId="{8EBAA946-D875-456B-994A-8D19D8C43DEC}" srcOrd="0" destOrd="0" presId="urn:microsoft.com/office/officeart/2018/2/layout/IconVerticalSolidList"/>
    <dgm:cxn modelId="{7BFB084E-BE9F-472F-A2EB-919152C24749}" srcId="{9A0BBC73-F475-4DA5-B002-5462ECF10867}" destId="{B8725C09-DBDB-41CE-9D52-BCE877590F6D}" srcOrd="1" destOrd="0" parTransId="{84C9BC17-373C-482A-935E-173B5522FAD1}" sibTransId="{FF9D7671-177B-495A-9812-A4ED0C3DF1A3}"/>
    <dgm:cxn modelId="{46242E58-A32D-4729-B0FF-19B4B9E1686B}" srcId="{9A0BBC73-F475-4DA5-B002-5462ECF10867}" destId="{562B980B-ED39-48CF-8207-5CC74CA319A2}" srcOrd="2" destOrd="0" parTransId="{34F5E499-82E4-413E-AAC0-8EE8BD640619}" sibTransId="{9B152CFC-FF8B-4281-876D-4E479A730C8F}"/>
    <dgm:cxn modelId="{E50493AC-993B-4B6F-83C1-178FEEEC77F3}" type="presOf" srcId="{B8725C09-DBDB-41CE-9D52-BCE877590F6D}" destId="{5D218425-7627-435A-BEEC-1E510821D8FF}" srcOrd="0" destOrd="0" presId="urn:microsoft.com/office/officeart/2018/2/layout/IconVerticalSolidList"/>
    <dgm:cxn modelId="{2AA5B1D0-36DB-43E0-8B65-D8E508632518}" type="presParOf" srcId="{2259803F-0B01-4D23-B5EF-FC1BB403B7FE}" destId="{CB6EF088-675C-4564-B985-9BEB6DF91C74}" srcOrd="0" destOrd="0" presId="urn:microsoft.com/office/officeart/2018/2/layout/IconVerticalSolidList"/>
    <dgm:cxn modelId="{FD24493E-67FA-4C73-9646-CD4CFE688792}" type="presParOf" srcId="{CB6EF088-675C-4564-B985-9BEB6DF91C74}" destId="{7C684AED-8731-401C-8FFA-5FFB76CCA4B7}" srcOrd="0" destOrd="0" presId="urn:microsoft.com/office/officeart/2018/2/layout/IconVerticalSolidList"/>
    <dgm:cxn modelId="{AB50694A-6772-4F46-95A3-58FDC4845C55}" type="presParOf" srcId="{CB6EF088-675C-4564-B985-9BEB6DF91C74}" destId="{EA59F228-5C11-4FC3-B6FF-33C5DA936789}" srcOrd="1" destOrd="0" presId="urn:microsoft.com/office/officeart/2018/2/layout/IconVerticalSolidList"/>
    <dgm:cxn modelId="{FF322741-563C-4A7A-A698-4A61EA297311}" type="presParOf" srcId="{CB6EF088-675C-4564-B985-9BEB6DF91C74}" destId="{5669BDCB-7111-4D71-BA72-DD853502EB4D}" srcOrd="2" destOrd="0" presId="urn:microsoft.com/office/officeart/2018/2/layout/IconVerticalSolidList"/>
    <dgm:cxn modelId="{26DAB7C0-F2EF-458B-A1FD-F5CE5F5ED391}" type="presParOf" srcId="{CB6EF088-675C-4564-B985-9BEB6DF91C74}" destId="{8EBAA946-D875-456B-994A-8D19D8C43DEC}" srcOrd="3" destOrd="0" presId="urn:microsoft.com/office/officeart/2018/2/layout/IconVerticalSolidList"/>
    <dgm:cxn modelId="{11376A6C-8298-4895-B353-FE786EB60D6D}" type="presParOf" srcId="{2259803F-0B01-4D23-B5EF-FC1BB403B7FE}" destId="{358A33EC-7C0D-4804-A4C8-94045B3BE23B}" srcOrd="1" destOrd="0" presId="urn:microsoft.com/office/officeart/2018/2/layout/IconVerticalSolidList"/>
    <dgm:cxn modelId="{E617DF6A-8723-40C5-B21F-A8E05480D2EE}" type="presParOf" srcId="{2259803F-0B01-4D23-B5EF-FC1BB403B7FE}" destId="{90B6C7FF-1A1C-4B33-8724-3C69888089D4}" srcOrd="2" destOrd="0" presId="urn:microsoft.com/office/officeart/2018/2/layout/IconVerticalSolidList"/>
    <dgm:cxn modelId="{9457DE1D-218B-4E26-9A1E-D63DE8893301}" type="presParOf" srcId="{90B6C7FF-1A1C-4B33-8724-3C69888089D4}" destId="{9B192C41-CA6A-448B-8865-5D21D3174AA0}" srcOrd="0" destOrd="0" presId="urn:microsoft.com/office/officeart/2018/2/layout/IconVerticalSolidList"/>
    <dgm:cxn modelId="{B3B1DAB1-35F7-4439-BB95-AA12DC8C0DEE}" type="presParOf" srcId="{90B6C7FF-1A1C-4B33-8724-3C69888089D4}" destId="{063873BD-E09D-4CB4-BB5E-30B92D128DF4}" srcOrd="1" destOrd="0" presId="urn:microsoft.com/office/officeart/2018/2/layout/IconVerticalSolidList"/>
    <dgm:cxn modelId="{C4D88990-6C29-44BF-AC5B-3AFD644DAE47}" type="presParOf" srcId="{90B6C7FF-1A1C-4B33-8724-3C69888089D4}" destId="{72C9517C-6F16-41AE-99DF-C9597B66A454}" srcOrd="2" destOrd="0" presId="urn:microsoft.com/office/officeart/2018/2/layout/IconVerticalSolidList"/>
    <dgm:cxn modelId="{FEF51027-E806-4D0C-9811-5BAB880DD8A7}" type="presParOf" srcId="{90B6C7FF-1A1C-4B33-8724-3C69888089D4}" destId="{5D218425-7627-435A-BEEC-1E510821D8FF}" srcOrd="3" destOrd="0" presId="urn:microsoft.com/office/officeart/2018/2/layout/IconVerticalSolidList"/>
    <dgm:cxn modelId="{85CDCA7A-41EE-4161-A1C7-09867855F485}" type="presParOf" srcId="{2259803F-0B01-4D23-B5EF-FC1BB403B7FE}" destId="{275B1B66-93DC-4233-B8E9-F236A7EA8387}" srcOrd="3" destOrd="0" presId="urn:microsoft.com/office/officeart/2018/2/layout/IconVerticalSolidList"/>
    <dgm:cxn modelId="{E2822E1A-CE55-48CC-8465-505BB5EF749A}" type="presParOf" srcId="{2259803F-0B01-4D23-B5EF-FC1BB403B7FE}" destId="{78D7B35D-1FB5-45E0-A7CB-D7FEDAEA709C}" srcOrd="4" destOrd="0" presId="urn:microsoft.com/office/officeart/2018/2/layout/IconVerticalSolidList"/>
    <dgm:cxn modelId="{7900C8C3-EB2C-4D83-BFDB-1663553CB416}" type="presParOf" srcId="{78D7B35D-1FB5-45E0-A7CB-D7FEDAEA709C}" destId="{FE267DE9-C343-4495-B803-70496435D32D}" srcOrd="0" destOrd="0" presId="urn:microsoft.com/office/officeart/2018/2/layout/IconVerticalSolidList"/>
    <dgm:cxn modelId="{FC1E6D7B-2549-42F0-B030-C3FBC886850F}" type="presParOf" srcId="{78D7B35D-1FB5-45E0-A7CB-D7FEDAEA709C}" destId="{AE9F8FFF-132F-429E-9808-57B5690FF582}" srcOrd="1" destOrd="0" presId="urn:microsoft.com/office/officeart/2018/2/layout/IconVerticalSolidList"/>
    <dgm:cxn modelId="{E2EC9042-1BE5-4E16-BFBE-56672ECCD7A7}" type="presParOf" srcId="{78D7B35D-1FB5-45E0-A7CB-D7FEDAEA709C}" destId="{302D1A66-4F82-423B-9AAC-36FB9BEB0DC3}" srcOrd="2" destOrd="0" presId="urn:microsoft.com/office/officeart/2018/2/layout/IconVerticalSolidList"/>
    <dgm:cxn modelId="{D07F904C-6431-4139-A221-7CC81BA9817F}" type="presParOf" srcId="{78D7B35D-1FB5-45E0-A7CB-D7FEDAEA709C}" destId="{E4FA2437-78D8-4898-A58C-8EC144AABD8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24B2E1-5DDC-4895-9B16-7FC3F6A8F0AF}" type="doc">
      <dgm:prSet loTypeId="urn:microsoft.com/office/officeart/2005/8/layout/process4" loCatId="process" qsTypeId="urn:microsoft.com/office/officeart/2005/8/quickstyle/simple2" qsCatId="simple" csTypeId="urn:microsoft.com/office/officeart/2005/8/colors/accent1_2" csCatId="accent1" phldr="1"/>
      <dgm:spPr/>
      <dgm:t>
        <a:bodyPr/>
        <a:lstStyle/>
        <a:p>
          <a:endParaRPr lang="en-US"/>
        </a:p>
      </dgm:t>
    </dgm:pt>
    <dgm:pt modelId="{FFC7978A-FADF-4ACE-8771-2166941C0856}">
      <dgm:prSet/>
      <dgm:spPr/>
      <dgm:t>
        <a:bodyPr/>
        <a:lstStyle/>
        <a:p>
          <a:r>
            <a:rPr lang="en-US"/>
            <a:t>Operations are actions performed on data</a:t>
          </a:r>
        </a:p>
      </dgm:t>
    </dgm:pt>
    <dgm:pt modelId="{65D8A412-5E7F-41E5-A48A-0977217BB534}" type="parTrans" cxnId="{3A63F5BE-3777-40D4-8E1E-32FB867E77AD}">
      <dgm:prSet/>
      <dgm:spPr/>
      <dgm:t>
        <a:bodyPr/>
        <a:lstStyle/>
        <a:p>
          <a:endParaRPr lang="en-US"/>
        </a:p>
      </dgm:t>
    </dgm:pt>
    <dgm:pt modelId="{4DAAFD19-C5B7-43E1-ACE5-F35F35EB59A9}" type="sibTrans" cxnId="{3A63F5BE-3777-40D4-8E1E-32FB867E77AD}">
      <dgm:prSet/>
      <dgm:spPr/>
      <dgm:t>
        <a:bodyPr/>
        <a:lstStyle/>
        <a:p>
          <a:endParaRPr lang="en-US"/>
        </a:p>
      </dgm:t>
    </dgm:pt>
    <dgm:pt modelId="{240C843F-A213-4B97-9CC1-D260267DF3B5}">
      <dgm:prSet/>
      <dgm:spPr/>
      <dgm:t>
        <a:bodyPr/>
        <a:lstStyle/>
        <a:p>
          <a:r>
            <a:rPr lang="en-US" dirty="0"/>
            <a:t>Examples</a:t>
          </a:r>
        </a:p>
      </dgm:t>
    </dgm:pt>
    <dgm:pt modelId="{76C486EE-2052-4D66-A043-71799D34EF35}" type="parTrans" cxnId="{071BF691-2C2E-4907-87C9-35A45EAD27ED}">
      <dgm:prSet/>
      <dgm:spPr/>
      <dgm:t>
        <a:bodyPr/>
        <a:lstStyle/>
        <a:p>
          <a:endParaRPr lang="en-US"/>
        </a:p>
      </dgm:t>
    </dgm:pt>
    <dgm:pt modelId="{183B6D24-CCE5-4B0E-9AE1-FA9C3531723A}" type="sibTrans" cxnId="{071BF691-2C2E-4907-87C9-35A45EAD27ED}">
      <dgm:prSet/>
      <dgm:spPr/>
      <dgm:t>
        <a:bodyPr/>
        <a:lstStyle/>
        <a:p>
          <a:endParaRPr lang="en-US"/>
        </a:p>
      </dgm:t>
    </dgm:pt>
    <dgm:pt modelId="{B5E99886-73D4-41F6-AEDF-1B53745DFD17}">
      <dgm:prSet/>
      <dgm:spPr/>
      <dgm:t>
        <a:bodyPr/>
        <a:lstStyle/>
        <a:p>
          <a:r>
            <a:rPr lang="en-US"/>
            <a:t>Addition</a:t>
          </a:r>
        </a:p>
      </dgm:t>
    </dgm:pt>
    <dgm:pt modelId="{4A50C9E4-69BF-44C6-BDE8-6E18793A9A7A}" type="parTrans" cxnId="{60D10125-79FC-40AE-B6A2-E9E91CA76CF9}">
      <dgm:prSet/>
      <dgm:spPr/>
      <dgm:t>
        <a:bodyPr/>
        <a:lstStyle/>
        <a:p>
          <a:endParaRPr lang="en-US"/>
        </a:p>
      </dgm:t>
    </dgm:pt>
    <dgm:pt modelId="{682F54D4-CC13-4B2C-B8E7-E7ED1554F5E8}" type="sibTrans" cxnId="{60D10125-79FC-40AE-B6A2-E9E91CA76CF9}">
      <dgm:prSet/>
      <dgm:spPr/>
      <dgm:t>
        <a:bodyPr/>
        <a:lstStyle/>
        <a:p>
          <a:endParaRPr lang="en-US"/>
        </a:p>
      </dgm:t>
    </dgm:pt>
    <dgm:pt modelId="{F5397150-EC44-4D9F-A22B-4865ADA55DD9}">
      <dgm:prSet/>
      <dgm:spPr/>
      <dgm:t>
        <a:bodyPr/>
        <a:lstStyle/>
        <a:p>
          <a:r>
            <a:rPr lang="en-US"/>
            <a:t>Subtraction</a:t>
          </a:r>
        </a:p>
      </dgm:t>
    </dgm:pt>
    <dgm:pt modelId="{BEE2177A-1A6D-4794-BB3E-0CF657A36D11}" type="parTrans" cxnId="{5994F0E4-DAF0-49A5-A6E8-AA6BCA90BF13}">
      <dgm:prSet/>
      <dgm:spPr/>
      <dgm:t>
        <a:bodyPr/>
        <a:lstStyle/>
        <a:p>
          <a:endParaRPr lang="en-US"/>
        </a:p>
      </dgm:t>
    </dgm:pt>
    <dgm:pt modelId="{CD4AA711-62BA-4588-90BF-C529EC2C04CF}" type="sibTrans" cxnId="{5994F0E4-DAF0-49A5-A6E8-AA6BCA90BF13}">
      <dgm:prSet/>
      <dgm:spPr/>
      <dgm:t>
        <a:bodyPr/>
        <a:lstStyle/>
        <a:p>
          <a:endParaRPr lang="en-US"/>
        </a:p>
      </dgm:t>
    </dgm:pt>
    <dgm:pt modelId="{D9EA6B8F-F5E2-4980-8F29-7513FD94558E}">
      <dgm:prSet/>
      <dgm:spPr/>
      <dgm:t>
        <a:bodyPr/>
        <a:lstStyle/>
        <a:p>
          <a:r>
            <a:rPr lang="en-US" dirty="0"/>
            <a:t>Logical operations (AND, OR, NOT)</a:t>
          </a:r>
        </a:p>
      </dgm:t>
    </dgm:pt>
    <dgm:pt modelId="{28993BE6-72C7-42D3-883A-7C3D8ED9AA49}" type="parTrans" cxnId="{92CF3087-2375-4976-9758-8086B281F542}">
      <dgm:prSet/>
      <dgm:spPr/>
      <dgm:t>
        <a:bodyPr/>
        <a:lstStyle/>
        <a:p>
          <a:endParaRPr lang="en-US"/>
        </a:p>
      </dgm:t>
    </dgm:pt>
    <dgm:pt modelId="{9C0CBDDD-5AFF-4949-8F43-2A54B6DB2CDA}" type="sibTrans" cxnId="{92CF3087-2375-4976-9758-8086B281F542}">
      <dgm:prSet/>
      <dgm:spPr/>
      <dgm:t>
        <a:bodyPr/>
        <a:lstStyle/>
        <a:p>
          <a:endParaRPr lang="en-US"/>
        </a:p>
      </dgm:t>
    </dgm:pt>
    <dgm:pt modelId="{986AE250-83A9-4B09-93A0-95FDE7D06761}" type="pres">
      <dgm:prSet presAssocID="{5C24B2E1-5DDC-4895-9B16-7FC3F6A8F0AF}" presName="Name0" presStyleCnt="0">
        <dgm:presLayoutVars>
          <dgm:dir/>
          <dgm:animLvl val="lvl"/>
          <dgm:resizeHandles val="exact"/>
        </dgm:presLayoutVars>
      </dgm:prSet>
      <dgm:spPr/>
    </dgm:pt>
    <dgm:pt modelId="{D5BA33C6-A7C7-4B39-8205-8AFD900D0F3D}" type="pres">
      <dgm:prSet presAssocID="{240C843F-A213-4B97-9CC1-D260267DF3B5}" presName="boxAndChildren" presStyleCnt="0"/>
      <dgm:spPr/>
    </dgm:pt>
    <dgm:pt modelId="{87E867D3-FAD0-4FC4-B03D-3ECF7013F8CA}" type="pres">
      <dgm:prSet presAssocID="{240C843F-A213-4B97-9CC1-D260267DF3B5}" presName="parentTextBox" presStyleLbl="node1" presStyleIdx="0" presStyleCnt="2"/>
      <dgm:spPr/>
    </dgm:pt>
    <dgm:pt modelId="{7FC3F536-0B0D-4863-B74A-B935857E1BAF}" type="pres">
      <dgm:prSet presAssocID="{240C843F-A213-4B97-9CC1-D260267DF3B5}" presName="entireBox" presStyleLbl="node1" presStyleIdx="0" presStyleCnt="2"/>
      <dgm:spPr/>
    </dgm:pt>
    <dgm:pt modelId="{2C19BC7D-BA54-4DD6-AE23-C2106BE59F94}" type="pres">
      <dgm:prSet presAssocID="{240C843F-A213-4B97-9CC1-D260267DF3B5}" presName="descendantBox" presStyleCnt="0"/>
      <dgm:spPr/>
    </dgm:pt>
    <dgm:pt modelId="{1CF7F689-C6BC-4FE2-A0AE-B4DC4D6AC96B}" type="pres">
      <dgm:prSet presAssocID="{B5E99886-73D4-41F6-AEDF-1B53745DFD17}" presName="childTextBox" presStyleLbl="fgAccFollowNode1" presStyleIdx="0" presStyleCnt="3">
        <dgm:presLayoutVars>
          <dgm:bulletEnabled val="1"/>
        </dgm:presLayoutVars>
      </dgm:prSet>
      <dgm:spPr/>
    </dgm:pt>
    <dgm:pt modelId="{E5FB7FCB-55BA-4158-BEE8-1C0212E28495}" type="pres">
      <dgm:prSet presAssocID="{F5397150-EC44-4D9F-A22B-4865ADA55DD9}" presName="childTextBox" presStyleLbl="fgAccFollowNode1" presStyleIdx="1" presStyleCnt="3">
        <dgm:presLayoutVars>
          <dgm:bulletEnabled val="1"/>
        </dgm:presLayoutVars>
      </dgm:prSet>
      <dgm:spPr/>
    </dgm:pt>
    <dgm:pt modelId="{3D31CE8D-A669-4A81-B1E2-33111C7DAF7E}" type="pres">
      <dgm:prSet presAssocID="{D9EA6B8F-F5E2-4980-8F29-7513FD94558E}" presName="childTextBox" presStyleLbl="fgAccFollowNode1" presStyleIdx="2" presStyleCnt="3">
        <dgm:presLayoutVars>
          <dgm:bulletEnabled val="1"/>
        </dgm:presLayoutVars>
      </dgm:prSet>
      <dgm:spPr/>
    </dgm:pt>
    <dgm:pt modelId="{285CF660-D75C-4B11-B0B1-57083B048319}" type="pres">
      <dgm:prSet presAssocID="{4DAAFD19-C5B7-43E1-ACE5-F35F35EB59A9}" presName="sp" presStyleCnt="0"/>
      <dgm:spPr/>
    </dgm:pt>
    <dgm:pt modelId="{7AE7AAA0-1255-4869-B3DF-A0E55B64813D}" type="pres">
      <dgm:prSet presAssocID="{FFC7978A-FADF-4ACE-8771-2166941C0856}" presName="arrowAndChildren" presStyleCnt="0"/>
      <dgm:spPr/>
    </dgm:pt>
    <dgm:pt modelId="{79836E46-E1AF-4063-BD65-134E0716C6EE}" type="pres">
      <dgm:prSet presAssocID="{FFC7978A-FADF-4ACE-8771-2166941C0856}" presName="parentTextArrow" presStyleLbl="node1" presStyleIdx="1" presStyleCnt="2"/>
      <dgm:spPr/>
    </dgm:pt>
  </dgm:ptLst>
  <dgm:cxnLst>
    <dgm:cxn modelId="{A7519A07-BC29-4D32-A698-945C30D2DAF2}" type="presOf" srcId="{240C843F-A213-4B97-9CC1-D260267DF3B5}" destId="{87E867D3-FAD0-4FC4-B03D-3ECF7013F8CA}" srcOrd="0" destOrd="0" presId="urn:microsoft.com/office/officeart/2005/8/layout/process4"/>
    <dgm:cxn modelId="{13285F16-0995-4BA7-ADCF-895F28469E9A}" type="presOf" srcId="{D9EA6B8F-F5E2-4980-8F29-7513FD94558E}" destId="{3D31CE8D-A669-4A81-B1E2-33111C7DAF7E}" srcOrd="0" destOrd="0" presId="urn:microsoft.com/office/officeart/2005/8/layout/process4"/>
    <dgm:cxn modelId="{60D10125-79FC-40AE-B6A2-E9E91CA76CF9}" srcId="{240C843F-A213-4B97-9CC1-D260267DF3B5}" destId="{B5E99886-73D4-41F6-AEDF-1B53745DFD17}" srcOrd="0" destOrd="0" parTransId="{4A50C9E4-69BF-44C6-BDE8-6E18793A9A7A}" sibTransId="{682F54D4-CC13-4B2C-B8E7-E7ED1554F5E8}"/>
    <dgm:cxn modelId="{FE95B76B-4B71-4454-BAB2-BFE6C50A28C2}" type="presOf" srcId="{5C24B2E1-5DDC-4895-9B16-7FC3F6A8F0AF}" destId="{986AE250-83A9-4B09-93A0-95FDE7D06761}" srcOrd="0" destOrd="0" presId="urn:microsoft.com/office/officeart/2005/8/layout/process4"/>
    <dgm:cxn modelId="{3175E251-8C9C-4759-9554-E47806CC4697}" type="presOf" srcId="{FFC7978A-FADF-4ACE-8771-2166941C0856}" destId="{79836E46-E1AF-4063-BD65-134E0716C6EE}" srcOrd="0" destOrd="0" presId="urn:microsoft.com/office/officeart/2005/8/layout/process4"/>
    <dgm:cxn modelId="{DA5CA152-91A5-4DD7-9753-ABC24C7120D2}" type="presOf" srcId="{F5397150-EC44-4D9F-A22B-4865ADA55DD9}" destId="{E5FB7FCB-55BA-4158-BEE8-1C0212E28495}" srcOrd="0" destOrd="0" presId="urn:microsoft.com/office/officeart/2005/8/layout/process4"/>
    <dgm:cxn modelId="{92CF3087-2375-4976-9758-8086B281F542}" srcId="{240C843F-A213-4B97-9CC1-D260267DF3B5}" destId="{D9EA6B8F-F5E2-4980-8F29-7513FD94558E}" srcOrd="2" destOrd="0" parTransId="{28993BE6-72C7-42D3-883A-7C3D8ED9AA49}" sibTransId="{9C0CBDDD-5AFF-4949-8F43-2A54B6DB2CDA}"/>
    <dgm:cxn modelId="{071BF691-2C2E-4907-87C9-35A45EAD27ED}" srcId="{5C24B2E1-5DDC-4895-9B16-7FC3F6A8F0AF}" destId="{240C843F-A213-4B97-9CC1-D260267DF3B5}" srcOrd="1" destOrd="0" parTransId="{76C486EE-2052-4D66-A043-71799D34EF35}" sibTransId="{183B6D24-CCE5-4B0E-9AE1-FA9C3531723A}"/>
    <dgm:cxn modelId="{12CFFDA1-55F8-45AD-9A8E-7771589ADDCB}" type="presOf" srcId="{B5E99886-73D4-41F6-AEDF-1B53745DFD17}" destId="{1CF7F689-C6BC-4FE2-A0AE-B4DC4D6AC96B}" srcOrd="0" destOrd="0" presId="urn:microsoft.com/office/officeart/2005/8/layout/process4"/>
    <dgm:cxn modelId="{3A63F5BE-3777-40D4-8E1E-32FB867E77AD}" srcId="{5C24B2E1-5DDC-4895-9B16-7FC3F6A8F0AF}" destId="{FFC7978A-FADF-4ACE-8771-2166941C0856}" srcOrd="0" destOrd="0" parTransId="{65D8A412-5E7F-41E5-A48A-0977217BB534}" sibTransId="{4DAAFD19-C5B7-43E1-ACE5-F35F35EB59A9}"/>
    <dgm:cxn modelId="{A1BC48D7-4BEC-4967-B393-63427B3DDBDC}" type="presOf" srcId="{240C843F-A213-4B97-9CC1-D260267DF3B5}" destId="{7FC3F536-0B0D-4863-B74A-B935857E1BAF}" srcOrd="1" destOrd="0" presId="urn:microsoft.com/office/officeart/2005/8/layout/process4"/>
    <dgm:cxn modelId="{5994F0E4-DAF0-49A5-A6E8-AA6BCA90BF13}" srcId="{240C843F-A213-4B97-9CC1-D260267DF3B5}" destId="{F5397150-EC44-4D9F-A22B-4865ADA55DD9}" srcOrd="1" destOrd="0" parTransId="{BEE2177A-1A6D-4794-BB3E-0CF657A36D11}" sibTransId="{CD4AA711-62BA-4588-90BF-C529EC2C04CF}"/>
    <dgm:cxn modelId="{B3176675-6CFC-4EB6-8800-467174380163}" type="presParOf" srcId="{986AE250-83A9-4B09-93A0-95FDE7D06761}" destId="{D5BA33C6-A7C7-4B39-8205-8AFD900D0F3D}" srcOrd="0" destOrd="0" presId="urn:microsoft.com/office/officeart/2005/8/layout/process4"/>
    <dgm:cxn modelId="{F3B2BDB6-213C-4271-A1D5-3527FD14A316}" type="presParOf" srcId="{D5BA33C6-A7C7-4B39-8205-8AFD900D0F3D}" destId="{87E867D3-FAD0-4FC4-B03D-3ECF7013F8CA}" srcOrd="0" destOrd="0" presId="urn:microsoft.com/office/officeart/2005/8/layout/process4"/>
    <dgm:cxn modelId="{46AEFA21-2192-4207-9929-D1628441EEFD}" type="presParOf" srcId="{D5BA33C6-A7C7-4B39-8205-8AFD900D0F3D}" destId="{7FC3F536-0B0D-4863-B74A-B935857E1BAF}" srcOrd="1" destOrd="0" presId="urn:microsoft.com/office/officeart/2005/8/layout/process4"/>
    <dgm:cxn modelId="{56CCBA31-D025-4F68-A99F-A3954CA42C4A}" type="presParOf" srcId="{D5BA33C6-A7C7-4B39-8205-8AFD900D0F3D}" destId="{2C19BC7D-BA54-4DD6-AE23-C2106BE59F94}" srcOrd="2" destOrd="0" presId="urn:microsoft.com/office/officeart/2005/8/layout/process4"/>
    <dgm:cxn modelId="{FB60904E-744C-41C9-A2BE-28C859384DE4}" type="presParOf" srcId="{2C19BC7D-BA54-4DD6-AE23-C2106BE59F94}" destId="{1CF7F689-C6BC-4FE2-A0AE-B4DC4D6AC96B}" srcOrd="0" destOrd="0" presId="urn:microsoft.com/office/officeart/2005/8/layout/process4"/>
    <dgm:cxn modelId="{2391D0F4-B41E-4F9C-A91B-5E0AAC0C0D4D}" type="presParOf" srcId="{2C19BC7D-BA54-4DD6-AE23-C2106BE59F94}" destId="{E5FB7FCB-55BA-4158-BEE8-1C0212E28495}" srcOrd="1" destOrd="0" presId="urn:microsoft.com/office/officeart/2005/8/layout/process4"/>
    <dgm:cxn modelId="{CB7C7337-63FC-497B-B1EF-827B139734A2}" type="presParOf" srcId="{2C19BC7D-BA54-4DD6-AE23-C2106BE59F94}" destId="{3D31CE8D-A669-4A81-B1E2-33111C7DAF7E}" srcOrd="2" destOrd="0" presId="urn:microsoft.com/office/officeart/2005/8/layout/process4"/>
    <dgm:cxn modelId="{91DEADB4-D1B4-4549-A44F-EE4B1820D3CC}" type="presParOf" srcId="{986AE250-83A9-4B09-93A0-95FDE7D06761}" destId="{285CF660-D75C-4B11-B0B1-57083B048319}" srcOrd="1" destOrd="0" presId="urn:microsoft.com/office/officeart/2005/8/layout/process4"/>
    <dgm:cxn modelId="{3D202B97-582C-4EF3-B3DD-78A2354BF14F}" type="presParOf" srcId="{986AE250-83A9-4B09-93A0-95FDE7D06761}" destId="{7AE7AAA0-1255-4869-B3DF-A0E55B64813D}" srcOrd="2" destOrd="0" presId="urn:microsoft.com/office/officeart/2005/8/layout/process4"/>
    <dgm:cxn modelId="{8A0509B5-DC21-4461-B5A0-028BDF767FCA}" type="presParOf" srcId="{7AE7AAA0-1255-4869-B3DF-A0E55B64813D}" destId="{79836E46-E1AF-4063-BD65-134E0716C6EE}"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083BD3-A4AD-4F15-B903-55CAA565EA3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8FEBF86-28D3-4D12-A5CF-74ED6506183E}">
      <dgm:prSet/>
      <dgm:spPr/>
      <dgm:t>
        <a:bodyPr/>
        <a:lstStyle/>
        <a:p>
          <a:r>
            <a:rPr lang="en-US" dirty="0"/>
            <a:t>Addition (+)</a:t>
          </a:r>
        </a:p>
      </dgm:t>
    </dgm:pt>
    <dgm:pt modelId="{423153F7-4855-4789-8C26-2474046AB994}" type="parTrans" cxnId="{9460E02E-1ED8-4C2A-B699-B0C571766A07}">
      <dgm:prSet/>
      <dgm:spPr/>
      <dgm:t>
        <a:bodyPr/>
        <a:lstStyle/>
        <a:p>
          <a:endParaRPr lang="en-US"/>
        </a:p>
      </dgm:t>
    </dgm:pt>
    <dgm:pt modelId="{A7482811-47B1-44EC-85CC-ACAEE97454AE}" type="sibTrans" cxnId="{9460E02E-1ED8-4C2A-B699-B0C571766A07}">
      <dgm:prSet/>
      <dgm:spPr/>
      <dgm:t>
        <a:bodyPr/>
        <a:lstStyle/>
        <a:p>
          <a:endParaRPr lang="en-US"/>
        </a:p>
      </dgm:t>
    </dgm:pt>
    <dgm:pt modelId="{A7151EAF-EB6D-42AC-9A98-E516589B53F5}">
      <dgm:prSet/>
      <dgm:spPr/>
      <dgm:t>
        <a:bodyPr/>
        <a:lstStyle/>
        <a:p>
          <a:r>
            <a:rPr lang="en-US" dirty="0"/>
            <a:t>Subtraction (−)</a:t>
          </a:r>
        </a:p>
      </dgm:t>
    </dgm:pt>
    <dgm:pt modelId="{9B88CFF1-0E16-4458-A4DB-56D12B614CEB}" type="parTrans" cxnId="{3F3F595A-DEC9-4A96-9443-890308203DE5}">
      <dgm:prSet/>
      <dgm:spPr/>
      <dgm:t>
        <a:bodyPr/>
        <a:lstStyle/>
        <a:p>
          <a:endParaRPr lang="en-US"/>
        </a:p>
      </dgm:t>
    </dgm:pt>
    <dgm:pt modelId="{C8012C86-08B5-464B-B374-5CB4EF2401D3}" type="sibTrans" cxnId="{3F3F595A-DEC9-4A96-9443-890308203DE5}">
      <dgm:prSet/>
      <dgm:spPr/>
      <dgm:t>
        <a:bodyPr/>
        <a:lstStyle/>
        <a:p>
          <a:endParaRPr lang="en-US"/>
        </a:p>
      </dgm:t>
    </dgm:pt>
    <dgm:pt modelId="{75F54BC5-E5CD-4439-8E00-8B50C57247F7}">
      <dgm:prSet/>
      <dgm:spPr/>
      <dgm:t>
        <a:bodyPr/>
        <a:lstStyle/>
        <a:p>
          <a:r>
            <a:rPr lang="en-US" dirty="0"/>
            <a:t>Used in calculators, processors, and DSP systems</a:t>
          </a:r>
        </a:p>
      </dgm:t>
    </dgm:pt>
    <dgm:pt modelId="{42FCFA14-F661-4853-9C0E-72B440A87649}" type="parTrans" cxnId="{B6B67DBF-B142-45B0-8196-A1DBDF7A3788}">
      <dgm:prSet/>
      <dgm:spPr/>
      <dgm:t>
        <a:bodyPr/>
        <a:lstStyle/>
        <a:p>
          <a:endParaRPr lang="en-US"/>
        </a:p>
      </dgm:t>
    </dgm:pt>
    <dgm:pt modelId="{3B305459-E182-4F55-A093-CDB5A715AA8D}" type="sibTrans" cxnId="{B6B67DBF-B142-45B0-8196-A1DBDF7A3788}">
      <dgm:prSet/>
      <dgm:spPr/>
      <dgm:t>
        <a:bodyPr/>
        <a:lstStyle/>
        <a:p>
          <a:endParaRPr lang="en-US"/>
        </a:p>
      </dgm:t>
    </dgm:pt>
    <dgm:pt modelId="{BD96D432-16CC-480E-B03A-A55E55BD464F}" type="pres">
      <dgm:prSet presAssocID="{CD083BD3-A4AD-4F15-B903-55CAA565EA30}" presName="root" presStyleCnt="0">
        <dgm:presLayoutVars>
          <dgm:dir/>
          <dgm:resizeHandles val="exact"/>
        </dgm:presLayoutVars>
      </dgm:prSet>
      <dgm:spPr/>
    </dgm:pt>
    <dgm:pt modelId="{6543EF65-4C57-4529-8099-F67BA9623812}" type="pres">
      <dgm:prSet presAssocID="{38FEBF86-28D3-4D12-A5CF-74ED6506183E}" presName="compNode" presStyleCnt="0"/>
      <dgm:spPr/>
    </dgm:pt>
    <dgm:pt modelId="{C6850BC4-768C-48F3-8BE9-FD4F8672475A}" type="pres">
      <dgm:prSet presAssocID="{38FEBF86-28D3-4D12-A5CF-74ED6506183E}" presName="bgRect" presStyleLbl="bgShp" presStyleIdx="0" presStyleCnt="3"/>
      <dgm:spPr/>
    </dgm:pt>
    <dgm:pt modelId="{D9F82AD2-E771-45FA-B611-6102CAA1A69F}" type="pres">
      <dgm:prSet presAssocID="{38FEBF86-28D3-4D12-A5CF-74ED6506183E}" presName="iconRect" presStyleLbl="node1" presStyleIdx="0" presStyleCnt="3"/>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Add"/>
        </a:ext>
      </dgm:extLst>
    </dgm:pt>
    <dgm:pt modelId="{14D71B0F-4933-4376-9229-49C2E9147782}" type="pres">
      <dgm:prSet presAssocID="{38FEBF86-28D3-4D12-A5CF-74ED6506183E}" presName="spaceRect" presStyleCnt="0"/>
      <dgm:spPr/>
    </dgm:pt>
    <dgm:pt modelId="{8151F57E-BABE-4C5B-8AA5-0993E450907B}" type="pres">
      <dgm:prSet presAssocID="{38FEBF86-28D3-4D12-A5CF-74ED6506183E}" presName="parTx" presStyleLbl="revTx" presStyleIdx="0" presStyleCnt="3">
        <dgm:presLayoutVars>
          <dgm:chMax val="0"/>
          <dgm:chPref val="0"/>
        </dgm:presLayoutVars>
      </dgm:prSet>
      <dgm:spPr/>
    </dgm:pt>
    <dgm:pt modelId="{796A6C47-2608-4EC0-BD74-CA52390F2B12}" type="pres">
      <dgm:prSet presAssocID="{A7482811-47B1-44EC-85CC-ACAEE97454AE}" presName="sibTrans" presStyleCnt="0"/>
      <dgm:spPr/>
    </dgm:pt>
    <dgm:pt modelId="{388A6354-832F-40E8-9690-5AF767C73AEB}" type="pres">
      <dgm:prSet presAssocID="{A7151EAF-EB6D-42AC-9A98-E516589B53F5}" presName="compNode" presStyleCnt="0"/>
      <dgm:spPr/>
    </dgm:pt>
    <dgm:pt modelId="{C404DAE6-2C2A-4FD1-9573-47AD025931F2}" type="pres">
      <dgm:prSet presAssocID="{A7151EAF-EB6D-42AC-9A98-E516589B53F5}" presName="bgRect" presStyleLbl="bgShp" presStyleIdx="1" presStyleCnt="3"/>
      <dgm:spPr/>
    </dgm:pt>
    <dgm:pt modelId="{D52FAB67-0809-4266-A8CC-B5E1BCCD5335}" type="pres">
      <dgm:prSet presAssocID="{A7151EAF-EB6D-42AC-9A98-E516589B53F5}" presName="iconRect" presStyleLbl="node1" presStyleIdx="1"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thematics"/>
        </a:ext>
      </dgm:extLst>
    </dgm:pt>
    <dgm:pt modelId="{B218F74A-942B-4B02-95ED-38226D2B986D}" type="pres">
      <dgm:prSet presAssocID="{A7151EAF-EB6D-42AC-9A98-E516589B53F5}" presName="spaceRect" presStyleCnt="0"/>
      <dgm:spPr/>
    </dgm:pt>
    <dgm:pt modelId="{EAD0130D-A636-43C8-A76E-F13E16AE6EEE}" type="pres">
      <dgm:prSet presAssocID="{A7151EAF-EB6D-42AC-9A98-E516589B53F5}" presName="parTx" presStyleLbl="revTx" presStyleIdx="1" presStyleCnt="3">
        <dgm:presLayoutVars>
          <dgm:chMax val="0"/>
          <dgm:chPref val="0"/>
        </dgm:presLayoutVars>
      </dgm:prSet>
      <dgm:spPr/>
    </dgm:pt>
    <dgm:pt modelId="{E22A3199-6A65-43D7-BA3C-423B30CE9D0C}" type="pres">
      <dgm:prSet presAssocID="{C8012C86-08B5-464B-B374-5CB4EF2401D3}" presName="sibTrans" presStyleCnt="0"/>
      <dgm:spPr/>
    </dgm:pt>
    <dgm:pt modelId="{0D9CF206-6CEE-4AD6-8C20-2CEE8DAADF96}" type="pres">
      <dgm:prSet presAssocID="{75F54BC5-E5CD-4439-8E00-8B50C57247F7}" presName="compNode" presStyleCnt="0"/>
      <dgm:spPr/>
    </dgm:pt>
    <dgm:pt modelId="{ACABE74E-D4C0-4B11-995B-EA504891BC94}" type="pres">
      <dgm:prSet presAssocID="{75F54BC5-E5CD-4439-8E00-8B50C57247F7}" presName="bgRect" presStyleLbl="bgShp" presStyleIdx="2" presStyleCnt="3"/>
      <dgm:spPr/>
    </dgm:pt>
    <dgm:pt modelId="{CD766A68-68FE-467D-8962-1A24EB9DD754}" type="pres">
      <dgm:prSet presAssocID="{75F54BC5-E5CD-4439-8E00-8B50C57247F7}" presName="icon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culator"/>
        </a:ext>
      </dgm:extLst>
    </dgm:pt>
    <dgm:pt modelId="{3523A8F9-1ECE-4733-8D46-2EBDB8C2468E}" type="pres">
      <dgm:prSet presAssocID="{75F54BC5-E5CD-4439-8E00-8B50C57247F7}" presName="spaceRect" presStyleCnt="0"/>
      <dgm:spPr/>
    </dgm:pt>
    <dgm:pt modelId="{3FD07823-9527-45DC-B1B7-386FF93DBC35}" type="pres">
      <dgm:prSet presAssocID="{75F54BC5-E5CD-4439-8E00-8B50C57247F7}" presName="parTx" presStyleLbl="revTx" presStyleIdx="2" presStyleCnt="3">
        <dgm:presLayoutVars>
          <dgm:chMax val="0"/>
          <dgm:chPref val="0"/>
        </dgm:presLayoutVars>
      </dgm:prSet>
      <dgm:spPr/>
    </dgm:pt>
  </dgm:ptLst>
  <dgm:cxnLst>
    <dgm:cxn modelId="{09E53700-D6A7-444B-8E05-E4E7ABFBF3FF}" type="presOf" srcId="{75F54BC5-E5CD-4439-8E00-8B50C57247F7}" destId="{3FD07823-9527-45DC-B1B7-386FF93DBC35}" srcOrd="0" destOrd="0" presId="urn:microsoft.com/office/officeart/2018/2/layout/IconVerticalSolidList"/>
    <dgm:cxn modelId="{9460E02E-1ED8-4C2A-B699-B0C571766A07}" srcId="{CD083BD3-A4AD-4F15-B903-55CAA565EA30}" destId="{38FEBF86-28D3-4D12-A5CF-74ED6506183E}" srcOrd="0" destOrd="0" parTransId="{423153F7-4855-4789-8C26-2474046AB994}" sibTransId="{A7482811-47B1-44EC-85CC-ACAEE97454AE}"/>
    <dgm:cxn modelId="{A6086733-F361-453B-A766-14FCD55EF20A}" type="presOf" srcId="{A7151EAF-EB6D-42AC-9A98-E516589B53F5}" destId="{EAD0130D-A636-43C8-A76E-F13E16AE6EEE}" srcOrd="0" destOrd="0" presId="urn:microsoft.com/office/officeart/2018/2/layout/IconVerticalSolidList"/>
    <dgm:cxn modelId="{3F3F595A-DEC9-4A96-9443-890308203DE5}" srcId="{CD083BD3-A4AD-4F15-B903-55CAA565EA30}" destId="{A7151EAF-EB6D-42AC-9A98-E516589B53F5}" srcOrd="1" destOrd="0" parTransId="{9B88CFF1-0E16-4458-A4DB-56D12B614CEB}" sibTransId="{C8012C86-08B5-464B-B374-5CB4EF2401D3}"/>
    <dgm:cxn modelId="{0006C47C-EDE1-49EB-A5F9-CE716346246C}" type="presOf" srcId="{CD083BD3-A4AD-4F15-B903-55CAA565EA30}" destId="{BD96D432-16CC-480E-B03A-A55E55BD464F}" srcOrd="0" destOrd="0" presId="urn:microsoft.com/office/officeart/2018/2/layout/IconVerticalSolidList"/>
    <dgm:cxn modelId="{B6B67DBF-B142-45B0-8196-A1DBDF7A3788}" srcId="{CD083BD3-A4AD-4F15-B903-55CAA565EA30}" destId="{75F54BC5-E5CD-4439-8E00-8B50C57247F7}" srcOrd="2" destOrd="0" parTransId="{42FCFA14-F661-4853-9C0E-72B440A87649}" sibTransId="{3B305459-E182-4F55-A093-CDB5A715AA8D}"/>
    <dgm:cxn modelId="{847C5CFE-1B62-44DB-BE43-A6BE1938130B}" type="presOf" srcId="{38FEBF86-28D3-4D12-A5CF-74ED6506183E}" destId="{8151F57E-BABE-4C5B-8AA5-0993E450907B}" srcOrd="0" destOrd="0" presId="urn:microsoft.com/office/officeart/2018/2/layout/IconVerticalSolidList"/>
    <dgm:cxn modelId="{0575B43F-33EA-43E2-B340-D9C0687E71D7}" type="presParOf" srcId="{BD96D432-16CC-480E-B03A-A55E55BD464F}" destId="{6543EF65-4C57-4529-8099-F67BA9623812}" srcOrd="0" destOrd="0" presId="urn:microsoft.com/office/officeart/2018/2/layout/IconVerticalSolidList"/>
    <dgm:cxn modelId="{A8FB1764-D342-4100-B46F-2A2A735136AE}" type="presParOf" srcId="{6543EF65-4C57-4529-8099-F67BA9623812}" destId="{C6850BC4-768C-48F3-8BE9-FD4F8672475A}" srcOrd="0" destOrd="0" presId="urn:microsoft.com/office/officeart/2018/2/layout/IconVerticalSolidList"/>
    <dgm:cxn modelId="{14EAF4D7-2F22-4CA0-9C1D-5FCA94A281EE}" type="presParOf" srcId="{6543EF65-4C57-4529-8099-F67BA9623812}" destId="{D9F82AD2-E771-45FA-B611-6102CAA1A69F}" srcOrd="1" destOrd="0" presId="urn:microsoft.com/office/officeart/2018/2/layout/IconVerticalSolidList"/>
    <dgm:cxn modelId="{04F97EA4-0BA0-47BA-A01E-55E2E49B2479}" type="presParOf" srcId="{6543EF65-4C57-4529-8099-F67BA9623812}" destId="{14D71B0F-4933-4376-9229-49C2E9147782}" srcOrd="2" destOrd="0" presId="urn:microsoft.com/office/officeart/2018/2/layout/IconVerticalSolidList"/>
    <dgm:cxn modelId="{6B713DE2-BEAB-4360-B33F-3786EDD1ACDD}" type="presParOf" srcId="{6543EF65-4C57-4529-8099-F67BA9623812}" destId="{8151F57E-BABE-4C5B-8AA5-0993E450907B}" srcOrd="3" destOrd="0" presId="urn:microsoft.com/office/officeart/2018/2/layout/IconVerticalSolidList"/>
    <dgm:cxn modelId="{3B50DD75-73A2-4D7A-AF26-587D7E6BA042}" type="presParOf" srcId="{BD96D432-16CC-480E-B03A-A55E55BD464F}" destId="{796A6C47-2608-4EC0-BD74-CA52390F2B12}" srcOrd="1" destOrd="0" presId="urn:microsoft.com/office/officeart/2018/2/layout/IconVerticalSolidList"/>
    <dgm:cxn modelId="{6E4B4F32-5776-4630-BBF5-4202E6215624}" type="presParOf" srcId="{BD96D432-16CC-480E-B03A-A55E55BD464F}" destId="{388A6354-832F-40E8-9690-5AF767C73AEB}" srcOrd="2" destOrd="0" presId="urn:microsoft.com/office/officeart/2018/2/layout/IconVerticalSolidList"/>
    <dgm:cxn modelId="{176C109E-BC6D-4248-9754-5FA6D405A805}" type="presParOf" srcId="{388A6354-832F-40E8-9690-5AF767C73AEB}" destId="{C404DAE6-2C2A-4FD1-9573-47AD025931F2}" srcOrd="0" destOrd="0" presId="urn:microsoft.com/office/officeart/2018/2/layout/IconVerticalSolidList"/>
    <dgm:cxn modelId="{DB6C6236-B9EB-4541-B44E-E09A34A634DD}" type="presParOf" srcId="{388A6354-832F-40E8-9690-5AF767C73AEB}" destId="{D52FAB67-0809-4266-A8CC-B5E1BCCD5335}" srcOrd="1" destOrd="0" presId="urn:microsoft.com/office/officeart/2018/2/layout/IconVerticalSolidList"/>
    <dgm:cxn modelId="{B4002F61-1E09-4080-975A-0F817D9BC545}" type="presParOf" srcId="{388A6354-832F-40E8-9690-5AF767C73AEB}" destId="{B218F74A-942B-4B02-95ED-38226D2B986D}" srcOrd="2" destOrd="0" presId="urn:microsoft.com/office/officeart/2018/2/layout/IconVerticalSolidList"/>
    <dgm:cxn modelId="{4C5819C5-0934-4B9A-B7A6-9BD98D98B155}" type="presParOf" srcId="{388A6354-832F-40E8-9690-5AF767C73AEB}" destId="{EAD0130D-A636-43C8-A76E-F13E16AE6EEE}" srcOrd="3" destOrd="0" presId="urn:microsoft.com/office/officeart/2018/2/layout/IconVerticalSolidList"/>
    <dgm:cxn modelId="{7BC17855-8E60-431D-81CD-0C6543B8E81A}" type="presParOf" srcId="{BD96D432-16CC-480E-B03A-A55E55BD464F}" destId="{E22A3199-6A65-43D7-BA3C-423B30CE9D0C}" srcOrd="3" destOrd="0" presId="urn:microsoft.com/office/officeart/2018/2/layout/IconVerticalSolidList"/>
    <dgm:cxn modelId="{84F33521-62B6-482C-BA70-79A0FCD257DD}" type="presParOf" srcId="{BD96D432-16CC-480E-B03A-A55E55BD464F}" destId="{0D9CF206-6CEE-4AD6-8C20-2CEE8DAADF96}" srcOrd="4" destOrd="0" presId="urn:microsoft.com/office/officeart/2018/2/layout/IconVerticalSolidList"/>
    <dgm:cxn modelId="{5C1216ED-24B9-4E50-AC75-9111DD698E08}" type="presParOf" srcId="{0D9CF206-6CEE-4AD6-8C20-2CEE8DAADF96}" destId="{ACABE74E-D4C0-4B11-995B-EA504891BC94}" srcOrd="0" destOrd="0" presId="urn:microsoft.com/office/officeart/2018/2/layout/IconVerticalSolidList"/>
    <dgm:cxn modelId="{C6A09930-F3F9-425C-865E-1E95954E3C28}" type="presParOf" srcId="{0D9CF206-6CEE-4AD6-8C20-2CEE8DAADF96}" destId="{CD766A68-68FE-467D-8962-1A24EB9DD754}" srcOrd="1" destOrd="0" presId="urn:microsoft.com/office/officeart/2018/2/layout/IconVerticalSolidList"/>
    <dgm:cxn modelId="{BFE5DC9A-7131-4AF4-94E4-165DE847544D}" type="presParOf" srcId="{0D9CF206-6CEE-4AD6-8C20-2CEE8DAADF96}" destId="{3523A8F9-1ECE-4733-8D46-2EBDB8C2468E}" srcOrd="2" destOrd="0" presId="urn:microsoft.com/office/officeart/2018/2/layout/IconVerticalSolidList"/>
    <dgm:cxn modelId="{76DCD67F-6741-4F35-B401-942534D48B59}" type="presParOf" srcId="{0D9CF206-6CEE-4AD6-8C20-2CEE8DAADF96}" destId="{3FD07823-9527-45DC-B1B7-386FF93DBC3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D8EA90E-44D0-40A6-8C2D-3ED876B8D491}"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30A1F46E-F1CA-499B-8304-86F241439BD6}">
      <dgm:prSet/>
      <dgm:spPr/>
      <dgm:t>
        <a:bodyPr/>
        <a:lstStyle/>
        <a:p>
          <a:r>
            <a:rPr lang="en-US"/>
            <a:t>Every operation corresponds to a circuit</a:t>
          </a:r>
        </a:p>
      </dgm:t>
      <dgm:extLst>
        <a:ext uri="{E40237B7-FDA0-4F09-8148-C483321AD2D9}">
          <dgm14:cNvPr xmlns:dgm14="http://schemas.microsoft.com/office/drawing/2010/diagram" id="0" name="" descr="Every operation corresponds to a circuit&#10;Addition → Adder circuits&#10;Logic operations → Logic gates&#10;"/>
        </a:ext>
      </dgm:extLst>
    </dgm:pt>
    <dgm:pt modelId="{414E6F53-DA7A-48B7-B47A-BFEF83DDAF81}" type="parTrans" cxnId="{54A7BDD0-19DA-4DD6-A260-7C4E451E176F}">
      <dgm:prSet/>
      <dgm:spPr/>
      <dgm:t>
        <a:bodyPr/>
        <a:lstStyle/>
        <a:p>
          <a:endParaRPr lang="en-US"/>
        </a:p>
      </dgm:t>
    </dgm:pt>
    <dgm:pt modelId="{F7A1D050-9AB6-4CA5-820D-2F7761141A21}" type="sibTrans" cxnId="{54A7BDD0-19DA-4DD6-A260-7C4E451E176F}">
      <dgm:prSet/>
      <dgm:spPr/>
      <dgm:t>
        <a:bodyPr/>
        <a:lstStyle/>
        <a:p>
          <a:endParaRPr lang="en-US"/>
        </a:p>
      </dgm:t>
    </dgm:pt>
    <dgm:pt modelId="{775B48BD-D4BC-4F68-8079-753F38E41405}">
      <dgm:prSet/>
      <dgm:spPr/>
      <dgm:t>
        <a:bodyPr/>
        <a:lstStyle/>
        <a:p>
          <a:r>
            <a:rPr lang="en-US"/>
            <a:t>Addition → Adder circuits</a:t>
          </a:r>
        </a:p>
      </dgm:t>
      <dgm:extLst>
        <a:ext uri="{E40237B7-FDA0-4F09-8148-C483321AD2D9}">
          <dgm14:cNvPr xmlns:dgm14="http://schemas.microsoft.com/office/drawing/2010/diagram" id="0" name="" descr="Every operation corresponds to a circuit&#10;Addition → Adder circuits&#10;Logic operations → Logic gates&#10;"/>
        </a:ext>
      </dgm:extLst>
    </dgm:pt>
    <dgm:pt modelId="{43138881-AD44-4894-8BC3-1C38D8D48F4A}" type="parTrans" cxnId="{C22172AB-FBD9-4875-A381-D6DDC9A32A4B}">
      <dgm:prSet/>
      <dgm:spPr/>
      <dgm:t>
        <a:bodyPr/>
        <a:lstStyle/>
        <a:p>
          <a:endParaRPr lang="en-US"/>
        </a:p>
      </dgm:t>
    </dgm:pt>
    <dgm:pt modelId="{50D751D3-0DDA-4FAD-91CE-43A2781F720A}" type="sibTrans" cxnId="{C22172AB-FBD9-4875-A381-D6DDC9A32A4B}">
      <dgm:prSet/>
      <dgm:spPr/>
      <dgm:t>
        <a:bodyPr/>
        <a:lstStyle/>
        <a:p>
          <a:endParaRPr lang="en-US"/>
        </a:p>
      </dgm:t>
    </dgm:pt>
    <dgm:pt modelId="{9321E59F-481C-4A62-886D-C948FF2CA777}">
      <dgm:prSet/>
      <dgm:spPr/>
      <dgm:t>
        <a:bodyPr/>
        <a:lstStyle/>
        <a:p>
          <a:r>
            <a:rPr lang="en-US" dirty="0"/>
            <a:t>Logic operations → Logic gates</a:t>
          </a:r>
        </a:p>
      </dgm:t>
      <dgm:extLst>
        <a:ext uri="{E40237B7-FDA0-4F09-8148-C483321AD2D9}">
          <dgm14:cNvPr xmlns:dgm14="http://schemas.microsoft.com/office/drawing/2010/diagram" id="0" name="" descr="Every operation corresponds to a circuit&#10;Addition → Adder circuits&#10;Logic operations → Logic gates&#10;"/>
        </a:ext>
      </dgm:extLst>
    </dgm:pt>
    <dgm:pt modelId="{D5EBFDE3-A6CF-433E-ABF1-CC8552EA8002}" type="parTrans" cxnId="{257F3CD5-89C7-4EE9-8670-0DD5044A3EDC}">
      <dgm:prSet/>
      <dgm:spPr/>
      <dgm:t>
        <a:bodyPr/>
        <a:lstStyle/>
        <a:p>
          <a:endParaRPr lang="en-US"/>
        </a:p>
      </dgm:t>
    </dgm:pt>
    <dgm:pt modelId="{4D463ECA-CF92-4639-9FE5-EA59FB5E9CED}" type="sibTrans" cxnId="{257F3CD5-89C7-4EE9-8670-0DD5044A3EDC}">
      <dgm:prSet/>
      <dgm:spPr/>
      <dgm:t>
        <a:bodyPr/>
        <a:lstStyle/>
        <a:p>
          <a:endParaRPr lang="en-US"/>
        </a:p>
      </dgm:t>
    </dgm:pt>
    <dgm:pt modelId="{9AB71D9A-67F6-4B9D-96A9-5AB82CBD33BE}" type="pres">
      <dgm:prSet presAssocID="{DD8EA90E-44D0-40A6-8C2D-3ED876B8D491}" presName="linear" presStyleCnt="0">
        <dgm:presLayoutVars>
          <dgm:animLvl val="lvl"/>
          <dgm:resizeHandles val="exact"/>
        </dgm:presLayoutVars>
      </dgm:prSet>
      <dgm:spPr/>
    </dgm:pt>
    <dgm:pt modelId="{91061DD0-FA52-494A-96A8-6F3C432E4D58}" type="pres">
      <dgm:prSet presAssocID="{30A1F46E-F1CA-499B-8304-86F241439BD6}" presName="parentText" presStyleLbl="node1" presStyleIdx="0" presStyleCnt="3">
        <dgm:presLayoutVars>
          <dgm:chMax val="0"/>
          <dgm:bulletEnabled val="1"/>
        </dgm:presLayoutVars>
      </dgm:prSet>
      <dgm:spPr/>
    </dgm:pt>
    <dgm:pt modelId="{C9B3AD0F-E70B-4C74-9E57-3A7D4619F3DE}" type="pres">
      <dgm:prSet presAssocID="{F7A1D050-9AB6-4CA5-820D-2F7761141A21}" presName="spacer" presStyleCnt="0"/>
      <dgm:spPr/>
    </dgm:pt>
    <dgm:pt modelId="{7FF4BF43-00BD-48AD-8AA5-D79A7A635FD8}" type="pres">
      <dgm:prSet presAssocID="{775B48BD-D4BC-4F68-8079-753F38E41405}" presName="parentText" presStyleLbl="node1" presStyleIdx="1" presStyleCnt="3">
        <dgm:presLayoutVars>
          <dgm:chMax val="0"/>
          <dgm:bulletEnabled val="1"/>
        </dgm:presLayoutVars>
      </dgm:prSet>
      <dgm:spPr/>
    </dgm:pt>
    <dgm:pt modelId="{2B964866-03E5-4DD0-8F43-822DDC903AE4}" type="pres">
      <dgm:prSet presAssocID="{50D751D3-0DDA-4FAD-91CE-43A2781F720A}" presName="spacer" presStyleCnt="0"/>
      <dgm:spPr/>
    </dgm:pt>
    <dgm:pt modelId="{1054DDD0-DEA2-49C4-9CB9-5B1BC7C6973A}" type="pres">
      <dgm:prSet presAssocID="{9321E59F-481C-4A62-886D-C948FF2CA777}" presName="parentText" presStyleLbl="node1" presStyleIdx="2" presStyleCnt="3">
        <dgm:presLayoutVars>
          <dgm:chMax val="0"/>
          <dgm:bulletEnabled val="1"/>
        </dgm:presLayoutVars>
      </dgm:prSet>
      <dgm:spPr/>
    </dgm:pt>
  </dgm:ptLst>
  <dgm:cxnLst>
    <dgm:cxn modelId="{0D102A00-7F86-4CF6-8A03-1F86B25A6C1E}" type="presOf" srcId="{30A1F46E-F1CA-499B-8304-86F241439BD6}" destId="{91061DD0-FA52-494A-96A8-6F3C432E4D58}" srcOrd="0" destOrd="0" presId="urn:microsoft.com/office/officeart/2005/8/layout/vList2"/>
    <dgm:cxn modelId="{42123483-6B57-49B2-BD4C-BEACCD383E0A}" type="presOf" srcId="{775B48BD-D4BC-4F68-8079-753F38E41405}" destId="{7FF4BF43-00BD-48AD-8AA5-D79A7A635FD8}" srcOrd="0" destOrd="0" presId="urn:microsoft.com/office/officeart/2005/8/layout/vList2"/>
    <dgm:cxn modelId="{C22172AB-FBD9-4875-A381-D6DDC9A32A4B}" srcId="{DD8EA90E-44D0-40A6-8C2D-3ED876B8D491}" destId="{775B48BD-D4BC-4F68-8079-753F38E41405}" srcOrd="1" destOrd="0" parTransId="{43138881-AD44-4894-8BC3-1C38D8D48F4A}" sibTransId="{50D751D3-0DDA-4FAD-91CE-43A2781F720A}"/>
    <dgm:cxn modelId="{54A7BDD0-19DA-4DD6-A260-7C4E451E176F}" srcId="{DD8EA90E-44D0-40A6-8C2D-3ED876B8D491}" destId="{30A1F46E-F1CA-499B-8304-86F241439BD6}" srcOrd="0" destOrd="0" parTransId="{414E6F53-DA7A-48B7-B47A-BFEF83DDAF81}" sibTransId="{F7A1D050-9AB6-4CA5-820D-2F7761141A21}"/>
    <dgm:cxn modelId="{257F3CD5-89C7-4EE9-8670-0DD5044A3EDC}" srcId="{DD8EA90E-44D0-40A6-8C2D-3ED876B8D491}" destId="{9321E59F-481C-4A62-886D-C948FF2CA777}" srcOrd="2" destOrd="0" parTransId="{D5EBFDE3-A6CF-433E-ABF1-CC8552EA8002}" sibTransId="{4D463ECA-CF92-4639-9FE5-EA59FB5E9CED}"/>
    <dgm:cxn modelId="{6CC3DCE3-4358-4C2D-B34F-70ACBA0CDCBA}" type="presOf" srcId="{DD8EA90E-44D0-40A6-8C2D-3ED876B8D491}" destId="{9AB71D9A-67F6-4B9D-96A9-5AB82CBD33BE}" srcOrd="0" destOrd="0" presId="urn:microsoft.com/office/officeart/2005/8/layout/vList2"/>
    <dgm:cxn modelId="{FA3E3AF4-92AF-4433-8E20-9EF53896D268}" type="presOf" srcId="{9321E59F-481C-4A62-886D-C948FF2CA777}" destId="{1054DDD0-DEA2-49C4-9CB9-5B1BC7C6973A}" srcOrd="0" destOrd="0" presId="urn:microsoft.com/office/officeart/2005/8/layout/vList2"/>
    <dgm:cxn modelId="{038E56AD-BF35-4EC1-BBD5-BB27B07724FB}" type="presParOf" srcId="{9AB71D9A-67F6-4B9D-96A9-5AB82CBD33BE}" destId="{91061DD0-FA52-494A-96A8-6F3C432E4D58}" srcOrd="0" destOrd="0" presId="urn:microsoft.com/office/officeart/2005/8/layout/vList2"/>
    <dgm:cxn modelId="{C9EF9BE9-7173-4B3E-9E93-554175C8735F}" type="presParOf" srcId="{9AB71D9A-67F6-4B9D-96A9-5AB82CBD33BE}" destId="{C9B3AD0F-E70B-4C74-9E57-3A7D4619F3DE}" srcOrd="1" destOrd="0" presId="urn:microsoft.com/office/officeart/2005/8/layout/vList2"/>
    <dgm:cxn modelId="{D4446783-0EA9-4907-B7BB-3BAEC8CE0DD6}" type="presParOf" srcId="{9AB71D9A-67F6-4B9D-96A9-5AB82CBD33BE}" destId="{7FF4BF43-00BD-48AD-8AA5-D79A7A635FD8}" srcOrd="2" destOrd="0" presId="urn:microsoft.com/office/officeart/2005/8/layout/vList2"/>
    <dgm:cxn modelId="{2FD838E1-2B7A-4715-8749-D9C0C94FDB4A}" type="presParOf" srcId="{9AB71D9A-67F6-4B9D-96A9-5AB82CBD33BE}" destId="{2B964866-03E5-4DD0-8F43-822DDC903AE4}" srcOrd="3" destOrd="0" presId="urn:microsoft.com/office/officeart/2005/8/layout/vList2"/>
    <dgm:cxn modelId="{D18F7278-221A-4703-9D33-DCA7322AF31D}" type="presParOf" srcId="{9AB71D9A-67F6-4B9D-96A9-5AB82CBD33BE}" destId="{1054DDD0-DEA2-49C4-9CB9-5B1BC7C6973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8861058-78F8-4316-B897-6E4C22340BB1}" type="doc">
      <dgm:prSet loTypeId="urn:microsoft.com/office/officeart/2005/8/layout/process1" loCatId="process" qsTypeId="urn:microsoft.com/office/officeart/2005/8/quickstyle/simple1" qsCatId="simple" csTypeId="urn:microsoft.com/office/officeart/2005/8/colors/accent2_2" csCatId="accent2" phldr="1"/>
      <dgm:spPr/>
      <dgm:t>
        <a:bodyPr/>
        <a:lstStyle/>
        <a:p>
          <a:endParaRPr lang="en-US"/>
        </a:p>
      </dgm:t>
    </dgm:pt>
    <dgm:pt modelId="{0316768D-4828-44DD-A19D-1FD04CAF9C4A}">
      <dgm:prSet/>
      <dgm:spPr/>
      <dgm:t>
        <a:bodyPr/>
        <a:lstStyle/>
        <a:p>
          <a:r>
            <a:rPr lang="en-US"/>
            <a:t>Hardware is designed to perform operations</a:t>
          </a:r>
        </a:p>
      </dgm:t>
      <dgm:extLst>
        <a:ext uri="{E40237B7-FDA0-4F09-8148-C483321AD2D9}">
          <dgm14:cNvPr xmlns:dgm14="http://schemas.microsoft.com/office/drawing/2010/diagram" id="0" name="" descr="Hardware is designed to perform operations&#10;Software ultimately maps to these operations&#10;Everything reduces to logic flow + operations&#10;"/>
        </a:ext>
      </dgm:extLst>
    </dgm:pt>
    <dgm:pt modelId="{9E3A9E69-030A-4B06-B9E7-1C8607A82306}" type="parTrans" cxnId="{54CCE477-B32A-402A-B709-8E9ADAA996FB}">
      <dgm:prSet/>
      <dgm:spPr/>
      <dgm:t>
        <a:bodyPr/>
        <a:lstStyle/>
        <a:p>
          <a:endParaRPr lang="en-US"/>
        </a:p>
      </dgm:t>
    </dgm:pt>
    <dgm:pt modelId="{143DB6D3-8A77-4B2F-B89F-F907374EC0F4}" type="sibTrans" cxnId="{54CCE477-B32A-402A-B709-8E9ADAA996FB}">
      <dgm:prSet/>
      <dgm:spPr/>
      <dgm:t>
        <a:bodyPr/>
        <a:lstStyle/>
        <a:p>
          <a:endParaRPr lang="en-US"/>
        </a:p>
      </dgm:t>
    </dgm:pt>
    <dgm:pt modelId="{F44CE2B5-902F-439D-96C2-CD823D16D7EF}">
      <dgm:prSet/>
      <dgm:spPr/>
      <dgm:t>
        <a:bodyPr/>
        <a:lstStyle/>
        <a:p>
          <a:r>
            <a:rPr lang="en-US" dirty="0"/>
            <a:t>Software ultimately maps to these operations</a:t>
          </a:r>
        </a:p>
      </dgm:t>
      <dgm:extLst>
        <a:ext uri="{E40237B7-FDA0-4F09-8148-C483321AD2D9}">
          <dgm14:cNvPr xmlns:dgm14="http://schemas.microsoft.com/office/drawing/2010/diagram" id="0" name="" descr="Hardware is designed to perform operations&#10;Software ultimately maps to these operations&#10;Everything reduces to logic flow + operations&#10;"/>
        </a:ext>
      </dgm:extLst>
    </dgm:pt>
    <dgm:pt modelId="{CE4CEE56-0137-4ED2-89EF-8F251A00CAEE}" type="parTrans" cxnId="{19FAFA87-7941-4E61-8D1C-9BC4FDC84442}">
      <dgm:prSet/>
      <dgm:spPr/>
      <dgm:t>
        <a:bodyPr/>
        <a:lstStyle/>
        <a:p>
          <a:endParaRPr lang="en-US"/>
        </a:p>
      </dgm:t>
    </dgm:pt>
    <dgm:pt modelId="{BABFC039-0DC8-4EE9-A6BE-1465023E02A0}" type="sibTrans" cxnId="{19FAFA87-7941-4E61-8D1C-9BC4FDC84442}">
      <dgm:prSet/>
      <dgm:spPr/>
      <dgm:t>
        <a:bodyPr/>
        <a:lstStyle/>
        <a:p>
          <a:endParaRPr lang="en-US"/>
        </a:p>
      </dgm:t>
    </dgm:pt>
    <dgm:pt modelId="{B741B1BD-5E88-47B7-A12E-06B818C0E306}">
      <dgm:prSet/>
      <dgm:spPr/>
      <dgm:t>
        <a:bodyPr/>
        <a:lstStyle/>
        <a:p>
          <a:r>
            <a:rPr lang="en-US" dirty="0"/>
            <a:t>Everything reduces to logic flow + operations</a:t>
          </a:r>
        </a:p>
      </dgm:t>
      <dgm:extLst>
        <a:ext uri="{E40237B7-FDA0-4F09-8148-C483321AD2D9}">
          <dgm14:cNvPr xmlns:dgm14="http://schemas.microsoft.com/office/drawing/2010/diagram" id="0" name="" descr="Hardware is designed to perform operations&#10;Software ultimately maps to these operations&#10;Everything reduces to logic flow + operations&#10;"/>
        </a:ext>
      </dgm:extLst>
    </dgm:pt>
    <dgm:pt modelId="{FEF6B5C2-9484-4B22-AB1E-9F5C79BCA529}" type="parTrans" cxnId="{309511AB-286B-4646-8FD6-94DDC3BF2247}">
      <dgm:prSet/>
      <dgm:spPr/>
      <dgm:t>
        <a:bodyPr/>
        <a:lstStyle/>
        <a:p>
          <a:endParaRPr lang="en-US"/>
        </a:p>
      </dgm:t>
    </dgm:pt>
    <dgm:pt modelId="{BA81A6F6-074B-4E69-9FBC-08256F3E50E8}" type="sibTrans" cxnId="{309511AB-286B-4646-8FD6-94DDC3BF2247}">
      <dgm:prSet/>
      <dgm:spPr/>
      <dgm:t>
        <a:bodyPr/>
        <a:lstStyle/>
        <a:p>
          <a:endParaRPr lang="en-US"/>
        </a:p>
      </dgm:t>
    </dgm:pt>
    <dgm:pt modelId="{8A5F0524-387A-4E78-9459-9B9E6FEF551A}" type="pres">
      <dgm:prSet presAssocID="{08861058-78F8-4316-B897-6E4C22340BB1}" presName="Name0" presStyleCnt="0">
        <dgm:presLayoutVars>
          <dgm:dir/>
          <dgm:resizeHandles val="exact"/>
        </dgm:presLayoutVars>
      </dgm:prSet>
      <dgm:spPr/>
    </dgm:pt>
    <dgm:pt modelId="{A70B19BA-438F-4216-B37B-69F95E1B6BDE}" type="pres">
      <dgm:prSet presAssocID="{0316768D-4828-44DD-A19D-1FD04CAF9C4A}" presName="node" presStyleLbl="node1" presStyleIdx="0" presStyleCnt="3">
        <dgm:presLayoutVars>
          <dgm:bulletEnabled val="1"/>
        </dgm:presLayoutVars>
      </dgm:prSet>
      <dgm:spPr/>
    </dgm:pt>
    <dgm:pt modelId="{E4943DDC-9885-4CBA-A307-2DCDE9AEDF55}" type="pres">
      <dgm:prSet presAssocID="{143DB6D3-8A77-4B2F-B89F-F907374EC0F4}" presName="sibTrans" presStyleLbl="sibTrans2D1" presStyleIdx="0" presStyleCnt="2"/>
      <dgm:spPr/>
    </dgm:pt>
    <dgm:pt modelId="{E70012CC-EC71-494A-B7B6-18E0C72A93D7}" type="pres">
      <dgm:prSet presAssocID="{143DB6D3-8A77-4B2F-B89F-F907374EC0F4}" presName="connectorText" presStyleLbl="sibTrans2D1" presStyleIdx="0" presStyleCnt="2"/>
      <dgm:spPr/>
    </dgm:pt>
    <dgm:pt modelId="{48FA5EE3-F9C4-4226-AA24-5DE41F405C73}" type="pres">
      <dgm:prSet presAssocID="{F44CE2B5-902F-439D-96C2-CD823D16D7EF}" presName="node" presStyleLbl="node1" presStyleIdx="1" presStyleCnt="3">
        <dgm:presLayoutVars>
          <dgm:bulletEnabled val="1"/>
        </dgm:presLayoutVars>
      </dgm:prSet>
      <dgm:spPr/>
    </dgm:pt>
    <dgm:pt modelId="{BCB3FFD0-D006-4857-9336-CBD76AEA87C0}" type="pres">
      <dgm:prSet presAssocID="{BABFC039-0DC8-4EE9-A6BE-1465023E02A0}" presName="sibTrans" presStyleLbl="sibTrans2D1" presStyleIdx="1" presStyleCnt="2"/>
      <dgm:spPr/>
    </dgm:pt>
    <dgm:pt modelId="{C496980D-F8B4-4682-BFFF-0F9A9B38CD0D}" type="pres">
      <dgm:prSet presAssocID="{BABFC039-0DC8-4EE9-A6BE-1465023E02A0}" presName="connectorText" presStyleLbl="sibTrans2D1" presStyleIdx="1" presStyleCnt="2"/>
      <dgm:spPr/>
    </dgm:pt>
    <dgm:pt modelId="{0101EE99-7ADA-4DC9-B2CB-3DCF207A9192}" type="pres">
      <dgm:prSet presAssocID="{B741B1BD-5E88-47B7-A12E-06B818C0E306}" presName="node" presStyleLbl="node1" presStyleIdx="2" presStyleCnt="3">
        <dgm:presLayoutVars>
          <dgm:bulletEnabled val="1"/>
        </dgm:presLayoutVars>
      </dgm:prSet>
      <dgm:spPr/>
    </dgm:pt>
  </dgm:ptLst>
  <dgm:cxnLst>
    <dgm:cxn modelId="{02327F1F-161A-416A-84F5-CA15FD23AC30}" type="presOf" srcId="{143DB6D3-8A77-4B2F-B89F-F907374EC0F4}" destId="{E4943DDC-9885-4CBA-A307-2DCDE9AEDF55}" srcOrd="0" destOrd="0" presId="urn:microsoft.com/office/officeart/2005/8/layout/process1"/>
    <dgm:cxn modelId="{044ADC1F-1479-4F85-B970-1FB5774C52BF}" type="presOf" srcId="{08861058-78F8-4316-B897-6E4C22340BB1}" destId="{8A5F0524-387A-4E78-9459-9B9E6FEF551A}" srcOrd="0" destOrd="0" presId="urn:microsoft.com/office/officeart/2005/8/layout/process1"/>
    <dgm:cxn modelId="{9CC45948-7265-4D52-9DA1-EDCF5FFC91CD}" type="presOf" srcId="{BABFC039-0DC8-4EE9-A6BE-1465023E02A0}" destId="{C496980D-F8B4-4682-BFFF-0F9A9B38CD0D}" srcOrd="1" destOrd="0" presId="urn:microsoft.com/office/officeart/2005/8/layout/process1"/>
    <dgm:cxn modelId="{7927336E-3D55-4B9A-B6A0-3CD2C7BE6ACA}" type="presOf" srcId="{0316768D-4828-44DD-A19D-1FD04CAF9C4A}" destId="{A70B19BA-438F-4216-B37B-69F95E1B6BDE}" srcOrd="0" destOrd="0" presId="urn:microsoft.com/office/officeart/2005/8/layout/process1"/>
    <dgm:cxn modelId="{4650F674-051C-410F-A7BB-638A197F2BDE}" type="presOf" srcId="{BABFC039-0DC8-4EE9-A6BE-1465023E02A0}" destId="{BCB3FFD0-D006-4857-9336-CBD76AEA87C0}" srcOrd="0" destOrd="0" presId="urn:microsoft.com/office/officeart/2005/8/layout/process1"/>
    <dgm:cxn modelId="{54CCE477-B32A-402A-B709-8E9ADAA996FB}" srcId="{08861058-78F8-4316-B897-6E4C22340BB1}" destId="{0316768D-4828-44DD-A19D-1FD04CAF9C4A}" srcOrd="0" destOrd="0" parTransId="{9E3A9E69-030A-4B06-B9E7-1C8607A82306}" sibTransId="{143DB6D3-8A77-4B2F-B89F-F907374EC0F4}"/>
    <dgm:cxn modelId="{19FAFA87-7941-4E61-8D1C-9BC4FDC84442}" srcId="{08861058-78F8-4316-B897-6E4C22340BB1}" destId="{F44CE2B5-902F-439D-96C2-CD823D16D7EF}" srcOrd="1" destOrd="0" parTransId="{CE4CEE56-0137-4ED2-89EF-8F251A00CAEE}" sibTransId="{BABFC039-0DC8-4EE9-A6BE-1465023E02A0}"/>
    <dgm:cxn modelId="{67A6F18D-554A-484C-A113-EA9424F07E39}" type="presOf" srcId="{143DB6D3-8A77-4B2F-B89F-F907374EC0F4}" destId="{E70012CC-EC71-494A-B7B6-18E0C72A93D7}" srcOrd="1" destOrd="0" presId="urn:microsoft.com/office/officeart/2005/8/layout/process1"/>
    <dgm:cxn modelId="{B7690BA4-D67A-4B0F-8EC5-04CC3ABDCC26}" type="presOf" srcId="{F44CE2B5-902F-439D-96C2-CD823D16D7EF}" destId="{48FA5EE3-F9C4-4226-AA24-5DE41F405C73}" srcOrd="0" destOrd="0" presId="urn:microsoft.com/office/officeart/2005/8/layout/process1"/>
    <dgm:cxn modelId="{309511AB-286B-4646-8FD6-94DDC3BF2247}" srcId="{08861058-78F8-4316-B897-6E4C22340BB1}" destId="{B741B1BD-5E88-47B7-A12E-06B818C0E306}" srcOrd="2" destOrd="0" parTransId="{FEF6B5C2-9484-4B22-AB1E-9F5C79BCA529}" sibTransId="{BA81A6F6-074B-4E69-9FBC-08256F3E50E8}"/>
    <dgm:cxn modelId="{7BF37ECC-A469-4F6A-80CE-C1C30F2B2B02}" type="presOf" srcId="{B741B1BD-5E88-47B7-A12E-06B818C0E306}" destId="{0101EE99-7ADA-4DC9-B2CB-3DCF207A9192}" srcOrd="0" destOrd="0" presId="urn:microsoft.com/office/officeart/2005/8/layout/process1"/>
    <dgm:cxn modelId="{3CFD4F93-3B83-4D06-83C1-22B97A1AC605}" type="presParOf" srcId="{8A5F0524-387A-4E78-9459-9B9E6FEF551A}" destId="{A70B19BA-438F-4216-B37B-69F95E1B6BDE}" srcOrd="0" destOrd="0" presId="urn:microsoft.com/office/officeart/2005/8/layout/process1"/>
    <dgm:cxn modelId="{E00B56CA-9415-4E2D-BABF-C3C2A8C3BD7C}" type="presParOf" srcId="{8A5F0524-387A-4E78-9459-9B9E6FEF551A}" destId="{E4943DDC-9885-4CBA-A307-2DCDE9AEDF55}" srcOrd="1" destOrd="0" presId="urn:microsoft.com/office/officeart/2005/8/layout/process1"/>
    <dgm:cxn modelId="{494AEF1A-D4CB-4304-AB78-1FCCD49B1A55}" type="presParOf" srcId="{E4943DDC-9885-4CBA-A307-2DCDE9AEDF55}" destId="{E70012CC-EC71-494A-B7B6-18E0C72A93D7}" srcOrd="0" destOrd="0" presId="urn:microsoft.com/office/officeart/2005/8/layout/process1"/>
    <dgm:cxn modelId="{78380AF2-206B-41F3-AA56-40725BE651D8}" type="presParOf" srcId="{8A5F0524-387A-4E78-9459-9B9E6FEF551A}" destId="{48FA5EE3-F9C4-4226-AA24-5DE41F405C73}" srcOrd="2" destOrd="0" presId="urn:microsoft.com/office/officeart/2005/8/layout/process1"/>
    <dgm:cxn modelId="{AFD391D6-629B-40B2-8A91-09AE97E8A675}" type="presParOf" srcId="{8A5F0524-387A-4E78-9459-9B9E6FEF551A}" destId="{BCB3FFD0-D006-4857-9336-CBD76AEA87C0}" srcOrd="3" destOrd="0" presId="urn:microsoft.com/office/officeart/2005/8/layout/process1"/>
    <dgm:cxn modelId="{DBCEB80F-2080-4029-8FD1-2DB1938FF1C0}" type="presParOf" srcId="{BCB3FFD0-D006-4857-9336-CBD76AEA87C0}" destId="{C496980D-F8B4-4682-BFFF-0F9A9B38CD0D}" srcOrd="0" destOrd="0" presId="urn:microsoft.com/office/officeart/2005/8/layout/process1"/>
    <dgm:cxn modelId="{1F2DC208-02A1-407A-8811-C632A25C6216}" type="presParOf" srcId="{8A5F0524-387A-4E78-9459-9B9E6FEF551A}" destId="{0101EE99-7ADA-4DC9-B2CB-3DCF207A9192}"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E3D5D55-D0A8-4847-B845-B43FFA4C2BD2}" type="doc">
      <dgm:prSet loTypeId="urn:microsoft.com/office/officeart/2005/8/layout/vList2" loCatId="list" qsTypeId="urn:microsoft.com/office/officeart/2005/8/quickstyle/simple4" qsCatId="simple" csTypeId="urn:microsoft.com/office/officeart/2005/8/colors/accent2_2" csCatId="accent2"/>
      <dgm:spPr/>
      <dgm:t>
        <a:bodyPr/>
        <a:lstStyle/>
        <a:p>
          <a:endParaRPr lang="en-US"/>
        </a:p>
      </dgm:t>
    </dgm:pt>
    <dgm:pt modelId="{09605E1E-CEEF-43E0-B064-F65CFDFE7FC9}">
      <dgm:prSet/>
      <dgm:spPr/>
      <dgm:t>
        <a:bodyPr/>
        <a:lstStyle/>
        <a:p>
          <a:r>
            <a:rPr lang="en-US"/>
            <a:t>Logic flow shows how signals move</a:t>
          </a:r>
        </a:p>
      </dgm:t>
    </dgm:pt>
    <dgm:pt modelId="{AEFF7846-71D2-47BD-A819-67BCDB2B62B8}" type="parTrans" cxnId="{AE8CAC9E-DC76-49B0-932A-24D6C05A9CFF}">
      <dgm:prSet/>
      <dgm:spPr/>
      <dgm:t>
        <a:bodyPr/>
        <a:lstStyle/>
        <a:p>
          <a:endParaRPr lang="en-US"/>
        </a:p>
      </dgm:t>
    </dgm:pt>
    <dgm:pt modelId="{1F5A20D7-9DD9-4AE1-A01A-616B8DDE4888}" type="sibTrans" cxnId="{AE8CAC9E-DC76-49B0-932A-24D6C05A9CFF}">
      <dgm:prSet/>
      <dgm:spPr/>
      <dgm:t>
        <a:bodyPr/>
        <a:lstStyle/>
        <a:p>
          <a:endParaRPr lang="en-US"/>
        </a:p>
      </dgm:t>
    </dgm:pt>
    <dgm:pt modelId="{710E0B61-1838-4553-B2DA-ACCE40937026}">
      <dgm:prSet/>
      <dgm:spPr/>
      <dgm:t>
        <a:bodyPr/>
        <a:lstStyle/>
        <a:p>
          <a:r>
            <a:rPr lang="en-US" dirty="0"/>
            <a:t>Operations define what is done to data</a:t>
          </a:r>
        </a:p>
      </dgm:t>
    </dgm:pt>
    <dgm:pt modelId="{2FE79328-3FE7-48BA-9CBF-08BDE172B881}" type="parTrans" cxnId="{FD47A3E8-5C66-427B-BCD7-FA28DCB9F7C7}">
      <dgm:prSet/>
      <dgm:spPr/>
      <dgm:t>
        <a:bodyPr/>
        <a:lstStyle/>
        <a:p>
          <a:endParaRPr lang="en-US"/>
        </a:p>
      </dgm:t>
    </dgm:pt>
    <dgm:pt modelId="{42DA620E-87BB-40E3-A76C-123EBCDC953D}" type="sibTrans" cxnId="{FD47A3E8-5C66-427B-BCD7-FA28DCB9F7C7}">
      <dgm:prSet/>
      <dgm:spPr/>
      <dgm:t>
        <a:bodyPr/>
        <a:lstStyle/>
        <a:p>
          <a:endParaRPr lang="en-US"/>
        </a:p>
      </dgm:t>
    </dgm:pt>
    <dgm:pt modelId="{B290FF9B-81B3-41FF-B986-F8C8BE4092D8}">
      <dgm:prSet/>
      <dgm:spPr/>
      <dgm:t>
        <a:bodyPr/>
        <a:lstStyle/>
        <a:p>
          <a:r>
            <a:rPr lang="en-US" dirty="0"/>
            <a:t>Hardware is built to execute these operations</a:t>
          </a:r>
        </a:p>
      </dgm:t>
    </dgm:pt>
    <dgm:pt modelId="{683D87F1-BB36-42AD-80CE-A2CAABF7609D}" type="parTrans" cxnId="{449878D3-A8F4-4F97-9F86-8AE9365DEF72}">
      <dgm:prSet/>
      <dgm:spPr/>
      <dgm:t>
        <a:bodyPr/>
        <a:lstStyle/>
        <a:p>
          <a:endParaRPr lang="en-US"/>
        </a:p>
      </dgm:t>
    </dgm:pt>
    <dgm:pt modelId="{02CBC2CA-B6CB-4B66-B5F4-3FF4704ED068}" type="sibTrans" cxnId="{449878D3-A8F4-4F97-9F86-8AE9365DEF72}">
      <dgm:prSet/>
      <dgm:spPr/>
      <dgm:t>
        <a:bodyPr/>
        <a:lstStyle/>
        <a:p>
          <a:endParaRPr lang="en-US"/>
        </a:p>
      </dgm:t>
    </dgm:pt>
    <dgm:pt modelId="{100FF4CE-65CC-4278-AA62-71854AEAE3E3}" type="pres">
      <dgm:prSet presAssocID="{2E3D5D55-D0A8-4847-B845-B43FFA4C2BD2}" presName="linear" presStyleCnt="0">
        <dgm:presLayoutVars>
          <dgm:animLvl val="lvl"/>
          <dgm:resizeHandles val="exact"/>
        </dgm:presLayoutVars>
      </dgm:prSet>
      <dgm:spPr/>
    </dgm:pt>
    <dgm:pt modelId="{513681A3-9383-4C66-BA68-4C8AE199CF94}" type="pres">
      <dgm:prSet presAssocID="{09605E1E-CEEF-43E0-B064-F65CFDFE7FC9}" presName="parentText" presStyleLbl="node1" presStyleIdx="0" presStyleCnt="3">
        <dgm:presLayoutVars>
          <dgm:chMax val="0"/>
          <dgm:bulletEnabled val="1"/>
        </dgm:presLayoutVars>
      </dgm:prSet>
      <dgm:spPr/>
    </dgm:pt>
    <dgm:pt modelId="{E5054609-6B2E-4998-B375-DFDF6A7909DD}" type="pres">
      <dgm:prSet presAssocID="{1F5A20D7-9DD9-4AE1-A01A-616B8DDE4888}" presName="spacer" presStyleCnt="0"/>
      <dgm:spPr/>
    </dgm:pt>
    <dgm:pt modelId="{0E37BCCE-0514-43D3-8EDD-D4CEBFCCAE1B}" type="pres">
      <dgm:prSet presAssocID="{710E0B61-1838-4553-B2DA-ACCE40937026}" presName="parentText" presStyleLbl="node1" presStyleIdx="1" presStyleCnt="3">
        <dgm:presLayoutVars>
          <dgm:chMax val="0"/>
          <dgm:bulletEnabled val="1"/>
        </dgm:presLayoutVars>
      </dgm:prSet>
      <dgm:spPr/>
    </dgm:pt>
    <dgm:pt modelId="{EADCEF2C-52D5-4E0F-ABCF-C32FD1B731EF}" type="pres">
      <dgm:prSet presAssocID="{42DA620E-87BB-40E3-A76C-123EBCDC953D}" presName="spacer" presStyleCnt="0"/>
      <dgm:spPr/>
    </dgm:pt>
    <dgm:pt modelId="{3EC231FF-94A4-42EB-B261-7182625CD6E2}" type="pres">
      <dgm:prSet presAssocID="{B290FF9B-81B3-41FF-B986-F8C8BE4092D8}" presName="parentText" presStyleLbl="node1" presStyleIdx="2" presStyleCnt="3">
        <dgm:presLayoutVars>
          <dgm:chMax val="0"/>
          <dgm:bulletEnabled val="1"/>
        </dgm:presLayoutVars>
      </dgm:prSet>
      <dgm:spPr/>
    </dgm:pt>
  </dgm:ptLst>
  <dgm:cxnLst>
    <dgm:cxn modelId="{7888F61E-227E-429D-AD9E-55257D0A6C97}" type="presOf" srcId="{09605E1E-CEEF-43E0-B064-F65CFDFE7FC9}" destId="{513681A3-9383-4C66-BA68-4C8AE199CF94}" srcOrd="0" destOrd="0" presId="urn:microsoft.com/office/officeart/2005/8/layout/vList2"/>
    <dgm:cxn modelId="{36A8EF64-C7D0-44BD-AD8D-D8A5977EEB98}" type="presOf" srcId="{2E3D5D55-D0A8-4847-B845-B43FFA4C2BD2}" destId="{100FF4CE-65CC-4278-AA62-71854AEAE3E3}" srcOrd="0" destOrd="0" presId="urn:microsoft.com/office/officeart/2005/8/layout/vList2"/>
    <dgm:cxn modelId="{AE8CAC9E-DC76-49B0-932A-24D6C05A9CFF}" srcId="{2E3D5D55-D0A8-4847-B845-B43FFA4C2BD2}" destId="{09605E1E-CEEF-43E0-B064-F65CFDFE7FC9}" srcOrd="0" destOrd="0" parTransId="{AEFF7846-71D2-47BD-A819-67BCDB2B62B8}" sibTransId="{1F5A20D7-9DD9-4AE1-A01A-616B8DDE4888}"/>
    <dgm:cxn modelId="{449878D3-A8F4-4F97-9F86-8AE9365DEF72}" srcId="{2E3D5D55-D0A8-4847-B845-B43FFA4C2BD2}" destId="{B290FF9B-81B3-41FF-B986-F8C8BE4092D8}" srcOrd="2" destOrd="0" parTransId="{683D87F1-BB36-42AD-80CE-A2CAABF7609D}" sibTransId="{02CBC2CA-B6CB-4B66-B5F4-3FF4704ED068}"/>
    <dgm:cxn modelId="{2AA479DA-F7AC-4263-89D0-5C7D97B42B98}" type="presOf" srcId="{B290FF9B-81B3-41FF-B986-F8C8BE4092D8}" destId="{3EC231FF-94A4-42EB-B261-7182625CD6E2}" srcOrd="0" destOrd="0" presId="urn:microsoft.com/office/officeart/2005/8/layout/vList2"/>
    <dgm:cxn modelId="{FD47A3E8-5C66-427B-BCD7-FA28DCB9F7C7}" srcId="{2E3D5D55-D0A8-4847-B845-B43FFA4C2BD2}" destId="{710E0B61-1838-4553-B2DA-ACCE40937026}" srcOrd="1" destOrd="0" parTransId="{2FE79328-3FE7-48BA-9CBF-08BDE172B881}" sibTransId="{42DA620E-87BB-40E3-A76C-123EBCDC953D}"/>
    <dgm:cxn modelId="{E8AA13E9-267B-48CF-B64A-69F95AA56514}" type="presOf" srcId="{710E0B61-1838-4553-B2DA-ACCE40937026}" destId="{0E37BCCE-0514-43D3-8EDD-D4CEBFCCAE1B}" srcOrd="0" destOrd="0" presId="urn:microsoft.com/office/officeart/2005/8/layout/vList2"/>
    <dgm:cxn modelId="{A91CA20F-4836-4B00-9F17-172507572BB1}" type="presParOf" srcId="{100FF4CE-65CC-4278-AA62-71854AEAE3E3}" destId="{513681A3-9383-4C66-BA68-4C8AE199CF94}" srcOrd="0" destOrd="0" presId="urn:microsoft.com/office/officeart/2005/8/layout/vList2"/>
    <dgm:cxn modelId="{B22D7E59-0F57-4BC1-AE5F-2DF9B56594A5}" type="presParOf" srcId="{100FF4CE-65CC-4278-AA62-71854AEAE3E3}" destId="{E5054609-6B2E-4998-B375-DFDF6A7909DD}" srcOrd="1" destOrd="0" presId="urn:microsoft.com/office/officeart/2005/8/layout/vList2"/>
    <dgm:cxn modelId="{AA0386E9-555E-4399-BB6F-95E327027057}" type="presParOf" srcId="{100FF4CE-65CC-4278-AA62-71854AEAE3E3}" destId="{0E37BCCE-0514-43D3-8EDD-D4CEBFCCAE1B}" srcOrd="2" destOrd="0" presId="urn:microsoft.com/office/officeart/2005/8/layout/vList2"/>
    <dgm:cxn modelId="{69268D9B-1736-46F0-BC20-B156735DAEF1}" type="presParOf" srcId="{100FF4CE-65CC-4278-AA62-71854AEAE3E3}" destId="{EADCEF2C-52D5-4E0F-ABCF-C32FD1B731EF}" srcOrd="3" destOrd="0" presId="urn:microsoft.com/office/officeart/2005/8/layout/vList2"/>
    <dgm:cxn modelId="{D7ABFFCA-9DC8-4BF1-97BC-6B351C7E6BE8}" type="presParOf" srcId="{100FF4CE-65CC-4278-AA62-71854AEAE3E3}" destId="{3EC231FF-94A4-42EB-B261-7182625CD6E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5F216-A20D-4DFF-9145-7988C459EA7F}">
      <dsp:nvSpPr>
        <dsp:cNvPr id="0" name=""/>
        <dsp:cNvSpPr/>
      </dsp:nvSpPr>
      <dsp:spPr>
        <a:xfrm>
          <a:off x="0" y="542"/>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0054E4-EF6B-4E1C-ABC1-DB19D285A609}">
      <dsp:nvSpPr>
        <dsp:cNvPr id="0" name=""/>
        <dsp:cNvSpPr/>
      </dsp:nvSpPr>
      <dsp:spPr>
        <a:xfrm>
          <a:off x="383960" y="286132"/>
          <a:ext cx="698109" cy="698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32DBCB-E486-4927-A9A0-0B25B3603396}">
      <dsp:nvSpPr>
        <dsp:cNvPr id="0" name=""/>
        <dsp:cNvSpPr/>
      </dsp:nvSpPr>
      <dsp:spPr>
        <a:xfrm>
          <a:off x="1466029" y="542"/>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a:t>Understand how logic flows through a system using diagrams</a:t>
          </a:r>
        </a:p>
      </dsp:txBody>
      <dsp:txXfrm>
        <a:off x="1466029" y="542"/>
        <a:ext cx="9811570" cy="1269289"/>
      </dsp:txXfrm>
    </dsp:sp>
    <dsp:sp modelId="{AE00B58E-F174-4B31-A9F1-75D8438EA8ED}">
      <dsp:nvSpPr>
        <dsp:cNvPr id="0" name=""/>
        <dsp:cNvSpPr/>
      </dsp:nvSpPr>
      <dsp:spPr>
        <a:xfrm>
          <a:off x="0" y="1587154"/>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632E82-F161-4621-89A8-492C36010DDB}">
      <dsp:nvSpPr>
        <dsp:cNvPr id="0" name=""/>
        <dsp:cNvSpPr/>
      </dsp:nvSpPr>
      <dsp:spPr>
        <a:xfrm>
          <a:off x="383960" y="1872744"/>
          <a:ext cx="698109" cy="698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653925-699B-4764-8A34-AFEE266106F8}">
      <dsp:nvSpPr>
        <dsp:cNvPr id="0" name=""/>
        <dsp:cNvSpPr/>
      </dsp:nvSpPr>
      <dsp:spPr>
        <a:xfrm>
          <a:off x="1466029" y="1587154"/>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Identify basic operations: add, subtract, and logic functions</a:t>
          </a:r>
        </a:p>
      </dsp:txBody>
      <dsp:txXfrm>
        <a:off x="1466029" y="1587154"/>
        <a:ext cx="9811570" cy="1269289"/>
      </dsp:txXfrm>
    </dsp:sp>
    <dsp:sp modelId="{D747AE00-E86F-490E-B6ED-BA3F3FF9EC12}">
      <dsp:nvSpPr>
        <dsp:cNvPr id="0" name=""/>
        <dsp:cNvSpPr/>
      </dsp:nvSpPr>
      <dsp:spPr>
        <a:xfrm>
          <a:off x="0" y="3173766"/>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25B5EF-1C81-4CA7-8087-49FAB00295A7}">
      <dsp:nvSpPr>
        <dsp:cNvPr id="0" name=""/>
        <dsp:cNvSpPr/>
      </dsp:nvSpPr>
      <dsp:spPr>
        <a:xfrm>
          <a:off x="383960" y="3459356"/>
          <a:ext cx="698109" cy="698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C16239-17A7-411E-BF8C-1736497F4C2B}">
      <dsp:nvSpPr>
        <dsp:cNvPr id="0" name=""/>
        <dsp:cNvSpPr/>
      </dsp:nvSpPr>
      <dsp:spPr>
        <a:xfrm>
          <a:off x="1466029" y="3173766"/>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Connect operations to actual hardware components</a:t>
          </a:r>
        </a:p>
      </dsp:txBody>
      <dsp:txXfrm>
        <a:off x="1466029" y="3173766"/>
        <a:ext cx="9811570" cy="12692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1B3CE-5F30-4DAF-BC90-B0030F519AC5}">
      <dsp:nvSpPr>
        <dsp:cNvPr id="0" name=""/>
        <dsp:cNvSpPr/>
      </dsp:nvSpPr>
      <dsp:spPr>
        <a:xfrm>
          <a:off x="6863" y="76206"/>
          <a:ext cx="2051564" cy="123093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Inputs</a:t>
          </a:r>
        </a:p>
      </dsp:txBody>
      <dsp:txXfrm>
        <a:off x="42916" y="112259"/>
        <a:ext cx="1979458" cy="1158832"/>
      </dsp:txXfrm>
    </dsp:sp>
    <dsp:sp modelId="{C87921B0-DE9D-4E06-B797-8D5ECA7674D0}">
      <dsp:nvSpPr>
        <dsp:cNvPr id="0" name=""/>
        <dsp:cNvSpPr/>
      </dsp:nvSpPr>
      <dsp:spPr>
        <a:xfrm>
          <a:off x="2263584" y="437281"/>
          <a:ext cx="434931" cy="50878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2263584" y="539038"/>
        <a:ext cx="304452" cy="305273"/>
      </dsp:txXfrm>
    </dsp:sp>
    <dsp:sp modelId="{784C783F-D6A7-4BEB-809D-765346B74CB6}">
      <dsp:nvSpPr>
        <dsp:cNvPr id="0" name=""/>
        <dsp:cNvSpPr/>
      </dsp:nvSpPr>
      <dsp:spPr>
        <a:xfrm>
          <a:off x="2879054" y="76206"/>
          <a:ext cx="2051564" cy="123093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Processing</a:t>
          </a:r>
        </a:p>
      </dsp:txBody>
      <dsp:txXfrm>
        <a:off x="2915107" y="112259"/>
        <a:ext cx="1979458" cy="1158832"/>
      </dsp:txXfrm>
    </dsp:sp>
    <dsp:sp modelId="{A2616DC1-F4FD-4D78-902F-0D6B8A64D9FC}">
      <dsp:nvSpPr>
        <dsp:cNvPr id="0" name=""/>
        <dsp:cNvSpPr/>
      </dsp:nvSpPr>
      <dsp:spPr>
        <a:xfrm>
          <a:off x="5135775" y="437281"/>
          <a:ext cx="434931" cy="50878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5135775" y="539038"/>
        <a:ext cx="304452" cy="305273"/>
      </dsp:txXfrm>
    </dsp:sp>
    <dsp:sp modelId="{7AD49A84-297D-4155-B0E7-14F6E0F21C5B}">
      <dsp:nvSpPr>
        <dsp:cNvPr id="0" name=""/>
        <dsp:cNvSpPr/>
      </dsp:nvSpPr>
      <dsp:spPr>
        <a:xfrm>
          <a:off x="5751244" y="76206"/>
          <a:ext cx="2051564" cy="123093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Outputs</a:t>
          </a:r>
        </a:p>
      </dsp:txBody>
      <dsp:txXfrm>
        <a:off x="5787297" y="112259"/>
        <a:ext cx="1979458" cy="11588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ADD19-AADB-4AC7-A207-0983DE3DB09B}">
      <dsp:nvSpPr>
        <dsp:cNvPr id="0" name=""/>
        <dsp:cNvSpPr/>
      </dsp:nvSpPr>
      <dsp:spPr>
        <a:xfrm>
          <a:off x="0" y="542"/>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89E46E-1FA2-4FAF-A3E0-1B3EF8D67F04}">
      <dsp:nvSpPr>
        <dsp:cNvPr id="0" name=""/>
        <dsp:cNvSpPr/>
      </dsp:nvSpPr>
      <dsp:spPr>
        <a:xfrm>
          <a:off x="383960" y="286132"/>
          <a:ext cx="698109" cy="698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533D83-8884-45F2-98F2-0575B3094156}">
      <dsp:nvSpPr>
        <dsp:cNvPr id="0" name=""/>
        <dsp:cNvSpPr/>
      </dsp:nvSpPr>
      <dsp:spPr>
        <a:xfrm>
          <a:off x="1466029" y="542"/>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a:t>Use block diagrams to represent systems</a:t>
          </a:r>
        </a:p>
      </dsp:txBody>
      <dsp:txXfrm>
        <a:off x="1466029" y="542"/>
        <a:ext cx="9811570" cy="1269289"/>
      </dsp:txXfrm>
    </dsp:sp>
    <dsp:sp modelId="{0C771D79-DD1B-481B-9A4E-56F630293215}">
      <dsp:nvSpPr>
        <dsp:cNvPr id="0" name=""/>
        <dsp:cNvSpPr/>
      </dsp:nvSpPr>
      <dsp:spPr>
        <a:xfrm>
          <a:off x="0" y="1587154"/>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55E658-496C-45E0-8560-32290023C453}">
      <dsp:nvSpPr>
        <dsp:cNvPr id="0" name=""/>
        <dsp:cNvSpPr/>
      </dsp:nvSpPr>
      <dsp:spPr>
        <a:xfrm>
          <a:off x="383960" y="1872744"/>
          <a:ext cx="698109" cy="698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CC3B84-FA4C-4576-AAC3-647CC21BE6D3}">
      <dsp:nvSpPr>
        <dsp:cNvPr id="0" name=""/>
        <dsp:cNvSpPr/>
      </dsp:nvSpPr>
      <dsp:spPr>
        <a:xfrm>
          <a:off x="1466029" y="1587154"/>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a:t>Each block performs a function</a:t>
          </a:r>
        </a:p>
      </dsp:txBody>
      <dsp:txXfrm>
        <a:off x="1466029" y="1587154"/>
        <a:ext cx="9811570" cy="1269289"/>
      </dsp:txXfrm>
    </dsp:sp>
    <dsp:sp modelId="{0CCA14BD-126C-4CE4-BBCD-A91675062989}">
      <dsp:nvSpPr>
        <dsp:cNvPr id="0" name=""/>
        <dsp:cNvSpPr/>
      </dsp:nvSpPr>
      <dsp:spPr>
        <a:xfrm>
          <a:off x="0" y="3173766"/>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4E6F75-AFE5-496D-985D-95D6B7E37763}">
      <dsp:nvSpPr>
        <dsp:cNvPr id="0" name=""/>
        <dsp:cNvSpPr/>
      </dsp:nvSpPr>
      <dsp:spPr>
        <a:xfrm>
          <a:off x="383960" y="3459356"/>
          <a:ext cx="698109" cy="698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1E77CD-258E-46DB-8A80-F608F40C527B}">
      <dsp:nvSpPr>
        <dsp:cNvPr id="0" name=""/>
        <dsp:cNvSpPr/>
      </dsp:nvSpPr>
      <dsp:spPr>
        <a:xfrm>
          <a:off x="1466029" y="3173766"/>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Arrows show direction of signal movement</a:t>
          </a:r>
        </a:p>
      </dsp:txBody>
      <dsp:txXfrm>
        <a:off x="1466029" y="3173766"/>
        <a:ext cx="9811570" cy="12692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684AED-8731-401C-8FFA-5FFB76CCA4B7}">
      <dsp:nvSpPr>
        <dsp:cNvPr id="0" name=""/>
        <dsp:cNvSpPr/>
      </dsp:nvSpPr>
      <dsp:spPr>
        <a:xfrm>
          <a:off x="0" y="542"/>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59F228-5C11-4FC3-B6FF-33C5DA936789}">
      <dsp:nvSpPr>
        <dsp:cNvPr id="0" name=""/>
        <dsp:cNvSpPr/>
      </dsp:nvSpPr>
      <dsp:spPr>
        <a:xfrm>
          <a:off x="383960" y="286132"/>
          <a:ext cx="698109" cy="698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BAA946-D875-456B-994A-8D19D8C43DEC}">
      <dsp:nvSpPr>
        <dsp:cNvPr id="0" name=""/>
        <dsp:cNvSpPr/>
      </dsp:nvSpPr>
      <dsp:spPr>
        <a:xfrm>
          <a:off x="1466029" y="542"/>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a:t>Simplify complex systems</a:t>
          </a:r>
        </a:p>
      </dsp:txBody>
      <dsp:txXfrm>
        <a:off x="1466029" y="542"/>
        <a:ext cx="9811570" cy="1269289"/>
      </dsp:txXfrm>
    </dsp:sp>
    <dsp:sp modelId="{9B192C41-CA6A-448B-8865-5D21D3174AA0}">
      <dsp:nvSpPr>
        <dsp:cNvPr id="0" name=""/>
        <dsp:cNvSpPr/>
      </dsp:nvSpPr>
      <dsp:spPr>
        <a:xfrm>
          <a:off x="0" y="1587154"/>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3873BD-E09D-4CB4-BB5E-30B92D128DF4}">
      <dsp:nvSpPr>
        <dsp:cNvPr id="0" name=""/>
        <dsp:cNvSpPr/>
      </dsp:nvSpPr>
      <dsp:spPr>
        <a:xfrm>
          <a:off x="383960" y="1872744"/>
          <a:ext cx="698109" cy="698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218425-7627-435A-BEEC-1E510821D8FF}">
      <dsp:nvSpPr>
        <dsp:cNvPr id="0" name=""/>
        <dsp:cNvSpPr/>
      </dsp:nvSpPr>
      <dsp:spPr>
        <a:xfrm>
          <a:off x="1466029" y="1587154"/>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Help debug circuits</a:t>
          </a:r>
        </a:p>
      </dsp:txBody>
      <dsp:txXfrm>
        <a:off x="1466029" y="1587154"/>
        <a:ext cx="9811570" cy="1269289"/>
      </dsp:txXfrm>
    </dsp:sp>
    <dsp:sp modelId="{FE267DE9-C343-4495-B803-70496435D32D}">
      <dsp:nvSpPr>
        <dsp:cNvPr id="0" name=""/>
        <dsp:cNvSpPr/>
      </dsp:nvSpPr>
      <dsp:spPr>
        <a:xfrm>
          <a:off x="0" y="3173766"/>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9F8FFF-132F-429E-9808-57B5690FF582}">
      <dsp:nvSpPr>
        <dsp:cNvPr id="0" name=""/>
        <dsp:cNvSpPr/>
      </dsp:nvSpPr>
      <dsp:spPr>
        <a:xfrm>
          <a:off x="383960" y="3459356"/>
          <a:ext cx="698109" cy="698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FA2437-78D8-4898-A58C-8EC144AABD88}">
      <dsp:nvSpPr>
        <dsp:cNvPr id="0" name=""/>
        <dsp:cNvSpPr/>
      </dsp:nvSpPr>
      <dsp:spPr>
        <a:xfrm>
          <a:off x="1466029" y="3173766"/>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Make design easier to understand and communicate</a:t>
          </a:r>
        </a:p>
      </dsp:txBody>
      <dsp:txXfrm>
        <a:off x="1466029" y="3173766"/>
        <a:ext cx="9811570" cy="12692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3F536-0B0D-4863-B74A-B935857E1BAF}">
      <dsp:nvSpPr>
        <dsp:cNvPr id="0" name=""/>
        <dsp:cNvSpPr/>
      </dsp:nvSpPr>
      <dsp:spPr>
        <a:xfrm>
          <a:off x="0" y="2681946"/>
          <a:ext cx="11269766" cy="175964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dirty="0"/>
            <a:t>Examples</a:t>
          </a:r>
        </a:p>
      </dsp:txBody>
      <dsp:txXfrm>
        <a:off x="0" y="2681946"/>
        <a:ext cx="11269766" cy="950209"/>
      </dsp:txXfrm>
    </dsp:sp>
    <dsp:sp modelId="{1CF7F689-C6BC-4FE2-A0AE-B4DC4D6AC96B}">
      <dsp:nvSpPr>
        <dsp:cNvPr id="0" name=""/>
        <dsp:cNvSpPr/>
      </dsp:nvSpPr>
      <dsp:spPr>
        <a:xfrm>
          <a:off x="5502" y="3596963"/>
          <a:ext cx="3752920" cy="80943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35560" rIns="199136" bIns="35560" numCol="1" spcCol="1270" anchor="ctr" anchorCtr="0">
          <a:noAutofit/>
        </a:bodyPr>
        <a:lstStyle/>
        <a:p>
          <a:pPr marL="0" lvl="0" indent="0" algn="ctr" defTabSz="1244600">
            <a:lnSpc>
              <a:spcPct val="90000"/>
            </a:lnSpc>
            <a:spcBef>
              <a:spcPct val="0"/>
            </a:spcBef>
            <a:spcAft>
              <a:spcPct val="35000"/>
            </a:spcAft>
            <a:buNone/>
          </a:pPr>
          <a:r>
            <a:rPr lang="en-US" sz="2800" kern="1200"/>
            <a:t>Addition</a:t>
          </a:r>
        </a:p>
      </dsp:txBody>
      <dsp:txXfrm>
        <a:off x="5502" y="3596963"/>
        <a:ext cx="3752920" cy="809437"/>
      </dsp:txXfrm>
    </dsp:sp>
    <dsp:sp modelId="{E5FB7FCB-55BA-4158-BEE8-1C0212E28495}">
      <dsp:nvSpPr>
        <dsp:cNvPr id="0" name=""/>
        <dsp:cNvSpPr/>
      </dsp:nvSpPr>
      <dsp:spPr>
        <a:xfrm>
          <a:off x="3758422" y="3596963"/>
          <a:ext cx="3752920" cy="80943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35560" rIns="199136" bIns="35560" numCol="1" spcCol="1270" anchor="ctr" anchorCtr="0">
          <a:noAutofit/>
        </a:bodyPr>
        <a:lstStyle/>
        <a:p>
          <a:pPr marL="0" lvl="0" indent="0" algn="ctr" defTabSz="1244600">
            <a:lnSpc>
              <a:spcPct val="90000"/>
            </a:lnSpc>
            <a:spcBef>
              <a:spcPct val="0"/>
            </a:spcBef>
            <a:spcAft>
              <a:spcPct val="35000"/>
            </a:spcAft>
            <a:buNone/>
          </a:pPr>
          <a:r>
            <a:rPr lang="en-US" sz="2800" kern="1200"/>
            <a:t>Subtraction</a:t>
          </a:r>
        </a:p>
      </dsp:txBody>
      <dsp:txXfrm>
        <a:off x="3758422" y="3596963"/>
        <a:ext cx="3752920" cy="809437"/>
      </dsp:txXfrm>
    </dsp:sp>
    <dsp:sp modelId="{3D31CE8D-A669-4A81-B1E2-33111C7DAF7E}">
      <dsp:nvSpPr>
        <dsp:cNvPr id="0" name=""/>
        <dsp:cNvSpPr/>
      </dsp:nvSpPr>
      <dsp:spPr>
        <a:xfrm>
          <a:off x="7511343" y="3596963"/>
          <a:ext cx="3752920" cy="80943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35560" rIns="199136" bIns="35560" numCol="1" spcCol="1270" anchor="ctr" anchorCtr="0">
          <a:noAutofit/>
        </a:bodyPr>
        <a:lstStyle/>
        <a:p>
          <a:pPr marL="0" lvl="0" indent="0" algn="ctr" defTabSz="1244600">
            <a:lnSpc>
              <a:spcPct val="90000"/>
            </a:lnSpc>
            <a:spcBef>
              <a:spcPct val="0"/>
            </a:spcBef>
            <a:spcAft>
              <a:spcPct val="35000"/>
            </a:spcAft>
            <a:buNone/>
          </a:pPr>
          <a:r>
            <a:rPr lang="en-US" sz="2800" kern="1200" dirty="0"/>
            <a:t>Logical operations (AND, OR, NOT)</a:t>
          </a:r>
        </a:p>
      </dsp:txBody>
      <dsp:txXfrm>
        <a:off x="7511343" y="3596963"/>
        <a:ext cx="3752920" cy="809437"/>
      </dsp:txXfrm>
    </dsp:sp>
    <dsp:sp modelId="{79836E46-E1AF-4063-BD65-134E0716C6EE}">
      <dsp:nvSpPr>
        <dsp:cNvPr id="0" name=""/>
        <dsp:cNvSpPr/>
      </dsp:nvSpPr>
      <dsp:spPr>
        <a:xfrm rot="10800000">
          <a:off x="0" y="2003"/>
          <a:ext cx="11269766" cy="2706337"/>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a:t>Operations are actions performed on data</a:t>
          </a:r>
        </a:p>
      </dsp:txBody>
      <dsp:txXfrm rot="10800000">
        <a:off x="0" y="2003"/>
        <a:ext cx="11269766" cy="17584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850BC4-768C-48F3-8BE9-FD4F8672475A}">
      <dsp:nvSpPr>
        <dsp:cNvPr id="0" name=""/>
        <dsp:cNvSpPr/>
      </dsp:nvSpPr>
      <dsp:spPr>
        <a:xfrm>
          <a:off x="0" y="542"/>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F82AD2-E771-45FA-B611-6102CAA1A69F}">
      <dsp:nvSpPr>
        <dsp:cNvPr id="0" name=""/>
        <dsp:cNvSpPr/>
      </dsp:nvSpPr>
      <dsp:spPr>
        <a:xfrm>
          <a:off x="383960" y="286132"/>
          <a:ext cx="698109" cy="698109"/>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51F57E-BABE-4C5B-8AA5-0993E450907B}">
      <dsp:nvSpPr>
        <dsp:cNvPr id="0" name=""/>
        <dsp:cNvSpPr/>
      </dsp:nvSpPr>
      <dsp:spPr>
        <a:xfrm>
          <a:off x="1466029" y="542"/>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Addition (+)</a:t>
          </a:r>
        </a:p>
      </dsp:txBody>
      <dsp:txXfrm>
        <a:off x="1466029" y="542"/>
        <a:ext cx="9811570" cy="1269289"/>
      </dsp:txXfrm>
    </dsp:sp>
    <dsp:sp modelId="{C404DAE6-2C2A-4FD1-9573-47AD025931F2}">
      <dsp:nvSpPr>
        <dsp:cNvPr id="0" name=""/>
        <dsp:cNvSpPr/>
      </dsp:nvSpPr>
      <dsp:spPr>
        <a:xfrm>
          <a:off x="0" y="1587154"/>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2FAB67-0809-4266-A8CC-B5E1BCCD5335}">
      <dsp:nvSpPr>
        <dsp:cNvPr id="0" name=""/>
        <dsp:cNvSpPr/>
      </dsp:nvSpPr>
      <dsp:spPr>
        <a:xfrm>
          <a:off x="383960" y="1872744"/>
          <a:ext cx="698109" cy="698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D0130D-A636-43C8-A76E-F13E16AE6EEE}">
      <dsp:nvSpPr>
        <dsp:cNvPr id="0" name=""/>
        <dsp:cNvSpPr/>
      </dsp:nvSpPr>
      <dsp:spPr>
        <a:xfrm>
          <a:off x="1466029" y="1587154"/>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Subtraction (−)</a:t>
          </a:r>
        </a:p>
      </dsp:txBody>
      <dsp:txXfrm>
        <a:off x="1466029" y="1587154"/>
        <a:ext cx="9811570" cy="1269289"/>
      </dsp:txXfrm>
    </dsp:sp>
    <dsp:sp modelId="{ACABE74E-D4C0-4B11-995B-EA504891BC94}">
      <dsp:nvSpPr>
        <dsp:cNvPr id="0" name=""/>
        <dsp:cNvSpPr/>
      </dsp:nvSpPr>
      <dsp:spPr>
        <a:xfrm>
          <a:off x="0" y="3173766"/>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766A68-68FE-467D-8962-1A24EB9DD754}">
      <dsp:nvSpPr>
        <dsp:cNvPr id="0" name=""/>
        <dsp:cNvSpPr/>
      </dsp:nvSpPr>
      <dsp:spPr>
        <a:xfrm>
          <a:off x="383960" y="3459356"/>
          <a:ext cx="698109" cy="698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D07823-9527-45DC-B1B7-386FF93DBC35}">
      <dsp:nvSpPr>
        <dsp:cNvPr id="0" name=""/>
        <dsp:cNvSpPr/>
      </dsp:nvSpPr>
      <dsp:spPr>
        <a:xfrm>
          <a:off x="1466029" y="3173766"/>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Used in calculators, processors, and DSP systems</a:t>
          </a:r>
        </a:p>
      </dsp:txBody>
      <dsp:txXfrm>
        <a:off x="1466029" y="3173766"/>
        <a:ext cx="9811570" cy="12692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061DD0-FA52-494A-96A8-6F3C432E4D58}">
      <dsp:nvSpPr>
        <dsp:cNvPr id="0" name=""/>
        <dsp:cNvSpPr/>
      </dsp:nvSpPr>
      <dsp:spPr>
        <a:xfrm>
          <a:off x="0" y="436738"/>
          <a:ext cx="11277600" cy="1099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Every operation corresponds to a circuit</a:t>
          </a:r>
        </a:p>
      </dsp:txBody>
      <dsp:txXfrm>
        <a:off x="53688" y="490426"/>
        <a:ext cx="11170224" cy="992424"/>
      </dsp:txXfrm>
    </dsp:sp>
    <dsp:sp modelId="{7FF4BF43-00BD-48AD-8AA5-D79A7A635FD8}">
      <dsp:nvSpPr>
        <dsp:cNvPr id="0" name=""/>
        <dsp:cNvSpPr/>
      </dsp:nvSpPr>
      <dsp:spPr>
        <a:xfrm>
          <a:off x="0" y="1671898"/>
          <a:ext cx="11277600" cy="1099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Addition → Adder circuits</a:t>
          </a:r>
        </a:p>
      </dsp:txBody>
      <dsp:txXfrm>
        <a:off x="53688" y="1725586"/>
        <a:ext cx="11170224" cy="992424"/>
      </dsp:txXfrm>
    </dsp:sp>
    <dsp:sp modelId="{1054DDD0-DEA2-49C4-9CB9-5B1BC7C6973A}">
      <dsp:nvSpPr>
        <dsp:cNvPr id="0" name=""/>
        <dsp:cNvSpPr/>
      </dsp:nvSpPr>
      <dsp:spPr>
        <a:xfrm>
          <a:off x="0" y="2907059"/>
          <a:ext cx="11277600" cy="1099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dirty="0"/>
            <a:t>Logic operations → Logic gates</a:t>
          </a:r>
        </a:p>
      </dsp:txBody>
      <dsp:txXfrm>
        <a:off x="53688" y="2960747"/>
        <a:ext cx="11170224" cy="9924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0B19BA-438F-4216-B37B-69F95E1B6BDE}">
      <dsp:nvSpPr>
        <dsp:cNvPr id="0" name=""/>
        <dsp:cNvSpPr/>
      </dsp:nvSpPr>
      <dsp:spPr>
        <a:xfrm>
          <a:off x="9911" y="1333027"/>
          <a:ext cx="2962572" cy="177754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Hardware is designed to perform operations</a:t>
          </a:r>
        </a:p>
      </dsp:txBody>
      <dsp:txXfrm>
        <a:off x="61973" y="1385089"/>
        <a:ext cx="2858448" cy="1673419"/>
      </dsp:txXfrm>
    </dsp:sp>
    <dsp:sp modelId="{E4943DDC-9885-4CBA-A307-2DCDE9AEDF55}">
      <dsp:nvSpPr>
        <dsp:cNvPr id="0" name=""/>
        <dsp:cNvSpPr/>
      </dsp:nvSpPr>
      <dsp:spPr>
        <a:xfrm>
          <a:off x="3268741" y="1854439"/>
          <a:ext cx="628065" cy="73471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3268741" y="2001383"/>
        <a:ext cx="439646" cy="440830"/>
      </dsp:txXfrm>
    </dsp:sp>
    <dsp:sp modelId="{48FA5EE3-F9C4-4226-AA24-5DE41F405C73}">
      <dsp:nvSpPr>
        <dsp:cNvPr id="0" name=""/>
        <dsp:cNvSpPr/>
      </dsp:nvSpPr>
      <dsp:spPr>
        <a:xfrm>
          <a:off x="4157513" y="1333027"/>
          <a:ext cx="2962572" cy="177754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Software ultimately maps to these operations</a:t>
          </a:r>
        </a:p>
      </dsp:txBody>
      <dsp:txXfrm>
        <a:off x="4209575" y="1385089"/>
        <a:ext cx="2858448" cy="1673419"/>
      </dsp:txXfrm>
    </dsp:sp>
    <dsp:sp modelId="{BCB3FFD0-D006-4857-9336-CBD76AEA87C0}">
      <dsp:nvSpPr>
        <dsp:cNvPr id="0" name=""/>
        <dsp:cNvSpPr/>
      </dsp:nvSpPr>
      <dsp:spPr>
        <a:xfrm>
          <a:off x="7416343" y="1854439"/>
          <a:ext cx="628065" cy="73471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7416343" y="2001383"/>
        <a:ext cx="439646" cy="440830"/>
      </dsp:txXfrm>
    </dsp:sp>
    <dsp:sp modelId="{0101EE99-7ADA-4DC9-B2CB-3DCF207A9192}">
      <dsp:nvSpPr>
        <dsp:cNvPr id="0" name=""/>
        <dsp:cNvSpPr/>
      </dsp:nvSpPr>
      <dsp:spPr>
        <a:xfrm>
          <a:off x="8305115" y="1333027"/>
          <a:ext cx="2962572" cy="177754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Everything reduces to logic flow + operations</a:t>
          </a:r>
        </a:p>
      </dsp:txBody>
      <dsp:txXfrm>
        <a:off x="8357177" y="1385089"/>
        <a:ext cx="2858448" cy="167341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3681A3-9383-4C66-BA68-4C8AE199CF94}">
      <dsp:nvSpPr>
        <dsp:cNvPr id="0" name=""/>
        <dsp:cNvSpPr/>
      </dsp:nvSpPr>
      <dsp:spPr>
        <a:xfrm>
          <a:off x="0" y="626639"/>
          <a:ext cx="11277600" cy="9827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Logic flow shows how signals move</a:t>
          </a:r>
        </a:p>
      </dsp:txBody>
      <dsp:txXfrm>
        <a:off x="47976" y="674615"/>
        <a:ext cx="11181648" cy="886847"/>
      </dsp:txXfrm>
    </dsp:sp>
    <dsp:sp modelId="{0E37BCCE-0514-43D3-8EDD-D4CEBFCCAE1B}">
      <dsp:nvSpPr>
        <dsp:cNvPr id="0" name=""/>
        <dsp:cNvSpPr/>
      </dsp:nvSpPr>
      <dsp:spPr>
        <a:xfrm>
          <a:off x="0" y="1730399"/>
          <a:ext cx="11277600" cy="9827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Operations define what is done to data</a:t>
          </a:r>
        </a:p>
      </dsp:txBody>
      <dsp:txXfrm>
        <a:off x="47976" y="1778375"/>
        <a:ext cx="11181648" cy="886847"/>
      </dsp:txXfrm>
    </dsp:sp>
    <dsp:sp modelId="{3EC231FF-94A4-42EB-B261-7182625CD6E2}">
      <dsp:nvSpPr>
        <dsp:cNvPr id="0" name=""/>
        <dsp:cNvSpPr/>
      </dsp:nvSpPr>
      <dsp:spPr>
        <a:xfrm>
          <a:off x="0" y="2834159"/>
          <a:ext cx="11277600" cy="9827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Hardware is built to execute these operations</a:t>
          </a:r>
        </a:p>
      </dsp:txBody>
      <dsp:txXfrm>
        <a:off x="47976" y="2882135"/>
        <a:ext cx="11181648" cy="88684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4BBF73-BFE4-9675-AF97-BCBB5DD951BC}"/>
              </a:ext>
            </a:extLst>
          </p:cNvPr>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a:extLst>
              <a:ext uri="{FF2B5EF4-FFF2-40B4-BE49-F238E27FC236}">
                <a16:creationId xmlns:a16="http://schemas.microsoft.com/office/drawing/2014/main" id="{44B348BF-5159-860D-10C2-C403B1312182}"/>
              </a:ext>
            </a:extLst>
          </p:cNvPr>
          <p:cNvSpPr>
            <a:spLocks noGrp="1"/>
          </p:cNvSpPr>
          <p:nvPr>
            <p:ph type="dt" sz="quarter" idx="1"/>
          </p:nvPr>
        </p:nvSpPr>
        <p:spPr>
          <a:xfrm>
            <a:off x="5222646" y="1"/>
            <a:ext cx="3995420" cy="347914"/>
          </a:xfrm>
          <a:prstGeom prst="rect">
            <a:avLst/>
          </a:prstGeom>
        </p:spPr>
        <p:txBody>
          <a:bodyPr vert="horz" lIns="92309" tIns="46154" rIns="92309" bIns="46154" rtlCol="0"/>
          <a:lstStyle>
            <a:lvl1pPr algn="r">
              <a:defRPr sz="1200"/>
            </a:lvl1pPr>
          </a:lstStyle>
          <a:p>
            <a:fld id="{235382CB-D6B4-48E5-AFFD-4242D787BD27}" type="datetime2">
              <a:rPr lang="en-US" smtClean="0"/>
              <a:t>Tuesday, April 7, 2026</a:t>
            </a:fld>
            <a:endParaRPr lang="en-US"/>
          </a:p>
        </p:txBody>
      </p:sp>
      <p:sp>
        <p:nvSpPr>
          <p:cNvPr id="4" name="Footer Placeholder 3">
            <a:extLst>
              <a:ext uri="{FF2B5EF4-FFF2-40B4-BE49-F238E27FC236}">
                <a16:creationId xmlns:a16="http://schemas.microsoft.com/office/drawing/2014/main" id="{1E461FAE-A38B-F089-F551-02119E943626}"/>
              </a:ext>
            </a:extLst>
          </p:cNvPr>
          <p:cNvSpPr>
            <a:spLocks noGrp="1"/>
          </p:cNvSpPr>
          <p:nvPr>
            <p:ph type="ftr" sz="quarter" idx="2"/>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5" name="Slide Number Placeholder 4">
            <a:extLst>
              <a:ext uri="{FF2B5EF4-FFF2-40B4-BE49-F238E27FC236}">
                <a16:creationId xmlns:a16="http://schemas.microsoft.com/office/drawing/2014/main" id="{BBE757FF-1DEF-1FD8-299F-05A2B93DBD71}"/>
              </a:ext>
            </a:extLst>
          </p:cNvPr>
          <p:cNvSpPr>
            <a:spLocks noGrp="1"/>
          </p:cNvSpPr>
          <p:nvPr>
            <p:ph type="sldNum" sz="quarter" idx="3"/>
          </p:nvPr>
        </p:nvSpPr>
        <p:spPr>
          <a:xfrm>
            <a:off x="5222646" y="6586287"/>
            <a:ext cx="3995420" cy="347913"/>
          </a:xfrm>
          <a:prstGeom prst="rect">
            <a:avLst/>
          </a:prstGeom>
        </p:spPr>
        <p:txBody>
          <a:bodyPr vert="horz" lIns="92309" tIns="46154" rIns="92309" bIns="46154" rtlCol="0" anchor="b"/>
          <a:lstStyle>
            <a:lvl1pPr algn="r">
              <a:defRPr sz="1200"/>
            </a:lvl1pPr>
          </a:lstStyle>
          <a:p>
            <a:fld id="{66805305-0FA5-4D91-9E96-34E4B06C1291}" type="slidenum">
              <a:rPr lang="en-US" smtClean="0"/>
              <a:t>‹#›</a:t>
            </a:fld>
            <a:endParaRPr lang="en-US"/>
          </a:p>
        </p:txBody>
      </p:sp>
    </p:spTree>
    <p:extLst>
      <p:ext uri="{BB962C8B-B14F-4D97-AF65-F5344CB8AC3E}">
        <p14:creationId xmlns:p14="http://schemas.microsoft.com/office/powerpoint/2010/main" val="27391951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p:cNvSpPr>
            <a:spLocks noGrp="1"/>
          </p:cNvSpPr>
          <p:nvPr>
            <p:ph type="dt" idx="1"/>
          </p:nvPr>
        </p:nvSpPr>
        <p:spPr>
          <a:xfrm>
            <a:off x="5222646" y="1"/>
            <a:ext cx="3995420" cy="347914"/>
          </a:xfrm>
          <a:prstGeom prst="rect">
            <a:avLst/>
          </a:prstGeom>
        </p:spPr>
        <p:txBody>
          <a:bodyPr vert="horz" lIns="92309" tIns="46154" rIns="92309" bIns="46154" rtlCol="0"/>
          <a:lstStyle>
            <a:lvl1pPr algn="r">
              <a:defRPr sz="1200"/>
            </a:lvl1pPr>
          </a:lstStyle>
          <a:p>
            <a:fld id="{F76BFB3A-AF09-4935-935F-AADA8F949CAB}" type="datetime2">
              <a:rPr lang="en-US" smtClean="0"/>
              <a:t>Tuesday, April 7, 2026</a:t>
            </a:fld>
            <a:endParaRPr lang="en-US"/>
          </a:p>
        </p:txBody>
      </p:sp>
      <p:sp>
        <p:nvSpPr>
          <p:cNvPr id="4" name="Slide Image Placeholder 3"/>
          <p:cNvSpPr>
            <a:spLocks noGrp="1" noRot="1" noChangeAspect="1"/>
          </p:cNvSpPr>
          <p:nvPr>
            <p:ph type="sldImg" idx="2"/>
          </p:nvPr>
        </p:nvSpPr>
        <p:spPr>
          <a:xfrm>
            <a:off x="2530475" y="866775"/>
            <a:ext cx="4159250" cy="2339975"/>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922020" y="3337083"/>
            <a:ext cx="7376160" cy="2730342"/>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7" name="Slide Number Placeholder 6"/>
          <p:cNvSpPr>
            <a:spLocks noGrp="1"/>
          </p:cNvSpPr>
          <p:nvPr>
            <p:ph type="sldNum" sz="quarter" idx="5"/>
          </p:nvPr>
        </p:nvSpPr>
        <p:spPr>
          <a:xfrm>
            <a:off x="5222646" y="6586287"/>
            <a:ext cx="3995420" cy="347913"/>
          </a:xfrm>
          <a:prstGeom prst="rect">
            <a:avLst/>
          </a:prstGeom>
        </p:spPr>
        <p:txBody>
          <a:bodyPr vert="horz" lIns="92309" tIns="46154" rIns="92309" bIns="46154" rtlCol="0" anchor="b"/>
          <a:lstStyle>
            <a:lvl1pPr algn="r">
              <a:defRPr sz="1200"/>
            </a:lvl1pPr>
          </a:lstStyle>
          <a:p>
            <a:fld id="{6CEC07C6-E753-4FD7-8B29-F8EE9ACF298C}" type="slidenum">
              <a:rPr lang="en-US" smtClean="0"/>
              <a:t>‹#›</a:t>
            </a:fld>
            <a:endParaRPr lang="en-US"/>
          </a:p>
        </p:txBody>
      </p:sp>
    </p:spTree>
    <p:extLst>
      <p:ext uri="{BB962C8B-B14F-4D97-AF65-F5344CB8AC3E}">
        <p14:creationId xmlns:p14="http://schemas.microsoft.com/office/powerpoint/2010/main" val="3567730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77890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EB7A-903A-4EEE-AA9F-5CF80DFB4723}"/>
              </a:ext>
            </a:extLst>
          </p:cNvPr>
          <p:cNvSpPr>
            <a:spLocks noGrp="1"/>
          </p:cNvSpPr>
          <p:nvPr>
            <p:ph type="ctrTitle" hasCustomPrompt="1"/>
          </p:nvPr>
        </p:nvSpPr>
        <p:spPr>
          <a:xfrm>
            <a:off x="1424966" y="1119619"/>
            <a:ext cx="9143446" cy="1644603"/>
          </a:xfrm>
        </p:spPr>
        <p:txBody>
          <a:bodyPr lIns="0" tIns="0" rIns="0" bIns="0" anchor="b">
            <a:normAutofit/>
          </a:bodyPr>
          <a:lstStyle>
            <a:lvl1pPr algn="ctr">
              <a:lnSpc>
                <a:spcPct val="100000"/>
              </a:lnSpc>
              <a:defRPr sz="3800" b="1">
                <a:solidFill>
                  <a:schemeClr val="accent1"/>
                </a:solidFill>
              </a:defRPr>
            </a:lvl1pPr>
          </a:lstStyle>
          <a:p>
            <a:r>
              <a:rPr lang="en-US" dirty="0"/>
              <a:t>Presentation Title</a:t>
            </a:r>
            <a:br>
              <a:rPr lang="en-US" dirty="0"/>
            </a:br>
            <a:r>
              <a:rPr lang="en-US" dirty="0"/>
              <a:t>Goes Here</a:t>
            </a:r>
          </a:p>
        </p:txBody>
      </p:sp>
      <p:sp>
        <p:nvSpPr>
          <p:cNvPr id="3" name="Subtitle 2">
            <a:extLst>
              <a:ext uri="{FF2B5EF4-FFF2-40B4-BE49-F238E27FC236}">
                <a16:creationId xmlns:a16="http://schemas.microsoft.com/office/drawing/2014/main" id="{2E4661CA-9166-485C-902F-B2443990F4CF}"/>
              </a:ext>
            </a:extLst>
          </p:cNvPr>
          <p:cNvSpPr>
            <a:spLocks noGrp="1"/>
          </p:cNvSpPr>
          <p:nvPr>
            <p:ph type="subTitle" idx="1" hasCustomPrompt="1"/>
          </p:nvPr>
        </p:nvSpPr>
        <p:spPr>
          <a:xfrm>
            <a:off x="1424966" y="3177905"/>
            <a:ext cx="9143446" cy="1474521"/>
          </a:xfrm>
        </p:spPr>
        <p:txBody>
          <a:bodyPr lIns="0" tIns="0" rIns="0" bIns="0" anchor="t"/>
          <a:lstStyle>
            <a:lvl1pPr marL="0" indent="0" algn="ctr">
              <a:lnSpc>
                <a:spcPct val="100000"/>
              </a:lnSpc>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p>
        </p:txBody>
      </p:sp>
      <p:sp>
        <p:nvSpPr>
          <p:cNvPr id="12" name="Text Placeholder 11">
            <a:extLst>
              <a:ext uri="{FF2B5EF4-FFF2-40B4-BE49-F238E27FC236}">
                <a16:creationId xmlns:a16="http://schemas.microsoft.com/office/drawing/2014/main" id="{B408B901-9186-DB29-4FA5-21BBC02462AD}"/>
              </a:ext>
            </a:extLst>
          </p:cNvPr>
          <p:cNvSpPr>
            <a:spLocks noGrp="1"/>
          </p:cNvSpPr>
          <p:nvPr>
            <p:ph type="body" sz="quarter" idx="10" hasCustomPrompt="1"/>
          </p:nvPr>
        </p:nvSpPr>
        <p:spPr>
          <a:xfrm>
            <a:off x="1424966" y="5633952"/>
            <a:ext cx="9143446" cy="581025"/>
          </a:xfrm>
        </p:spPr>
        <p:txBody>
          <a:bodyPr lIns="0" tIns="0" rIns="0" bIns="0">
            <a:noAutofit/>
          </a:bodyPr>
          <a:lstStyle>
            <a:lvl1pPr marL="0" indent="0" algn="ctr">
              <a:lnSpc>
                <a:spcPct val="100000"/>
              </a:lnSpc>
              <a:buNone/>
              <a:defRPr sz="1400">
                <a:solidFill>
                  <a:schemeClr val="accent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Date – Location</a:t>
            </a:r>
          </a:p>
        </p:txBody>
      </p:sp>
      <p:pic>
        <p:nvPicPr>
          <p:cNvPr id="9" name="Picture 8">
            <a:extLst>
              <a:ext uri="{FF2B5EF4-FFF2-40B4-BE49-F238E27FC236}">
                <a16:creationId xmlns:a16="http://schemas.microsoft.com/office/drawing/2014/main" id="{A9282A0C-AE70-F90A-1C3A-41019DB55A20}"/>
              </a:ext>
            </a:extLst>
          </p:cNvPr>
          <p:cNvPicPr>
            <a:picLocks noChangeAspect="1"/>
          </p:cNvPicPr>
          <p:nvPr userDrawn="1"/>
        </p:nvPicPr>
        <p:blipFill>
          <a:blip r:embed="rId2"/>
          <a:stretch>
            <a:fillRect/>
          </a:stretch>
        </p:blipFill>
        <p:spPr>
          <a:xfrm>
            <a:off x="4669538" y="720925"/>
            <a:ext cx="2654302" cy="294923"/>
          </a:xfrm>
          <a:prstGeom prst="rect">
            <a:avLst/>
          </a:prstGeom>
        </p:spPr>
      </p:pic>
      <p:sp>
        <p:nvSpPr>
          <p:cNvPr id="8" name="Rectangle 7">
            <a:extLst>
              <a:ext uri="{FF2B5EF4-FFF2-40B4-BE49-F238E27FC236}">
                <a16:creationId xmlns:a16="http://schemas.microsoft.com/office/drawing/2014/main" id="{4DBA3CA8-4426-4FAB-ACAE-BDC78CBA3C0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10" name="Rectangle 9">
            <a:extLst>
              <a:ext uri="{FF2B5EF4-FFF2-40B4-BE49-F238E27FC236}">
                <a16:creationId xmlns:a16="http://schemas.microsoft.com/office/drawing/2014/main" id="{987050A0-2597-47B0-B2A9-222CDA3D15A3}"/>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C9133E-026C-4BC8-8628-6A86DFEF3E7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AF6FFAC0-AF93-4170-85DE-24B48BA5BEF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7437" y="-1"/>
            <a:ext cx="180975" cy="137159"/>
          </a:xfrm>
          <a:prstGeom prst="rect">
            <a:avLst/>
          </a:prstGeom>
        </p:spPr>
      </p:pic>
    </p:spTree>
    <p:extLst>
      <p:ext uri="{BB962C8B-B14F-4D97-AF65-F5344CB8AC3E}">
        <p14:creationId xmlns:p14="http://schemas.microsoft.com/office/powerpoint/2010/main" val="82435185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58E13B0-1471-FD09-C552-5AB1C9B712B1}"/>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2" name="Title 1">
            <a:extLst>
              <a:ext uri="{FF2B5EF4-FFF2-40B4-BE49-F238E27FC236}">
                <a16:creationId xmlns:a16="http://schemas.microsoft.com/office/drawing/2014/main" id="{93AFD9B1-DD15-4DA0-BD0F-5599945158DD}"/>
              </a:ext>
            </a:extLst>
          </p:cNvPr>
          <p:cNvSpPr>
            <a:spLocks noGrp="1"/>
          </p:cNvSpPr>
          <p:nvPr>
            <p:ph type="title" hasCustomPrompt="1"/>
          </p:nvPr>
        </p:nvSpPr>
        <p:spPr>
          <a:xfrm>
            <a:off x="457200" y="457200"/>
            <a:ext cx="11277600" cy="1143000"/>
          </a:xfrm>
        </p:spPr>
        <p:txBody>
          <a:bodyPr lIns="0" tIns="0" rIns="0" bIns="0"/>
          <a:lstStyle>
            <a:lvl1pPr>
              <a:defRPr sz="4400">
                <a:solidFill>
                  <a:schemeClr val="tx1"/>
                </a:solidFill>
              </a:defRPr>
            </a:lvl1pPr>
          </a:lstStyle>
          <a:p>
            <a:r>
              <a:rPr lang="en-US" dirty="0"/>
              <a:t>Click to add title</a:t>
            </a:r>
          </a:p>
        </p:txBody>
      </p:sp>
      <p:sp>
        <p:nvSpPr>
          <p:cNvPr id="16" name="Rectangle 15">
            <a:extLst>
              <a:ext uri="{FF2B5EF4-FFF2-40B4-BE49-F238E27FC236}">
                <a16:creationId xmlns:a16="http://schemas.microsoft.com/office/drawing/2014/main" id="{499B9A15-1058-6D5F-9D91-7F183BF610C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2978BF5-E404-2C42-09EC-B1DE94DD859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a:extLst>
              <a:ext uri="{FF2B5EF4-FFF2-40B4-BE49-F238E27FC236}">
                <a16:creationId xmlns:a16="http://schemas.microsoft.com/office/drawing/2014/main" id="{7B580FEA-8678-95DF-BFE1-2B22934502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pic>
        <p:nvPicPr>
          <p:cNvPr id="14" name="Picture 13">
            <a:extLst>
              <a:ext uri="{FF2B5EF4-FFF2-40B4-BE49-F238E27FC236}">
                <a16:creationId xmlns:a16="http://schemas.microsoft.com/office/drawing/2014/main" id="{FF06C505-229C-CADE-EACC-2CB72C7BBC41}"/>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Content Placeholder 2">
            <a:extLst>
              <a:ext uri="{FF2B5EF4-FFF2-40B4-BE49-F238E27FC236}">
                <a16:creationId xmlns:a16="http://schemas.microsoft.com/office/drawing/2014/main" id="{ECED2DB9-4957-B15C-21F1-00435904AF9E}"/>
              </a:ext>
            </a:extLst>
          </p:cNvPr>
          <p:cNvSpPr>
            <a:spLocks noGrp="1"/>
          </p:cNvSpPr>
          <p:nvPr>
            <p:ph sz="half" idx="1" hasCustomPrompt="1"/>
          </p:nvPr>
        </p:nvSpPr>
        <p:spPr>
          <a:xfrm>
            <a:off x="457200" y="1824037"/>
            <a:ext cx="112776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88464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200" y="1824037"/>
            <a:ext cx="55245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6202466" y="1824037"/>
            <a:ext cx="55245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8281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199" y="1726380"/>
            <a:ext cx="11269765" cy="2152792"/>
          </a:xfrm>
        </p:spPr>
        <p:txBody>
          <a:bodyPr/>
          <a:lstStyle>
            <a:lvl1pPr>
              <a:lnSpc>
                <a:spcPct val="100000"/>
              </a:lnSpc>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457200" y="4019599"/>
            <a:ext cx="11269766" cy="2248036"/>
          </a:xfrm>
        </p:spPr>
        <p:txBody>
          <a:bodyPr/>
          <a:lstStyle>
            <a:lvl1pPr>
              <a:lnSpc>
                <a:spcPct val="100000"/>
              </a:lnSpc>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22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9551-FA4B-49C5-A55E-E19426F2934B}"/>
              </a:ext>
            </a:extLst>
          </p:cNvPr>
          <p:cNvSpPr>
            <a:spLocks noGrp="1"/>
          </p:cNvSpPr>
          <p:nvPr>
            <p:ph type="title" hasCustomPrompt="1"/>
          </p:nvPr>
        </p:nvSpPr>
        <p:spPr>
          <a:xfrm>
            <a:off x="465034" y="457200"/>
            <a:ext cx="11269766" cy="1143000"/>
          </a:xfrm>
        </p:spPr>
        <p:txBody>
          <a:bodyPr/>
          <a:lstStyle>
            <a:lvl1pPr algn="ctr">
              <a:lnSpc>
                <a:spcPct val="100000"/>
              </a:lnSpc>
              <a:defRPr/>
            </a:lvl1pPr>
          </a:lstStyle>
          <a:p>
            <a:r>
              <a:rPr lang="en-US" dirty="0"/>
              <a:t>Click to add title</a:t>
            </a:r>
          </a:p>
        </p:txBody>
      </p:sp>
      <p:sp>
        <p:nvSpPr>
          <p:cNvPr id="3" name="Text Placeholder 2">
            <a:extLst>
              <a:ext uri="{FF2B5EF4-FFF2-40B4-BE49-F238E27FC236}">
                <a16:creationId xmlns:a16="http://schemas.microsoft.com/office/drawing/2014/main" id="{601BB0EA-2287-408C-BD4B-0102249F2255}"/>
              </a:ext>
            </a:extLst>
          </p:cNvPr>
          <p:cNvSpPr>
            <a:spLocks noGrp="1"/>
          </p:cNvSpPr>
          <p:nvPr>
            <p:ph type="body" idx="1" hasCustomPrompt="1"/>
          </p:nvPr>
        </p:nvSpPr>
        <p:spPr>
          <a:xfrm>
            <a:off x="465034" y="1828800"/>
            <a:ext cx="5516666"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4" name="Content Placeholder 3">
            <a:extLst>
              <a:ext uri="{FF2B5EF4-FFF2-40B4-BE49-F238E27FC236}">
                <a16:creationId xmlns:a16="http://schemas.microsoft.com/office/drawing/2014/main" id="{C9DFEB5A-2EB1-468C-846E-5F6289E42E00}"/>
              </a:ext>
            </a:extLst>
          </p:cNvPr>
          <p:cNvSpPr>
            <a:spLocks noGrp="1"/>
          </p:cNvSpPr>
          <p:nvPr>
            <p:ph sz="half" idx="2" hasCustomPrompt="1"/>
          </p:nvPr>
        </p:nvSpPr>
        <p:spPr>
          <a:xfrm>
            <a:off x="465034" y="2514601"/>
            <a:ext cx="5516666" cy="350758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280F103-0F55-45E8-9258-C4127A04AEA9}"/>
              </a:ext>
            </a:extLst>
          </p:cNvPr>
          <p:cNvSpPr>
            <a:spLocks noGrp="1"/>
          </p:cNvSpPr>
          <p:nvPr>
            <p:ph type="body" sz="quarter" idx="3" hasCustomPrompt="1"/>
          </p:nvPr>
        </p:nvSpPr>
        <p:spPr>
          <a:xfrm>
            <a:off x="6210302" y="1828801"/>
            <a:ext cx="5524498"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6" name="Content Placeholder 5">
            <a:extLst>
              <a:ext uri="{FF2B5EF4-FFF2-40B4-BE49-F238E27FC236}">
                <a16:creationId xmlns:a16="http://schemas.microsoft.com/office/drawing/2014/main" id="{9B798080-3E5E-4011-AB0E-15A5C81E1C06}"/>
              </a:ext>
            </a:extLst>
          </p:cNvPr>
          <p:cNvSpPr>
            <a:spLocks noGrp="1"/>
          </p:cNvSpPr>
          <p:nvPr>
            <p:ph sz="quarter" idx="4" hasCustomPrompt="1"/>
          </p:nvPr>
        </p:nvSpPr>
        <p:spPr>
          <a:xfrm>
            <a:off x="6218134" y="2514601"/>
            <a:ext cx="5516666" cy="350758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6868275B-3C88-F0A2-56B6-003AE47F39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C6A3A8-53D1-C2EF-3210-E4CA80422B08}"/>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5ACD1B63-72FE-0C9E-9EF7-4AF3431D36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8" name="Rectangle 17">
            <a:extLst>
              <a:ext uri="{FF2B5EF4-FFF2-40B4-BE49-F238E27FC236}">
                <a16:creationId xmlns:a16="http://schemas.microsoft.com/office/drawing/2014/main" id="{15A4B6FB-D719-D3C9-AC20-4FC1599E3F2A}"/>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2" name="Picture 21">
            <a:extLst>
              <a:ext uri="{FF2B5EF4-FFF2-40B4-BE49-F238E27FC236}">
                <a16:creationId xmlns:a16="http://schemas.microsoft.com/office/drawing/2014/main" id="{FC62B28E-0BDF-8515-B2A7-7ECC2016940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Slide Number Placeholder 5">
            <a:extLst>
              <a:ext uri="{FF2B5EF4-FFF2-40B4-BE49-F238E27FC236}">
                <a16:creationId xmlns:a16="http://schemas.microsoft.com/office/drawing/2014/main" id="{5E3D3079-D851-B257-667E-B59FC70E3C7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8" name="Date Placeholder 3">
            <a:extLst>
              <a:ext uri="{FF2B5EF4-FFF2-40B4-BE49-F238E27FC236}">
                <a16:creationId xmlns:a16="http://schemas.microsoft.com/office/drawing/2014/main" id="{3614A242-1B0A-B2D4-8D8D-C71807DDAA42}"/>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9" name="Footer Placeholder 4">
            <a:extLst>
              <a:ext uri="{FF2B5EF4-FFF2-40B4-BE49-F238E27FC236}">
                <a16:creationId xmlns:a16="http://schemas.microsoft.com/office/drawing/2014/main" id="{7B7BDC03-DA15-D89E-4C20-254951F707B6}"/>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0317405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9FC896-AEEF-411B-AA62-896E4A3C6BF9}"/>
              </a:ext>
            </a:extLst>
          </p:cNvPr>
          <p:cNvSpPr>
            <a:spLocks noGrp="1"/>
          </p:cNvSpPr>
          <p:nvPr>
            <p:ph type="title"/>
          </p:nvPr>
        </p:nvSpPr>
        <p:spPr>
          <a:xfrm>
            <a:off x="1416050" y="457200"/>
            <a:ext cx="9359900" cy="1143000"/>
          </a:xfrm>
          <a:prstGeom prst="rect">
            <a:avLst/>
          </a:prstGeom>
        </p:spPr>
        <p:txBody>
          <a:bodyPr vert="horz" lIns="0" tIns="0" rIns="0" bIns="0" rtlCol="0" anchor="ctr">
            <a:noAutofit/>
          </a:bodyPr>
          <a:lstStyle/>
          <a:p>
            <a:r>
              <a:rPr lang="en-US" dirty="0"/>
              <a:t>Click to add title</a:t>
            </a:r>
          </a:p>
        </p:txBody>
      </p:sp>
      <p:sp>
        <p:nvSpPr>
          <p:cNvPr id="3" name="Text Placeholder 2">
            <a:extLst>
              <a:ext uri="{FF2B5EF4-FFF2-40B4-BE49-F238E27FC236}">
                <a16:creationId xmlns:a16="http://schemas.microsoft.com/office/drawing/2014/main" id="{C77EEF78-3D71-42CA-8591-2FA2B59A187C}"/>
              </a:ext>
            </a:extLst>
          </p:cNvPr>
          <p:cNvSpPr>
            <a:spLocks noGrp="1"/>
          </p:cNvSpPr>
          <p:nvPr>
            <p:ph type="body" idx="1"/>
          </p:nvPr>
        </p:nvSpPr>
        <p:spPr>
          <a:xfrm>
            <a:off x="1416049" y="1828800"/>
            <a:ext cx="9359899" cy="3778179"/>
          </a:xfrm>
          <a:prstGeom prst="rect">
            <a:avLst/>
          </a:prstGeom>
        </p:spPr>
        <p:txBody>
          <a:bodyPr vert="horz" lIns="0" tIns="0" rIns="0" bIns="0" rtlCol="0">
            <a:noAutofit/>
          </a:bodyPr>
          <a:lstStyle/>
          <a:p>
            <a:pPr lvl="0"/>
            <a:r>
              <a:rPr lang="en-US" dirty="0"/>
              <a:t>Click to add text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3BD220-EB1E-4FF4-957C-FD4F4EE12DCB}"/>
              </a:ext>
            </a:extLst>
          </p:cNvPr>
          <p:cNvSpPr>
            <a:spLocks noGrp="1"/>
          </p:cNvSpPr>
          <p:nvPr>
            <p:ph type="dt" sz="half" idx="2"/>
          </p:nvPr>
        </p:nvSpPr>
        <p:spPr>
          <a:xfrm>
            <a:off x="465034" y="6407625"/>
            <a:ext cx="2640116" cy="450375"/>
          </a:xfrm>
          <a:prstGeom prst="rect">
            <a:avLst/>
          </a:prstGeom>
        </p:spPr>
        <p:txBody>
          <a:bodyPr vert="horz" lIns="0" tIns="0" rIns="0" bIns="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B343FBA-75B2-4185-8DE0-0B9F6F5B2471}"/>
              </a:ext>
            </a:extLst>
          </p:cNvPr>
          <p:cNvSpPr>
            <a:spLocks noGrp="1"/>
          </p:cNvSpPr>
          <p:nvPr>
            <p:ph type="ftr" sz="quarter" idx="3"/>
          </p:nvPr>
        </p:nvSpPr>
        <p:spPr>
          <a:xfrm>
            <a:off x="3333750" y="6407624"/>
            <a:ext cx="5524500" cy="450376"/>
          </a:xfrm>
          <a:prstGeom prst="rect">
            <a:avLst/>
          </a:prstGeom>
        </p:spPr>
        <p:txBody>
          <a:bodyPr vert="horz" lIns="0" tIns="0" rIns="0" bIns="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1781788-3541-4E58-9D27-86F22D4DE2BB}"/>
              </a:ext>
            </a:extLst>
          </p:cNvPr>
          <p:cNvSpPr>
            <a:spLocks noGrp="1"/>
          </p:cNvSpPr>
          <p:nvPr>
            <p:ph type="sldNum" sz="quarter" idx="4"/>
          </p:nvPr>
        </p:nvSpPr>
        <p:spPr>
          <a:xfrm>
            <a:off x="9086850" y="6400800"/>
            <a:ext cx="2640116" cy="450375"/>
          </a:xfrm>
          <a:prstGeom prst="rect">
            <a:avLst/>
          </a:prstGeom>
        </p:spPr>
        <p:txBody>
          <a:bodyPr vert="horz" lIns="0" tIns="0" rIns="0" bIns="0" rtlCol="0" anchor="ctr"/>
          <a:lstStyle>
            <a:lvl1pPr algn="r">
              <a:defRPr sz="1200">
                <a:solidFill>
                  <a:schemeClr val="tx1">
                    <a:tint val="75000"/>
                  </a:schemeClr>
                </a:solidFill>
              </a:defRPr>
            </a:lvl1pPr>
          </a:lstStyle>
          <a:p>
            <a:fld id="{E2E280E9-2294-4CEC-A84B-061E0D2BDE90}" type="slidenum">
              <a:rPr lang="en-US" smtClean="0"/>
              <a:t>‹#›</a:t>
            </a:fld>
            <a:endParaRPr lang="en-US"/>
          </a:p>
        </p:txBody>
      </p:sp>
    </p:spTree>
    <p:extLst>
      <p:ext uri="{BB962C8B-B14F-4D97-AF65-F5344CB8AC3E}">
        <p14:creationId xmlns:p14="http://schemas.microsoft.com/office/powerpoint/2010/main" val="1844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8" r:id="rId4"/>
    <p:sldLayoutId id="2147483653" r:id="rId5"/>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4"/>
        </a:buClr>
        <a:buFont typeface="Wingdings" panose="05000000000000000000" pitchFamily="2" charset="2"/>
        <a:buChar char="§"/>
        <a:defRPr sz="1200" kern="1200">
          <a:solidFill>
            <a:schemeClr val="tx2"/>
          </a:solidFill>
          <a:latin typeface="+mn-lt"/>
          <a:ea typeface="+mn-ea"/>
          <a:cs typeface="+mn-cs"/>
        </a:defRPr>
      </a:lvl1pPr>
      <a:lvl2pPr marL="6318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2pPr>
      <a:lvl3pPr marL="10858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3pPr>
      <a:lvl4pPr marL="15462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4pPr>
      <a:lvl5pPr marL="20002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88" userDrawn="1">
          <p15:clr>
            <a:srgbClr val="F26B43"/>
          </p15:clr>
        </p15:guide>
        <p15:guide id="4" pos="752" userDrawn="1">
          <p15:clr>
            <a:srgbClr val="F26B43"/>
          </p15:clr>
        </p15:guide>
        <p15:guide id="5" pos="896" userDrawn="1">
          <p15:clr>
            <a:srgbClr val="F26B43"/>
          </p15:clr>
        </p15:guide>
        <p15:guide id="6" pos="1352" userDrawn="1">
          <p15:clr>
            <a:srgbClr val="F26B43"/>
          </p15:clr>
        </p15:guide>
        <p15:guide id="7" pos="1496" userDrawn="1">
          <p15:clr>
            <a:srgbClr val="F26B43"/>
          </p15:clr>
        </p15:guide>
        <p15:guide id="8" pos="1960" userDrawn="1">
          <p15:clr>
            <a:srgbClr val="F26B43"/>
          </p15:clr>
        </p15:guide>
        <p15:guide id="9" pos="2104" userDrawn="1">
          <p15:clr>
            <a:srgbClr val="F26B43"/>
          </p15:clr>
        </p15:guide>
        <p15:guide id="10" pos="2560" userDrawn="1">
          <p15:clr>
            <a:srgbClr val="F26B43"/>
          </p15:clr>
        </p15:guide>
        <p15:guide id="11" pos="2704" userDrawn="1">
          <p15:clr>
            <a:srgbClr val="F26B43"/>
          </p15:clr>
        </p15:guide>
        <p15:guide id="12" pos="3168" userDrawn="1">
          <p15:clr>
            <a:srgbClr val="F26B43"/>
          </p15:clr>
        </p15:guide>
        <p15:guide id="13" pos="3312" userDrawn="1">
          <p15:clr>
            <a:srgbClr val="F26B43"/>
          </p15:clr>
        </p15:guide>
        <p15:guide id="14" pos="3768" userDrawn="1">
          <p15:clr>
            <a:srgbClr val="F26B43"/>
          </p15:clr>
        </p15:guide>
        <p15:guide id="15" pos="3912" userDrawn="1">
          <p15:clr>
            <a:srgbClr val="F26B43"/>
          </p15:clr>
        </p15:guide>
        <p15:guide id="16" pos="4392" userDrawn="1">
          <p15:clr>
            <a:srgbClr val="F26B43"/>
          </p15:clr>
        </p15:guide>
        <p15:guide id="17" pos="4520" userDrawn="1">
          <p15:clr>
            <a:srgbClr val="F26B43"/>
          </p15:clr>
        </p15:guide>
        <p15:guide id="18" pos="4976" userDrawn="1">
          <p15:clr>
            <a:srgbClr val="F26B43"/>
          </p15:clr>
        </p15:guide>
        <p15:guide id="19" pos="5120" userDrawn="1">
          <p15:clr>
            <a:srgbClr val="F26B43"/>
          </p15:clr>
        </p15:guide>
        <p15:guide id="20" pos="5584" userDrawn="1">
          <p15:clr>
            <a:srgbClr val="F26B43"/>
          </p15:clr>
        </p15:guide>
        <p15:guide id="21" pos="5728" userDrawn="1">
          <p15:clr>
            <a:srgbClr val="F26B43"/>
          </p15:clr>
        </p15:guide>
        <p15:guide id="22" pos="6184" userDrawn="1">
          <p15:clr>
            <a:srgbClr val="F26B43"/>
          </p15:clr>
        </p15:guide>
        <p15:guide id="23" pos="6328" userDrawn="1">
          <p15:clr>
            <a:srgbClr val="F26B43"/>
          </p15:clr>
        </p15:guide>
        <p15:guide id="24" pos="6792" userDrawn="1">
          <p15:clr>
            <a:srgbClr val="F26B43"/>
          </p15:clr>
        </p15:guide>
        <p15:guide id="25" pos="6936" userDrawn="1">
          <p15:clr>
            <a:srgbClr val="F26B43"/>
          </p15:clr>
        </p15:guide>
        <p15:guide id="26" pos="7392" userDrawn="1">
          <p15:clr>
            <a:srgbClr val="F26B43"/>
          </p15:clr>
        </p15:guide>
        <p15:guide id="27" orient="horz" userDrawn="1">
          <p15:clr>
            <a:srgbClr val="F26B43"/>
          </p15:clr>
        </p15:guide>
        <p15:guide id="28" orient="horz" pos="4320" userDrawn="1">
          <p15:clr>
            <a:srgbClr val="F26B43"/>
          </p15:clr>
        </p15:guide>
        <p15:guide id="29" orient="horz" pos="288" userDrawn="1">
          <p15:clr>
            <a:srgbClr val="F26B43"/>
          </p15:clr>
        </p15:guide>
        <p15:guide id="30"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E8C0686-F729-4944-A511-B79A7326272B}"/>
              </a:ext>
            </a:extLst>
          </p:cNvPr>
          <p:cNvSpPr>
            <a:spLocks noGrp="1"/>
          </p:cNvSpPr>
          <p:nvPr>
            <p:ph type="ctrTitle"/>
          </p:nvPr>
        </p:nvSpPr>
        <p:spPr/>
        <p:txBody>
          <a:bodyPr>
            <a:normAutofit/>
          </a:bodyPr>
          <a:lstStyle/>
          <a:p>
            <a:r>
              <a:rPr lang="en-US" sz="4000" noProof="0" dirty="0"/>
              <a:t>Module 4</a:t>
            </a:r>
          </a:p>
        </p:txBody>
      </p:sp>
      <p:sp>
        <p:nvSpPr>
          <p:cNvPr id="9" name="Subtitle 8">
            <a:extLst>
              <a:ext uri="{FF2B5EF4-FFF2-40B4-BE49-F238E27FC236}">
                <a16:creationId xmlns:a16="http://schemas.microsoft.com/office/drawing/2014/main" id="{F8C35E51-0114-4E6B-9ABF-A29902909275}"/>
              </a:ext>
            </a:extLst>
          </p:cNvPr>
          <p:cNvSpPr>
            <a:spLocks noGrp="1"/>
          </p:cNvSpPr>
          <p:nvPr>
            <p:ph type="subTitle" idx="1"/>
          </p:nvPr>
        </p:nvSpPr>
        <p:spPr>
          <a:xfrm>
            <a:off x="1424966" y="3809999"/>
            <a:ext cx="9143446" cy="2141913"/>
          </a:xfrm>
        </p:spPr>
        <p:txBody>
          <a:bodyPr/>
          <a:lstStyle/>
          <a:p>
            <a:r>
              <a:rPr lang="en-US" sz="3600" noProof="0" dirty="0"/>
              <a:t>Logic Flow and Operations</a:t>
            </a:r>
          </a:p>
        </p:txBody>
      </p:sp>
      <p:sp>
        <p:nvSpPr>
          <p:cNvPr id="2" name="Rectangle 1">
            <a:extLst>
              <a:ext uri="{FF2B5EF4-FFF2-40B4-BE49-F238E27FC236}">
                <a16:creationId xmlns:a16="http://schemas.microsoft.com/office/drawing/2014/main" id="{7C5F5578-B9E8-F09B-C5B5-A7EA7B41DF9C}"/>
              </a:ext>
              <a:ext uri="{C183D7F6-B498-43B3-948B-1728B52AA6E4}">
                <adec:decorative xmlns:adec="http://schemas.microsoft.com/office/drawing/2017/decorative" val="1"/>
              </a:ext>
            </a:extLst>
          </p:cNvPr>
          <p:cNvSpPr/>
          <p:nvPr/>
        </p:nvSpPr>
        <p:spPr>
          <a:xfrm>
            <a:off x="0" y="6720840"/>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789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13AB1-9151-83C6-FE47-26D703050C8E}"/>
              </a:ext>
            </a:extLst>
          </p:cNvPr>
          <p:cNvSpPr>
            <a:spLocks noGrp="1"/>
          </p:cNvSpPr>
          <p:nvPr>
            <p:ph type="title"/>
          </p:nvPr>
        </p:nvSpPr>
        <p:spPr>
          <a:xfrm>
            <a:off x="457200" y="457200"/>
            <a:ext cx="11277600" cy="1143000"/>
          </a:xfrm>
        </p:spPr>
        <p:txBody>
          <a:bodyPr anchor="ctr">
            <a:normAutofit/>
          </a:bodyPr>
          <a:lstStyle/>
          <a:p>
            <a:r>
              <a:rPr lang="en-US" dirty="0"/>
              <a:t>Learning Objectives</a:t>
            </a:r>
          </a:p>
        </p:txBody>
      </p:sp>
      <p:graphicFrame>
        <p:nvGraphicFramePr>
          <p:cNvPr id="6" name="Content Placeholder 2" descr="Understand how logic flows through a system using diagrams&#10;Identify basic operations: add, subtract, and logic functions&#10;Connect operations to actual hardware components&#10;">
            <a:extLst>
              <a:ext uri="{FF2B5EF4-FFF2-40B4-BE49-F238E27FC236}">
                <a16:creationId xmlns:a16="http://schemas.microsoft.com/office/drawing/2014/main" id="{757ACBA2-1CE1-277A-9D63-BFF74502CFFB}"/>
              </a:ext>
              <a:ext uri="{C183D7F6-B498-43B3-948B-1728B52AA6E4}">
                <adec:decorative xmlns:adec="http://schemas.microsoft.com/office/drawing/2017/decorative" val="0"/>
              </a:ext>
            </a:extLst>
          </p:cNvPr>
          <p:cNvGraphicFramePr>
            <a:graphicFrameLocks noGrp="1"/>
          </p:cNvGraphicFramePr>
          <p:nvPr>
            <p:ph sz="half" idx="1"/>
            <p:extLst>
              <p:ext uri="{D42A27DB-BD31-4B8C-83A1-F6EECF244321}">
                <p14:modId xmlns:p14="http://schemas.microsoft.com/office/powerpoint/2010/main" val="2345552585"/>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886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E992-7075-89E6-7BC5-92D2AEB1E32A}"/>
              </a:ext>
            </a:extLst>
          </p:cNvPr>
          <p:cNvSpPr>
            <a:spLocks noGrp="1"/>
          </p:cNvSpPr>
          <p:nvPr>
            <p:ph type="title"/>
          </p:nvPr>
        </p:nvSpPr>
        <p:spPr/>
        <p:txBody>
          <a:bodyPr/>
          <a:lstStyle/>
          <a:p>
            <a:r>
              <a:rPr lang="en-US" dirty="0"/>
              <a:t>What is Logic Flow?</a:t>
            </a:r>
          </a:p>
        </p:txBody>
      </p:sp>
      <p:sp>
        <p:nvSpPr>
          <p:cNvPr id="3" name="Content Placeholder 2">
            <a:extLst>
              <a:ext uri="{FF2B5EF4-FFF2-40B4-BE49-F238E27FC236}">
                <a16:creationId xmlns:a16="http://schemas.microsoft.com/office/drawing/2014/main" id="{90A21F98-7A03-5ED0-776E-27BD32E18554}"/>
              </a:ext>
            </a:extLst>
          </p:cNvPr>
          <p:cNvSpPr>
            <a:spLocks noGrp="1"/>
          </p:cNvSpPr>
          <p:nvPr>
            <p:ph sz="half" idx="1"/>
          </p:nvPr>
        </p:nvSpPr>
        <p:spPr>
          <a:xfrm>
            <a:off x="457199" y="1726380"/>
            <a:ext cx="11269765" cy="1856575"/>
          </a:xfrm>
        </p:spPr>
        <p:txBody>
          <a:bodyPr/>
          <a:lstStyle/>
          <a:p>
            <a:r>
              <a:rPr lang="en-US" sz="3600" dirty="0"/>
              <a:t>Logic flow describes how signals move through a circuit</a:t>
            </a:r>
          </a:p>
          <a:p>
            <a:r>
              <a:rPr lang="en-US" sz="3600" dirty="0"/>
              <a:t>Think of it as a “path” that data follows</a:t>
            </a:r>
          </a:p>
        </p:txBody>
      </p:sp>
      <p:graphicFrame>
        <p:nvGraphicFramePr>
          <p:cNvPr id="8" name="Content Placeholder 7" descr="Inputs&#10;Processing&#10;Outputs&#10;">
            <a:extLst>
              <a:ext uri="{FF2B5EF4-FFF2-40B4-BE49-F238E27FC236}">
                <a16:creationId xmlns:a16="http://schemas.microsoft.com/office/drawing/2014/main" id="{AC692E69-30EB-0AB4-BC80-674E0304880B}"/>
              </a:ext>
              <a:ext uri="{C183D7F6-B498-43B3-948B-1728B52AA6E4}">
                <adec:decorative xmlns:adec="http://schemas.microsoft.com/office/drawing/2017/decorative" val="0"/>
              </a:ext>
            </a:extLst>
          </p:cNvPr>
          <p:cNvGraphicFramePr>
            <a:graphicFrameLocks noGrp="1"/>
          </p:cNvGraphicFramePr>
          <p:nvPr>
            <p:ph sz="half" idx="13"/>
            <p:extLst>
              <p:ext uri="{D42A27DB-BD31-4B8C-83A1-F6EECF244321}">
                <p14:modId xmlns:p14="http://schemas.microsoft.com/office/powerpoint/2010/main" val="2462722447"/>
              </p:ext>
            </p:extLst>
          </p:nvPr>
        </p:nvGraphicFramePr>
        <p:xfrm>
          <a:off x="2187244" y="3984172"/>
          <a:ext cx="7809673" cy="1383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3294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7F7A1-A0D5-F402-4BD2-83A1D8A36B08}"/>
              </a:ext>
            </a:extLst>
          </p:cNvPr>
          <p:cNvSpPr>
            <a:spLocks noGrp="1"/>
          </p:cNvSpPr>
          <p:nvPr>
            <p:ph type="title"/>
          </p:nvPr>
        </p:nvSpPr>
        <p:spPr>
          <a:xfrm>
            <a:off x="457200" y="457200"/>
            <a:ext cx="11277600" cy="1143000"/>
          </a:xfrm>
        </p:spPr>
        <p:txBody>
          <a:bodyPr anchor="ctr">
            <a:normAutofit/>
          </a:bodyPr>
          <a:lstStyle/>
          <a:p>
            <a:r>
              <a:rPr lang="en-US" dirty="0"/>
              <a:t>Visualizing Logic Flow</a:t>
            </a:r>
          </a:p>
        </p:txBody>
      </p:sp>
      <p:graphicFrame>
        <p:nvGraphicFramePr>
          <p:cNvPr id="7" name="Content Placeholder 4" descr="Use block diagrams to represent systems&#10;Each block performs a function&#10;Arrows show direction of signal movement&#10;">
            <a:extLst>
              <a:ext uri="{FF2B5EF4-FFF2-40B4-BE49-F238E27FC236}">
                <a16:creationId xmlns:a16="http://schemas.microsoft.com/office/drawing/2014/main" id="{2941B0AC-BA45-D07D-695A-50ACBAE749C5}"/>
              </a:ext>
              <a:ext uri="{C183D7F6-B498-43B3-948B-1728B52AA6E4}">
                <adec:decorative xmlns:adec="http://schemas.microsoft.com/office/drawing/2017/decorative" val="0"/>
              </a:ext>
            </a:extLst>
          </p:cNvPr>
          <p:cNvGraphicFramePr>
            <a:graphicFrameLocks noGrp="1"/>
          </p:cNvGraphicFramePr>
          <p:nvPr>
            <p:ph sz="half" idx="1"/>
            <p:extLst>
              <p:ext uri="{D42A27DB-BD31-4B8C-83A1-F6EECF244321}">
                <p14:modId xmlns:p14="http://schemas.microsoft.com/office/powerpoint/2010/main" val="771991290"/>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4252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B7B14-1D32-A92D-E55C-CD38AE330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24056-C111-5AEE-F6C4-2F53745D6BA0}"/>
              </a:ext>
            </a:extLst>
          </p:cNvPr>
          <p:cNvSpPr>
            <a:spLocks noGrp="1"/>
          </p:cNvSpPr>
          <p:nvPr>
            <p:ph type="title"/>
          </p:nvPr>
        </p:nvSpPr>
        <p:spPr/>
        <p:txBody>
          <a:bodyPr/>
          <a:lstStyle/>
          <a:p>
            <a:r>
              <a:rPr lang="en-US" dirty="0"/>
              <a:t>Example Logic Flow Diagram</a:t>
            </a:r>
          </a:p>
        </p:txBody>
      </p:sp>
      <p:sp>
        <p:nvSpPr>
          <p:cNvPr id="5" name="Content Placeholder 4">
            <a:extLst>
              <a:ext uri="{FF2B5EF4-FFF2-40B4-BE49-F238E27FC236}">
                <a16:creationId xmlns:a16="http://schemas.microsoft.com/office/drawing/2014/main" id="{4AA1B64B-FFC5-903C-6701-2C4E4B3AE812}"/>
              </a:ext>
            </a:extLst>
          </p:cNvPr>
          <p:cNvSpPr>
            <a:spLocks noGrp="1"/>
          </p:cNvSpPr>
          <p:nvPr>
            <p:ph sz="half" idx="1"/>
          </p:nvPr>
        </p:nvSpPr>
        <p:spPr/>
        <p:txBody>
          <a:bodyPr/>
          <a:lstStyle/>
          <a:p>
            <a:r>
              <a:rPr lang="en-US" dirty="0"/>
              <a:t>Input signals enter system</a:t>
            </a:r>
          </a:p>
          <a:p>
            <a:r>
              <a:rPr lang="en-US" dirty="0"/>
              <a:t>Signals pass through logic blocks</a:t>
            </a:r>
          </a:p>
          <a:p>
            <a:r>
              <a:rPr lang="en-US" dirty="0"/>
              <a:t>Output is produced based on processing</a:t>
            </a:r>
          </a:p>
        </p:txBody>
      </p:sp>
      <p:grpSp>
        <p:nvGrpSpPr>
          <p:cNvPr id="20" name="Group 19" descr="A flow diagram with 2 inputs (i.e., Input A and B) going into a logic block, which is then sent to the output">
            <a:extLst>
              <a:ext uri="{FF2B5EF4-FFF2-40B4-BE49-F238E27FC236}">
                <a16:creationId xmlns:a16="http://schemas.microsoft.com/office/drawing/2014/main" id="{C9FB82D3-CD78-8EE8-8BF2-5A64F70AE3FB}"/>
              </a:ext>
            </a:extLst>
          </p:cNvPr>
          <p:cNvGrpSpPr/>
          <p:nvPr/>
        </p:nvGrpSpPr>
        <p:grpSpPr>
          <a:xfrm>
            <a:off x="6568751" y="1824037"/>
            <a:ext cx="5141241" cy="2477375"/>
            <a:chOff x="7184571" y="1600200"/>
            <a:chExt cx="5749212" cy="2597020"/>
          </a:xfrm>
        </p:grpSpPr>
        <p:sp>
          <p:nvSpPr>
            <p:cNvPr id="8" name="Rectangle 7">
              <a:extLst>
                <a:ext uri="{FF2B5EF4-FFF2-40B4-BE49-F238E27FC236}">
                  <a16:creationId xmlns:a16="http://schemas.microsoft.com/office/drawing/2014/main" id="{A4D2867B-F4B8-2B8A-E406-D2A12833B34F}"/>
                </a:ext>
              </a:extLst>
            </p:cNvPr>
            <p:cNvSpPr/>
            <p:nvPr/>
          </p:nvSpPr>
          <p:spPr>
            <a:xfrm>
              <a:off x="7184571" y="1600200"/>
              <a:ext cx="148356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A</a:t>
              </a:r>
            </a:p>
          </p:txBody>
        </p:sp>
        <p:sp>
          <p:nvSpPr>
            <p:cNvPr id="9" name="Rectangle 8">
              <a:extLst>
                <a:ext uri="{FF2B5EF4-FFF2-40B4-BE49-F238E27FC236}">
                  <a16:creationId xmlns:a16="http://schemas.microsoft.com/office/drawing/2014/main" id="{0BA5F51C-E150-39A2-1D77-14175F401F9A}"/>
                </a:ext>
              </a:extLst>
            </p:cNvPr>
            <p:cNvSpPr/>
            <p:nvPr/>
          </p:nvSpPr>
          <p:spPr>
            <a:xfrm>
              <a:off x="7184571" y="3282820"/>
              <a:ext cx="148356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B</a:t>
              </a:r>
            </a:p>
          </p:txBody>
        </p:sp>
        <p:sp>
          <p:nvSpPr>
            <p:cNvPr id="10" name="Rectangle 9">
              <a:extLst>
                <a:ext uri="{FF2B5EF4-FFF2-40B4-BE49-F238E27FC236}">
                  <a16:creationId xmlns:a16="http://schemas.microsoft.com/office/drawing/2014/main" id="{0C8960F6-DFCF-1AFC-C02E-8D4D3B59F7EE}"/>
                </a:ext>
              </a:extLst>
            </p:cNvPr>
            <p:cNvSpPr/>
            <p:nvPr/>
          </p:nvSpPr>
          <p:spPr>
            <a:xfrm>
              <a:off x="9361713" y="2514600"/>
              <a:ext cx="148356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Logic</a:t>
              </a:r>
            </a:p>
          </p:txBody>
        </p:sp>
        <p:sp>
          <p:nvSpPr>
            <p:cNvPr id="11" name="Rectangle 10">
              <a:extLst>
                <a:ext uri="{FF2B5EF4-FFF2-40B4-BE49-F238E27FC236}">
                  <a16:creationId xmlns:a16="http://schemas.microsoft.com/office/drawing/2014/main" id="{E0ECF8DF-1A80-F444-116C-C2BDB3881019}"/>
                </a:ext>
              </a:extLst>
            </p:cNvPr>
            <p:cNvSpPr/>
            <p:nvPr/>
          </p:nvSpPr>
          <p:spPr>
            <a:xfrm>
              <a:off x="11450216" y="2514600"/>
              <a:ext cx="148356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a:t>
              </a:r>
            </a:p>
          </p:txBody>
        </p:sp>
        <p:cxnSp>
          <p:nvCxnSpPr>
            <p:cNvPr id="15" name="Connector: Elbow 14">
              <a:extLst>
                <a:ext uri="{FF2B5EF4-FFF2-40B4-BE49-F238E27FC236}">
                  <a16:creationId xmlns:a16="http://schemas.microsoft.com/office/drawing/2014/main" id="{C5BE85FF-EF17-5314-2946-B301981DCFFC}"/>
                </a:ext>
              </a:extLst>
            </p:cNvPr>
            <p:cNvCxnSpPr>
              <a:stCxn id="8" idx="3"/>
              <a:endCxn id="10" idx="1"/>
            </p:cNvCxnSpPr>
            <p:nvPr/>
          </p:nvCxnSpPr>
          <p:spPr>
            <a:xfrm>
              <a:off x="8668138" y="2057400"/>
              <a:ext cx="693575" cy="914400"/>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Connector: Elbow 16">
              <a:extLst>
                <a:ext uri="{FF2B5EF4-FFF2-40B4-BE49-F238E27FC236}">
                  <a16:creationId xmlns:a16="http://schemas.microsoft.com/office/drawing/2014/main" id="{AAAF72B2-45D7-10B8-89B3-33431C7BF25A}"/>
                </a:ext>
              </a:extLst>
            </p:cNvPr>
            <p:cNvCxnSpPr>
              <a:stCxn id="9" idx="3"/>
              <a:endCxn id="10" idx="1"/>
            </p:cNvCxnSpPr>
            <p:nvPr/>
          </p:nvCxnSpPr>
          <p:spPr>
            <a:xfrm flipV="1">
              <a:off x="8668138" y="2971800"/>
              <a:ext cx="693575" cy="768220"/>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a:extLst>
                <a:ext uri="{FF2B5EF4-FFF2-40B4-BE49-F238E27FC236}">
                  <a16:creationId xmlns:a16="http://schemas.microsoft.com/office/drawing/2014/main" id="{717EEA09-7E6B-7C40-30D2-7978617B1B1D}"/>
                </a:ext>
              </a:extLst>
            </p:cNvPr>
            <p:cNvCxnSpPr>
              <a:stCxn id="10" idx="3"/>
              <a:endCxn id="11" idx="1"/>
            </p:cNvCxnSpPr>
            <p:nvPr/>
          </p:nvCxnSpPr>
          <p:spPr>
            <a:xfrm>
              <a:off x="10845280" y="2971800"/>
              <a:ext cx="60493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15590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52624-635E-A381-5ACD-A47A469A6BD3}"/>
              </a:ext>
            </a:extLst>
          </p:cNvPr>
          <p:cNvSpPr>
            <a:spLocks noGrp="1"/>
          </p:cNvSpPr>
          <p:nvPr>
            <p:ph type="title"/>
          </p:nvPr>
        </p:nvSpPr>
        <p:spPr>
          <a:xfrm>
            <a:off x="457200" y="457200"/>
            <a:ext cx="11277600" cy="1143000"/>
          </a:xfrm>
        </p:spPr>
        <p:txBody>
          <a:bodyPr anchor="ctr">
            <a:normAutofit/>
          </a:bodyPr>
          <a:lstStyle/>
          <a:p>
            <a:r>
              <a:rPr lang="en-US" dirty="0"/>
              <a:t>Why Diagrams Matter</a:t>
            </a:r>
          </a:p>
        </p:txBody>
      </p:sp>
      <p:graphicFrame>
        <p:nvGraphicFramePr>
          <p:cNvPr id="6" name="Content Placeholder 2" descr="Simplify complex systems&#10;Help debug circuits&#10;Make design easier to understand and communicate&#10;">
            <a:extLst>
              <a:ext uri="{FF2B5EF4-FFF2-40B4-BE49-F238E27FC236}">
                <a16:creationId xmlns:a16="http://schemas.microsoft.com/office/drawing/2014/main" id="{FE0EDE94-6B39-BAB1-B902-3799D321C344}"/>
              </a:ext>
              <a:ext uri="{C183D7F6-B498-43B3-948B-1728B52AA6E4}">
                <adec:decorative xmlns:adec="http://schemas.microsoft.com/office/drawing/2017/decorative" val="0"/>
              </a:ext>
            </a:extLst>
          </p:cNvPr>
          <p:cNvGraphicFramePr>
            <a:graphicFrameLocks noGrp="1"/>
          </p:cNvGraphicFramePr>
          <p:nvPr>
            <p:ph sz="half" idx="1"/>
            <p:extLst>
              <p:ext uri="{D42A27DB-BD31-4B8C-83A1-F6EECF244321}">
                <p14:modId xmlns:p14="http://schemas.microsoft.com/office/powerpoint/2010/main" val="1306272736"/>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5431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72EB6-29D5-A5D3-DE92-352BF232E308}"/>
              </a:ext>
            </a:extLst>
          </p:cNvPr>
          <p:cNvSpPr>
            <a:spLocks noGrp="1"/>
          </p:cNvSpPr>
          <p:nvPr>
            <p:ph type="title"/>
          </p:nvPr>
        </p:nvSpPr>
        <p:spPr>
          <a:xfrm>
            <a:off x="457200" y="457200"/>
            <a:ext cx="11269766" cy="1143000"/>
          </a:xfrm>
        </p:spPr>
        <p:txBody>
          <a:bodyPr anchor="ctr">
            <a:normAutofit/>
          </a:bodyPr>
          <a:lstStyle/>
          <a:p>
            <a:r>
              <a:rPr lang="en-US" dirty="0"/>
              <a:t>Introduction to Operations</a:t>
            </a:r>
          </a:p>
        </p:txBody>
      </p:sp>
      <p:graphicFrame>
        <p:nvGraphicFramePr>
          <p:cNvPr id="5" name="Content Placeholder 2" descr="Operations are actions performed on data&#10;Examples&#10; Addition&#10; Subtraction&#10; Logical operations (AND, OR, NOT)&#10;">
            <a:extLst>
              <a:ext uri="{FF2B5EF4-FFF2-40B4-BE49-F238E27FC236}">
                <a16:creationId xmlns:a16="http://schemas.microsoft.com/office/drawing/2014/main" id="{D0324305-186A-502C-78EF-A38A4EA8F501}"/>
              </a:ext>
              <a:ext uri="{C183D7F6-B498-43B3-948B-1728B52AA6E4}">
                <adec:decorative xmlns:adec="http://schemas.microsoft.com/office/drawing/2017/decorative" val="0"/>
              </a:ext>
            </a:extLst>
          </p:cNvPr>
          <p:cNvGraphicFramePr>
            <a:graphicFrameLocks noGrp="1"/>
          </p:cNvGraphicFramePr>
          <p:nvPr>
            <p:ph sz="half" idx="1"/>
            <p:extLst>
              <p:ext uri="{D42A27DB-BD31-4B8C-83A1-F6EECF244321}">
                <p14:modId xmlns:p14="http://schemas.microsoft.com/office/powerpoint/2010/main" val="1021494694"/>
              </p:ext>
            </p:extLst>
          </p:nvPr>
        </p:nvGraphicFramePr>
        <p:xfrm>
          <a:off x="457200" y="1824037"/>
          <a:ext cx="11269766"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1362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4E7F-26D1-0D3F-7F9D-A0D6B5B7C291}"/>
              </a:ext>
            </a:extLst>
          </p:cNvPr>
          <p:cNvSpPr>
            <a:spLocks noGrp="1"/>
          </p:cNvSpPr>
          <p:nvPr>
            <p:ph type="title"/>
          </p:nvPr>
        </p:nvSpPr>
        <p:spPr>
          <a:xfrm>
            <a:off x="457200" y="457200"/>
            <a:ext cx="11277600" cy="1143000"/>
          </a:xfrm>
        </p:spPr>
        <p:txBody>
          <a:bodyPr anchor="ctr">
            <a:normAutofit/>
          </a:bodyPr>
          <a:lstStyle/>
          <a:p>
            <a:r>
              <a:rPr lang="en-US" dirty="0"/>
              <a:t>Arithmetic Operations</a:t>
            </a:r>
          </a:p>
        </p:txBody>
      </p:sp>
      <p:graphicFrame>
        <p:nvGraphicFramePr>
          <p:cNvPr id="6" name="Content Placeholder 2" descr="Addition (+)&#10;Subtraction (−)&#10;Used in calculators, processors, and DSP systems&#10;">
            <a:extLst>
              <a:ext uri="{FF2B5EF4-FFF2-40B4-BE49-F238E27FC236}">
                <a16:creationId xmlns:a16="http://schemas.microsoft.com/office/drawing/2014/main" id="{EF21C591-A0C2-9985-DC49-65B063B173D1}"/>
              </a:ext>
              <a:ext uri="{C183D7F6-B498-43B3-948B-1728B52AA6E4}">
                <adec:decorative xmlns:adec="http://schemas.microsoft.com/office/drawing/2017/decorative" val="0"/>
              </a:ext>
            </a:extLst>
          </p:cNvPr>
          <p:cNvGraphicFramePr>
            <a:graphicFrameLocks noGrp="1"/>
          </p:cNvGraphicFramePr>
          <p:nvPr>
            <p:ph sz="half" idx="1"/>
            <p:extLst>
              <p:ext uri="{D42A27DB-BD31-4B8C-83A1-F6EECF244321}">
                <p14:modId xmlns:p14="http://schemas.microsoft.com/office/powerpoint/2010/main" val="1322966429"/>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2069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71F48-8B31-8ECE-AD68-3AA61DB9C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536B0-6B00-4C26-0135-41CF9ABD9616}"/>
              </a:ext>
            </a:extLst>
          </p:cNvPr>
          <p:cNvSpPr>
            <a:spLocks noGrp="1"/>
          </p:cNvSpPr>
          <p:nvPr>
            <p:ph type="title"/>
          </p:nvPr>
        </p:nvSpPr>
        <p:spPr/>
        <p:txBody>
          <a:bodyPr anchor="ctr">
            <a:normAutofit/>
          </a:bodyPr>
          <a:lstStyle/>
          <a:p>
            <a:r>
              <a:rPr lang="en-US" dirty="0"/>
              <a:t>Logic Operations</a:t>
            </a:r>
          </a:p>
        </p:txBody>
      </p:sp>
      <p:sp>
        <p:nvSpPr>
          <p:cNvPr id="5" name="Content Placeholder 4">
            <a:extLst>
              <a:ext uri="{FF2B5EF4-FFF2-40B4-BE49-F238E27FC236}">
                <a16:creationId xmlns:a16="http://schemas.microsoft.com/office/drawing/2014/main" id="{B7CF6242-E0E2-4C88-ECFE-24A0005FA887}"/>
              </a:ext>
            </a:extLst>
          </p:cNvPr>
          <p:cNvSpPr>
            <a:spLocks noGrp="1"/>
          </p:cNvSpPr>
          <p:nvPr>
            <p:ph sz="half" idx="1"/>
          </p:nvPr>
        </p:nvSpPr>
        <p:spPr/>
        <p:txBody>
          <a:bodyPr/>
          <a:lstStyle/>
          <a:p>
            <a:r>
              <a:rPr lang="en-US" dirty="0"/>
              <a:t>AND</a:t>
            </a:r>
          </a:p>
          <a:p>
            <a:pPr lvl="1"/>
            <a:r>
              <a:rPr lang="en-US" dirty="0"/>
              <a:t>Output is 1 if both inputs are 1</a:t>
            </a:r>
          </a:p>
          <a:p>
            <a:pPr lvl="1"/>
            <a:endParaRPr lang="en-US" dirty="0"/>
          </a:p>
          <a:p>
            <a:r>
              <a:rPr lang="en-US" dirty="0"/>
              <a:t>OR</a:t>
            </a:r>
          </a:p>
          <a:p>
            <a:pPr lvl="1"/>
            <a:r>
              <a:rPr lang="en-US" dirty="0"/>
              <a:t>Output is 1 if at least one input is 1</a:t>
            </a:r>
          </a:p>
          <a:p>
            <a:pPr lvl="1"/>
            <a:endParaRPr lang="en-US" dirty="0"/>
          </a:p>
          <a:p>
            <a:r>
              <a:rPr lang="en-US" dirty="0"/>
              <a:t>NOT</a:t>
            </a:r>
          </a:p>
          <a:p>
            <a:pPr lvl="1"/>
            <a:r>
              <a:rPr lang="en-US" dirty="0"/>
              <a:t>Inverts the input</a:t>
            </a:r>
          </a:p>
          <a:p>
            <a:endParaRPr lang="en-US" dirty="0"/>
          </a:p>
        </p:txBody>
      </p:sp>
      <p:pic>
        <p:nvPicPr>
          <p:cNvPr id="7174" name="Picture 6" descr="AND gate symbol&#10;">
            <a:extLst>
              <a:ext uri="{FF2B5EF4-FFF2-40B4-BE49-F238E27FC236}">
                <a16:creationId xmlns:a16="http://schemas.microsoft.com/office/drawing/2014/main" id="{F10AB273-7959-B778-F43B-D8BEC999A77E}"/>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194723" y="1824037"/>
            <a:ext cx="1828800" cy="7620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OR gate symbol&#10;">
            <a:extLst>
              <a:ext uri="{FF2B5EF4-FFF2-40B4-BE49-F238E27FC236}">
                <a16:creationId xmlns:a16="http://schemas.microsoft.com/office/drawing/2014/main" id="{4A304935-DF9C-02DD-B218-E5F7DBEA5D8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194723" y="3664836"/>
            <a:ext cx="1828800" cy="76200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NOT gate symbol&#10;">
            <a:extLst>
              <a:ext uri="{FF2B5EF4-FFF2-40B4-BE49-F238E27FC236}">
                <a16:creationId xmlns:a16="http://schemas.microsoft.com/office/drawing/2014/main" id="{EFCCFC3C-33BD-A464-2F81-7C382E4A27F5}"/>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94723" y="5339702"/>
            <a:ext cx="1828800" cy="762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1A21CF4F-EFCD-554E-C83D-94654F503253}"/>
              </a:ext>
            </a:extLst>
          </p:cNvPr>
          <p:cNvGraphicFramePr>
            <a:graphicFrameLocks noGrp="1"/>
          </p:cNvGraphicFramePr>
          <p:nvPr>
            <p:extLst>
              <p:ext uri="{D42A27DB-BD31-4B8C-83A1-F6EECF244321}">
                <p14:modId xmlns:p14="http://schemas.microsoft.com/office/powerpoint/2010/main" val="33028294"/>
              </p:ext>
            </p:extLst>
          </p:nvPr>
        </p:nvGraphicFramePr>
        <p:xfrm>
          <a:off x="8618776" y="1824037"/>
          <a:ext cx="1921395" cy="1421355"/>
        </p:xfrm>
        <a:graphic>
          <a:graphicData uri="http://schemas.openxmlformats.org/drawingml/2006/table">
            <a:tbl>
              <a:tblPr firstRow="1" bandRow="1">
                <a:tableStyleId>{5C22544A-7EE6-4342-B048-85BDC9FD1C3A}</a:tableStyleId>
              </a:tblPr>
              <a:tblGrid>
                <a:gridCol w="640465">
                  <a:extLst>
                    <a:ext uri="{9D8B030D-6E8A-4147-A177-3AD203B41FA5}">
                      <a16:colId xmlns:a16="http://schemas.microsoft.com/office/drawing/2014/main" val="2880051309"/>
                    </a:ext>
                  </a:extLst>
                </a:gridCol>
                <a:gridCol w="640465">
                  <a:extLst>
                    <a:ext uri="{9D8B030D-6E8A-4147-A177-3AD203B41FA5}">
                      <a16:colId xmlns:a16="http://schemas.microsoft.com/office/drawing/2014/main" val="591220396"/>
                    </a:ext>
                  </a:extLst>
                </a:gridCol>
                <a:gridCol w="640465">
                  <a:extLst>
                    <a:ext uri="{9D8B030D-6E8A-4147-A177-3AD203B41FA5}">
                      <a16:colId xmlns:a16="http://schemas.microsoft.com/office/drawing/2014/main" val="3993941517"/>
                    </a:ext>
                  </a:extLst>
                </a:gridCol>
              </a:tblGrid>
              <a:tr h="284271">
                <a:tc>
                  <a:txBody>
                    <a:bodyPr/>
                    <a:lstStyle/>
                    <a:p>
                      <a:pPr algn="ctr"/>
                      <a:r>
                        <a:rPr lang="en-US" sz="1100" dirty="0"/>
                        <a:t>A</a:t>
                      </a:r>
                    </a:p>
                  </a:txBody>
                  <a:tcPr marL="70094" marR="70094" marT="35047" marB="35047"/>
                </a:tc>
                <a:tc>
                  <a:txBody>
                    <a:bodyPr/>
                    <a:lstStyle/>
                    <a:p>
                      <a:pPr algn="ctr"/>
                      <a:r>
                        <a:rPr lang="en-US" sz="1100" dirty="0"/>
                        <a:t>B</a:t>
                      </a:r>
                    </a:p>
                  </a:txBody>
                  <a:tcPr marL="70094" marR="70094" marT="35047" marB="35047"/>
                </a:tc>
                <a:tc>
                  <a:txBody>
                    <a:bodyPr/>
                    <a:lstStyle/>
                    <a:p>
                      <a:pPr algn="ctr"/>
                      <a:r>
                        <a:rPr lang="en-US" sz="1100" dirty="0"/>
                        <a:t>Q</a:t>
                      </a:r>
                    </a:p>
                  </a:txBody>
                  <a:tcPr marL="70094" marR="70094" marT="35047" marB="35047"/>
                </a:tc>
                <a:extLst>
                  <a:ext uri="{0D108BD9-81ED-4DB2-BD59-A6C34878D82A}">
                    <a16:rowId xmlns:a16="http://schemas.microsoft.com/office/drawing/2014/main" val="2219177329"/>
                  </a:ext>
                </a:extLst>
              </a:tr>
              <a:tr h="284271">
                <a:tc>
                  <a:txBody>
                    <a:bodyPr/>
                    <a:lstStyle/>
                    <a:p>
                      <a:pPr algn="ctr"/>
                      <a:r>
                        <a:rPr lang="en-US" sz="1100" dirty="0"/>
                        <a:t>0</a:t>
                      </a:r>
                    </a:p>
                  </a:txBody>
                  <a:tcPr marL="70094" marR="70094" marT="35047" marB="35047"/>
                </a:tc>
                <a:tc>
                  <a:txBody>
                    <a:bodyPr/>
                    <a:lstStyle/>
                    <a:p>
                      <a:pPr algn="ctr"/>
                      <a:r>
                        <a:rPr lang="en-US" sz="1100" dirty="0"/>
                        <a:t>0</a:t>
                      </a:r>
                    </a:p>
                  </a:txBody>
                  <a:tcPr marL="70094" marR="70094" marT="35047" marB="35047"/>
                </a:tc>
                <a:tc>
                  <a:txBody>
                    <a:bodyPr/>
                    <a:lstStyle/>
                    <a:p>
                      <a:pPr algn="ctr"/>
                      <a:r>
                        <a:rPr lang="en-US" sz="1100" dirty="0"/>
                        <a:t>0</a:t>
                      </a:r>
                    </a:p>
                  </a:txBody>
                  <a:tcPr marL="70094" marR="70094" marT="35047" marB="35047"/>
                </a:tc>
                <a:extLst>
                  <a:ext uri="{0D108BD9-81ED-4DB2-BD59-A6C34878D82A}">
                    <a16:rowId xmlns:a16="http://schemas.microsoft.com/office/drawing/2014/main" val="3238263659"/>
                  </a:ext>
                </a:extLst>
              </a:tr>
              <a:tr h="284271">
                <a:tc>
                  <a:txBody>
                    <a:bodyPr/>
                    <a:lstStyle/>
                    <a:p>
                      <a:pPr algn="ctr"/>
                      <a:r>
                        <a:rPr lang="en-US" sz="1100" dirty="0"/>
                        <a:t>0</a:t>
                      </a:r>
                    </a:p>
                  </a:txBody>
                  <a:tcPr marL="70094" marR="70094" marT="35047" marB="35047"/>
                </a:tc>
                <a:tc>
                  <a:txBody>
                    <a:bodyPr/>
                    <a:lstStyle/>
                    <a:p>
                      <a:pPr algn="ctr"/>
                      <a:r>
                        <a:rPr lang="en-US" sz="1100" dirty="0"/>
                        <a:t>1</a:t>
                      </a:r>
                    </a:p>
                  </a:txBody>
                  <a:tcPr marL="70094" marR="70094" marT="35047" marB="35047"/>
                </a:tc>
                <a:tc>
                  <a:txBody>
                    <a:bodyPr/>
                    <a:lstStyle/>
                    <a:p>
                      <a:pPr algn="ctr"/>
                      <a:r>
                        <a:rPr lang="en-US" sz="1100" dirty="0"/>
                        <a:t>0</a:t>
                      </a:r>
                    </a:p>
                  </a:txBody>
                  <a:tcPr marL="70094" marR="70094" marT="35047" marB="35047"/>
                </a:tc>
                <a:extLst>
                  <a:ext uri="{0D108BD9-81ED-4DB2-BD59-A6C34878D82A}">
                    <a16:rowId xmlns:a16="http://schemas.microsoft.com/office/drawing/2014/main" val="2953764128"/>
                  </a:ext>
                </a:extLst>
              </a:tr>
              <a:tr h="284271">
                <a:tc>
                  <a:txBody>
                    <a:bodyPr/>
                    <a:lstStyle/>
                    <a:p>
                      <a:pPr algn="ctr"/>
                      <a:r>
                        <a:rPr lang="en-US" sz="1100" dirty="0"/>
                        <a:t>1</a:t>
                      </a:r>
                    </a:p>
                  </a:txBody>
                  <a:tcPr marL="70094" marR="70094" marT="35047" marB="35047"/>
                </a:tc>
                <a:tc>
                  <a:txBody>
                    <a:bodyPr/>
                    <a:lstStyle/>
                    <a:p>
                      <a:pPr algn="ctr"/>
                      <a:r>
                        <a:rPr lang="en-US" sz="1100" dirty="0"/>
                        <a:t>0</a:t>
                      </a:r>
                    </a:p>
                  </a:txBody>
                  <a:tcPr marL="70094" marR="70094" marT="35047" marB="35047"/>
                </a:tc>
                <a:tc>
                  <a:txBody>
                    <a:bodyPr/>
                    <a:lstStyle/>
                    <a:p>
                      <a:pPr algn="ctr"/>
                      <a:r>
                        <a:rPr lang="en-US" sz="1100" dirty="0"/>
                        <a:t>0</a:t>
                      </a:r>
                    </a:p>
                  </a:txBody>
                  <a:tcPr marL="70094" marR="70094" marT="35047" marB="35047"/>
                </a:tc>
                <a:extLst>
                  <a:ext uri="{0D108BD9-81ED-4DB2-BD59-A6C34878D82A}">
                    <a16:rowId xmlns:a16="http://schemas.microsoft.com/office/drawing/2014/main" val="3481453467"/>
                  </a:ext>
                </a:extLst>
              </a:tr>
              <a:tr h="284271">
                <a:tc>
                  <a:txBody>
                    <a:bodyPr/>
                    <a:lstStyle/>
                    <a:p>
                      <a:pPr algn="ctr"/>
                      <a:r>
                        <a:rPr lang="en-US" sz="1100" dirty="0"/>
                        <a:t>1</a:t>
                      </a:r>
                    </a:p>
                  </a:txBody>
                  <a:tcPr marL="70094" marR="70094" marT="35047" marB="35047"/>
                </a:tc>
                <a:tc>
                  <a:txBody>
                    <a:bodyPr/>
                    <a:lstStyle/>
                    <a:p>
                      <a:pPr algn="ctr"/>
                      <a:r>
                        <a:rPr lang="en-US" sz="1100" dirty="0"/>
                        <a:t>1</a:t>
                      </a:r>
                    </a:p>
                  </a:txBody>
                  <a:tcPr marL="70094" marR="70094" marT="35047" marB="35047"/>
                </a:tc>
                <a:tc>
                  <a:txBody>
                    <a:bodyPr/>
                    <a:lstStyle/>
                    <a:p>
                      <a:pPr algn="ctr"/>
                      <a:r>
                        <a:rPr lang="en-US" sz="1100" dirty="0"/>
                        <a:t>1</a:t>
                      </a:r>
                    </a:p>
                  </a:txBody>
                  <a:tcPr marL="70094" marR="70094" marT="35047" marB="35047"/>
                </a:tc>
                <a:extLst>
                  <a:ext uri="{0D108BD9-81ED-4DB2-BD59-A6C34878D82A}">
                    <a16:rowId xmlns:a16="http://schemas.microsoft.com/office/drawing/2014/main" val="2682165992"/>
                  </a:ext>
                </a:extLst>
              </a:tr>
            </a:tbl>
          </a:graphicData>
        </a:graphic>
      </p:graphicFrame>
      <p:graphicFrame>
        <p:nvGraphicFramePr>
          <p:cNvPr id="9" name="Table 8">
            <a:extLst>
              <a:ext uri="{FF2B5EF4-FFF2-40B4-BE49-F238E27FC236}">
                <a16:creationId xmlns:a16="http://schemas.microsoft.com/office/drawing/2014/main" id="{C03833CD-24E6-580E-945C-523A3F888CEA}"/>
              </a:ext>
            </a:extLst>
          </p:cNvPr>
          <p:cNvGraphicFramePr>
            <a:graphicFrameLocks noGrp="1"/>
          </p:cNvGraphicFramePr>
          <p:nvPr>
            <p:extLst>
              <p:ext uri="{D42A27DB-BD31-4B8C-83A1-F6EECF244321}">
                <p14:modId xmlns:p14="http://schemas.microsoft.com/office/powerpoint/2010/main" val="1888370583"/>
              </p:ext>
            </p:extLst>
          </p:nvPr>
        </p:nvGraphicFramePr>
        <p:xfrm>
          <a:off x="8618776" y="3664836"/>
          <a:ext cx="1921395" cy="1421355"/>
        </p:xfrm>
        <a:graphic>
          <a:graphicData uri="http://schemas.openxmlformats.org/drawingml/2006/table">
            <a:tbl>
              <a:tblPr firstRow="1" bandRow="1">
                <a:tableStyleId>{5C22544A-7EE6-4342-B048-85BDC9FD1C3A}</a:tableStyleId>
              </a:tblPr>
              <a:tblGrid>
                <a:gridCol w="640465">
                  <a:extLst>
                    <a:ext uri="{9D8B030D-6E8A-4147-A177-3AD203B41FA5}">
                      <a16:colId xmlns:a16="http://schemas.microsoft.com/office/drawing/2014/main" val="2880051309"/>
                    </a:ext>
                  </a:extLst>
                </a:gridCol>
                <a:gridCol w="640465">
                  <a:extLst>
                    <a:ext uri="{9D8B030D-6E8A-4147-A177-3AD203B41FA5}">
                      <a16:colId xmlns:a16="http://schemas.microsoft.com/office/drawing/2014/main" val="591220396"/>
                    </a:ext>
                  </a:extLst>
                </a:gridCol>
                <a:gridCol w="640465">
                  <a:extLst>
                    <a:ext uri="{9D8B030D-6E8A-4147-A177-3AD203B41FA5}">
                      <a16:colId xmlns:a16="http://schemas.microsoft.com/office/drawing/2014/main" val="3993941517"/>
                    </a:ext>
                  </a:extLst>
                </a:gridCol>
              </a:tblGrid>
              <a:tr h="284271">
                <a:tc>
                  <a:txBody>
                    <a:bodyPr/>
                    <a:lstStyle/>
                    <a:p>
                      <a:pPr algn="ctr"/>
                      <a:r>
                        <a:rPr lang="en-US" sz="1100" dirty="0"/>
                        <a:t>A</a:t>
                      </a:r>
                    </a:p>
                  </a:txBody>
                  <a:tcPr marL="70094" marR="70094" marT="35047" marB="35047"/>
                </a:tc>
                <a:tc>
                  <a:txBody>
                    <a:bodyPr/>
                    <a:lstStyle/>
                    <a:p>
                      <a:pPr algn="ctr"/>
                      <a:r>
                        <a:rPr lang="en-US" sz="1100" dirty="0"/>
                        <a:t>B</a:t>
                      </a:r>
                    </a:p>
                  </a:txBody>
                  <a:tcPr marL="70094" marR="70094" marT="35047" marB="35047"/>
                </a:tc>
                <a:tc>
                  <a:txBody>
                    <a:bodyPr/>
                    <a:lstStyle/>
                    <a:p>
                      <a:pPr algn="ctr"/>
                      <a:r>
                        <a:rPr lang="en-US" sz="1100" dirty="0"/>
                        <a:t>Q</a:t>
                      </a:r>
                    </a:p>
                  </a:txBody>
                  <a:tcPr marL="70094" marR="70094" marT="35047" marB="35047"/>
                </a:tc>
                <a:extLst>
                  <a:ext uri="{0D108BD9-81ED-4DB2-BD59-A6C34878D82A}">
                    <a16:rowId xmlns:a16="http://schemas.microsoft.com/office/drawing/2014/main" val="2219177329"/>
                  </a:ext>
                </a:extLst>
              </a:tr>
              <a:tr h="284271">
                <a:tc>
                  <a:txBody>
                    <a:bodyPr/>
                    <a:lstStyle/>
                    <a:p>
                      <a:pPr algn="ctr"/>
                      <a:r>
                        <a:rPr lang="en-US" sz="1100" dirty="0"/>
                        <a:t>0</a:t>
                      </a:r>
                    </a:p>
                  </a:txBody>
                  <a:tcPr marL="70094" marR="70094" marT="35047" marB="35047"/>
                </a:tc>
                <a:tc>
                  <a:txBody>
                    <a:bodyPr/>
                    <a:lstStyle/>
                    <a:p>
                      <a:pPr algn="ctr"/>
                      <a:r>
                        <a:rPr lang="en-US" sz="1100" dirty="0"/>
                        <a:t>0</a:t>
                      </a:r>
                    </a:p>
                  </a:txBody>
                  <a:tcPr marL="70094" marR="70094" marT="35047" marB="35047"/>
                </a:tc>
                <a:tc>
                  <a:txBody>
                    <a:bodyPr/>
                    <a:lstStyle/>
                    <a:p>
                      <a:pPr algn="ctr"/>
                      <a:r>
                        <a:rPr lang="en-US" sz="1100" dirty="0"/>
                        <a:t>0</a:t>
                      </a:r>
                    </a:p>
                  </a:txBody>
                  <a:tcPr marL="70094" marR="70094" marT="35047" marB="35047"/>
                </a:tc>
                <a:extLst>
                  <a:ext uri="{0D108BD9-81ED-4DB2-BD59-A6C34878D82A}">
                    <a16:rowId xmlns:a16="http://schemas.microsoft.com/office/drawing/2014/main" val="3238263659"/>
                  </a:ext>
                </a:extLst>
              </a:tr>
              <a:tr h="284271">
                <a:tc>
                  <a:txBody>
                    <a:bodyPr/>
                    <a:lstStyle/>
                    <a:p>
                      <a:pPr algn="ctr"/>
                      <a:r>
                        <a:rPr lang="en-US" sz="1100" dirty="0"/>
                        <a:t>0</a:t>
                      </a:r>
                    </a:p>
                  </a:txBody>
                  <a:tcPr marL="70094" marR="70094" marT="35047" marB="35047"/>
                </a:tc>
                <a:tc>
                  <a:txBody>
                    <a:bodyPr/>
                    <a:lstStyle/>
                    <a:p>
                      <a:pPr algn="ctr"/>
                      <a:r>
                        <a:rPr lang="en-US" sz="1100" dirty="0"/>
                        <a:t>1</a:t>
                      </a:r>
                    </a:p>
                  </a:txBody>
                  <a:tcPr marL="70094" marR="70094" marT="35047" marB="35047"/>
                </a:tc>
                <a:tc>
                  <a:txBody>
                    <a:bodyPr/>
                    <a:lstStyle/>
                    <a:p>
                      <a:pPr algn="ctr"/>
                      <a:r>
                        <a:rPr lang="en-US" sz="1100" dirty="0"/>
                        <a:t>1</a:t>
                      </a:r>
                    </a:p>
                  </a:txBody>
                  <a:tcPr marL="70094" marR="70094" marT="35047" marB="35047"/>
                </a:tc>
                <a:extLst>
                  <a:ext uri="{0D108BD9-81ED-4DB2-BD59-A6C34878D82A}">
                    <a16:rowId xmlns:a16="http://schemas.microsoft.com/office/drawing/2014/main" val="2953764128"/>
                  </a:ext>
                </a:extLst>
              </a:tr>
              <a:tr h="284271">
                <a:tc>
                  <a:txBody>
                    <a:bodyPr/>
                    <a:lstStyle/>
                    <a:p>
                      <a:pPr algn="ctr"/>
                      <a:r>
                        <a:rPr lang="en-US" sz="1100" dirty="0"/>
                        <a:t>1</a:t>
                      </a:r>
                    </a:p>
                  </a:txBody>
                  <a:tcPr marL="70094" marR="70094" marT="35047" marB="35047"/>
                </a:tc>
                <a:tc>
                  <a:txBody>
                    <a:bodyPr/>
                    <a:lstStyle/>
                    <a:p>
                      <a:pPr algn="ctr"/>
                      <a:r>
                        <a:rPr lang="en-US" sz="1100" dirty="0"/>
                        <a:t>0</a:t>
                      </a:r>
                    </a:p>
                  </a:txBody>
                  <a:tcPr marL="70094" marR="70094" marT="35047" marB="35047"/>
                </a:tc>
                <a:tc>
                  <a:txBody>
                    <a:bodyPr/>
                    <a:lstStyle/>
                    <a:p>
                      <a:pPr algn="ctr"/>
                      <a:r>
                        <a:rPr lang="en-US" sz="1100" dirty="0"/>
                        <a:t>1</a:t>
                      </a:r>
                    </a:p>
                  </a:txBody>
                  <a:tcPr marL="70094" marR="70094" marT="35047" marB="35047"/>
                </a:tc>
                <a:extLst>
                  <a:ext uri="{0D108BD9-81ED-4DB2-BD59-A6C34878D82A}">
                    <a16:rowId xmlns:a16="http://schemas.microsoft.com/office/drawing/2014/main" val="3481453467"/>
                  </a:ext>
                </a:extLst>
              </a:tr>
              <a:tr h="284271">
                <a:tc>
                  <a:txBody>
                    <a:bodyPr/>
                    <a:lstStyle/>
                    <a:p>
                      <a:pPr algn="ctr"/>
                      <a:r>
                        <a:rPr lang="en-US" sz="1100" dirty="0"/>
                        <a:t>1</a:t>
                      </a:r>
                    </a:p>
                  </a:txBody>
                  <a:tcPr marL="70094" marR="70094" marT="35047" marB="35047"/>
                </a:tc>
                <a:tc>
                  <a:txBody>
                    <a:bodyPr/>
                    <a:lstStyle/>
                    <a:p>
                      <a:pPr algn="ctr"/>
                      <a:r>
                        <a:rPr lang="en-US" sz="1100" dirty="0"/>
                        <a:t>1</a:t>
                      </a:r>
                    </a:p>
                  </a:txBody>
                  <a:tcPr marL="70094" marR="70094" marT="35047" marB="35047"/>
                </a:tc>
                <a:tc>
                  <a:txBody>
                    <a:bodyPr/>
                    <a:lstStyle/>
                    <a:p>
                      <a:pPr algn="ctr"/>
                      <a:r>
                        <a:rPr lang="en-US" sz="1100" dirty="0"/>
                        <a:t>1</a:t>
                      </a:r>
                    </a:p>
                  </a:txBody>
                  <a:tcPr marL="70094" marR="70094" marT="35047" marB="35047"/>
                </a:tc>
                <a:extLst>
                  <a:ext uri="{0D108BD9-81ED-4DB2-BD59-A6C34878D82A}">
                    <a16:rowId xmlns:a16="http://schemas.microsoft.com/office/drawing/2014/main" val="2682165992"/>
                  </a:ext>
                </a:extLst>
              </a:tr>
            </a:tbl>
          </a:graphicData>
        </a:graphic>
      </p:graphicFrame>
      <p:graphicFrame>
        <p:nvGraphicFramePr>
          <p:cNvPr id="10" name="Table 9">
            <a:extLst>
              <a:ext uri="{FF2B5EF4-FFF2-40B4-BE49-F238E27FC236}">
                <a16:creationId xmlns:a16="http://schemas.microsoft.com/office/drawing/2014/main" id="{464AB66D-0F27-D65B-B6CD-56626E69BE3A}"/>
              </a:ext>
            </a:extLst>
          </p:cNvPr>
          <p:cNvGraphicFramePr>
            <a:graphicFrameLocks noGrp="1"/>
          </p:cNvGraphicFramePr>
          <p:nvPr>
            <p:extLst>
              <p:ext uri="{D42A27DB-BD31-4B8C-83A1-F6EECF244321}">
                <p14:modId xmlns:p14="http://schemas.microsoft.com/office/powerpoint/2010/main" val="2575370640"/>
              </p:ext>
            </p:extLst>
          </p:nvPr>
        </p:nvGraphicFramePr>
        <p:xfrm>
          <a:off x="8939008" y="5339702"/>
          <a:ext cx="1280930" cy="852813"/>
        </p:xfrm>
        <a:graphic>
          <a:graphicData uri="http://schemas.openxmlformats.org/drawingml/2006/table">
            <a:tbl>
              <a:tblPr firstRow="1" bandRow="1">
                <a:tableStyleId>{5C22544A-7EE6-4342-B048-85BDC9FD1C3A}</a:tableStyleId>
              </a:tblPr>
              <a:tblGrid>
                <a:gridCol w="640465">
                  <a:extLst>
                    <a:ext uri="{9D8B030D-6E8A-4147-A177-3AD203B41FA5}">
                      <a16:colId xmlns:a16="http://schemas.microsoft.com/office/drawing/2014/main" val="2880051309"/>
                    </a:ext>
                  </a:extLst>
                </a:gridCol>
                <a:gridCol w="640465">
                  <a:extLst>
                    <a:ext uri="{9D8B030D-6E8A-4147-A177-3AD203B41FA5}">
                      <a16:colId xmlns:a16="http://schemas.microsoft.com/office/drawing/2014/main" val="3993941517"/>
                    </a:ext>
                  </a:extLst>
                </a:gridCol>
              </a:tblGrid>
              <a:tr h="284271">
                <a:tc>
                  <a:txBody>
                    <a:bodyPr/>
                    <a:lstStyle/>
                    <a:p>
                      <a:pPr algn="ctr"/>
                      <a:r>
                        <a:rPr lang="en-US" sz="1100" dirty="0"/>
                        <a:t>A</a:t>
                      </a:r>
                    </a:p>
                  </a:txBody>
                  <a:tcPr marL="70094" marR="70094" marT="35047" marB="35047"/>
                </a:tc>
                <a:tc>
                  <a:txBody>
                    <a:bodyPr/>
                    <a:lstStyle/>
                    <a:p>
                      <a:pPr algn="ctr"/>
                      <a:r>
                        <a:rPr lang="en-US" sz="1100" dirty="0"/>
                        <a:t>Q</a:t>
                      </a:r>
                    </a:p>
                  </a:txBody>
                  <a:tcPr marL="70094" marR="70094" marT="35047" marB="35047"/>
                </a:tc>
                <a:extLst>
                  <a:ext uri="{0D108BD9-81ED-4DB2-BD59-A6C34878D82A}">
                    <a16:rowId xmlns:a16="http://schemas.microsoft.com/office/drawing/2014/main" val="2219177329"/>
                  </a:ext>
                </a:extLst>
              </a:tr>
              <a:tr h="284271">
                <a:tc>
                  <a:txBody>
                    <a:bodyPr/>
                    <a:lstStyle/>
                    <a:p>
                      <a:pPr algn="ctr"/>
                      <a:r>
                        <a:rPr lang="en-US" sz="1100" dirty="0"/>
                        <a:t>0</a:t>
                      </a:r>
                    </a:p>
                  </a:txBody>
                  <a:tcPr marL="70094" marR="70094" marT="35047" marB="35047"/>
                </a:tc>
                <a:tc>
                  <a:txBody>
                    <a:bodyPr/>
                    <a:lstStyle/>
                    <a:p>
                      <a:pPr algn="ctr"/>
                      <a:r>
                        <a:rPr lang="en-US" sz="1100" dirty="0"/>
                        <a:t>1</a:t>
                      </a:r>
                    </a:p>
                  </a:txBody>
                  <a:tcPr marL="70094" marR="70094" marT="35047" marB="35047"/>
                </a:tc>
                <a:extLst>
                  <a:ext uri="{0D108BD9-81ED-4DB2-BD59-A6C34878D82A}">
                    <a16:rowId xmlns:a16="http://schemas.microsoft.com/office/drawing/2014/main" val="3238263659"/>
                  </a:ext>
                </a:extLst>
              </a:tr>
              <a:tr h="284271">
                <a:tc>
                  <a:txBody>
                    <a:bodyPr/>
                    <a:lstStyle/>
                    <a:p>
                      <a:pPr algn="ctr"/>
                      <a:r>
                        <a:rPr lang="en-US" sz="1100" dirty="0"/>
                        <a:t>1</a:t>
                      </a:r>
                    </a:p>
                  </a:txBody>
                  <a:tcPr marL="70094" marR="70094" marT="35047" marB="35047"/>
                </a:tc>
                <a:tc>
                  <a:txBody>
                    <a:bodyPr/>
                    <a:lstStyle/>
                    <a:p>
                      <a:pPr algn="ctr"/>
                      <a:r>
                        <a:rPr lang="en-US" sz="1100" dirty="0"/>
                        <a:t>0</a:t>
                      </a:r>
                    </a:p>
                  </a:txBody>
                  <a:tcPr marL="70094" marR="70094" marT="35047" marB="35047"/>
                </a:tc>
                <a:extLst>
                  <a:ext uri="{0D108BD9-81ED-4DB2-BD59-A6C34878D82A}">
                    <a16:rowId xmlns:a16="http://schemas.microsoft.com/office/drawing/2014/main" val="2953764128"/>
                  </a:ext>
                </a:extLst>
              </a:tr>
            </a:tbl>
          </a:graphicData>
        </a:graphic>
      </p:graphicFrame>
    </p:spTree>
    <p:extLst>
      <p:ext uri="{BB962C8B-B14F-4D97-AF65-F5344CB8AC3E}">
        <p14:creationId xmlns:p14="http://schemas.microsoft.com/office/powerpoint/2010/main" val="258066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6B23B-6909-32BB-DD89-9CCFDBADDBEA}"/>
              </a:ext>
            </a:extLst>
          </p:cNvPr>
          <p:cNvSpPr>
            <a:spLocks noGrp="1"/>
          </p:cNvSpPr>
          <p:nvPr>
            <p:ph type="title"/>
          </p:nvPr>
        </p:nvSpPr>
        <p:spPr/>
        <p:txBody>
          <a:bodyPr/>
          <a:lstStyle/>
          <a:p>
            <a:r>
              <a:rPr lang="en-US" dirty="0"/>
              <a:t>Combining Operations</a:t>
            </a:r>
          </a:p>
        </p:txBody>
      </p:sp>
      <p:sp>
        <p:nvSpPr>
          <p:cNvPr id="3" name="Content Placeholder 2">
            <a:extLst>
              <a:ext uri="{FF2B5EF4-FFF2-40B4-BE49-F238E27FC236}">
                <a16:creationId xmlns:a16="http://schemas.microsoft.com/office/drawing/2014/main" id="{002764F4-57D3-4F01-892D-1629A14B6277}"/>
              </a:ext>
            </a:extLst>
          </p:cNvPr>
          <p:cNvSpPr>
            <a:spLocks noGrp="1"/>
          </p:cNvSpPr>
          <p:nvPr>
            <p:ph sz="half" idx="1"/>
          </p:nvPr>
        </p:nvSpPr>
        <p:spPr/>
        <p:txBody>
          <a:bodyPr/>
          <a:lstStyle/>
          <a:p>
            <a:r>
              <a:rPr lang="en-US" dirty="0"/>
              <a:t>Systems often use multiple operations together</a:t>
            </a:r>
          </a:p>
          <a:p>
            <a:r>
              <a:rPr lang="en-US" dirty="0"/>
              <a:t>Example:</a:t>
            </a:r>
          </a:p>
          <a:p>
            <a:pPr marL="0" indent="0" algn="ctr">
              <a:buNone/>
            </a:pPr>
            <a:r>
              <a:rPr lang="en-US" dirty="0"/>
              <a:t>(A OR B) AND C</a:t>
            </a:r>
          </a:p>
          <a:p>
            <a:r>
              <a:rPr lang="en-US" dirty="0"/>
              <a:t>Can also be written as:</a:t>
            </a:r>
          </a:p>
          <a:p>
            <a:pPr marL="0" indent="0" algn="ctr">
              <a:buNone/>
            </a:pPr>
            <a:r>
              <a:rPr lang="en-US" dirty="0"/>
              <a:t>(A + B)C</a:t>
            </a:r>
          </a:p>
          <a:p>
            <a:r>
              <a:rPr lang="en-US" dirty="0"/>
              <a:t>Operations can be chained in logic flow</a:t>
            </a:r>
          </a:p>
        </p:txBody>
      </p:sp>
      <p:pic>
        <p:nvPicPr>
          <p:cNvPr id="6" name="Content Placeholder 5" descr="Diagram of a digital logic circuit showing two logic gates connected in series. Inputs A and B feed into an OR gate, whose output and input C feed into an AND gate, illustrating basic combinational logic.">
            <a:extLst>
              <a:ext uri="{FF2B5EF4-FFF2-40B4-BE49-F238E27FC236}">
                <a16:creationId xmlns:a16="http://schemas.microsoft.com/office/drawing/2014/main" id="{B3A8B433-F40A-27C0-66AE-A0AF308A6281}"/>
              </a:ext>
            </a:extLst>
          </p:cNvPr>
          <p:cNvPicPr>
            <a:picLocks noGrp="1" noChangeAspect="1"/>
          </p:cNvPicPr>
          <p:nvPr>
            <p:ph sz="half" idx="13"/>
          </p:nvPr>
        </p:nvPicPr>
        <p:blipFill>
          <a:blip r:embed="rId2"/>
          <a:stretch>
            <a:fillRect/>
          </a:stretch>
        </p:blipFill>
        <p:spPr>
          <a:xfrm>
            <a:off x="6982703" y="1824037"/>
            <a:ext cx="3514968" cy="2488474"/>
          </a:xfrm>
          <a:prstGeom prst="rect">
            <a:avLst/>
          </a:prstGeom>
        </p:spPr>
      </p:pic>
    </p:spTree>
    <p:extLst>
      <p:ext uri="{BB962C8B-B14F-4D97-AF65-F5344CB8AC3E}">
        <p14:creationId xmlns:p14="http://schemas.microsoft.com/office/powerpoint/2010/main" val="2127255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A3A2-DAC4-C75A-F7A2-A0E50D247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8E4B1-9464-0840-55B4-A134B4401157}"/>
              </a:ext>
            </a:extLst>
          </p:cNvPr>
          <p:cNvSpPr>
            <a:spLocks noGrp="1"/>
          </p:cNvSpPr>
          <p:nvPr>
            <p:ph type="title"/>
          </p:nvPr>
        </p:nvSpPr>
        <p:spPr>
          <a:xfrm>
            <a:off x="457200" y="457200"/>
            <a:ext cx="11277600" cy="1143000"/>
          </a:xfrm>
        </p:spPr>
        <p:txBody>
          <a:bodyPr anchor="ctr">
            <a:normAutofit/>
          </a:bodyPr>
          <a:lstStyle/>
          <a:p>
            <a:r>
              <a:rPr lang="en-US" dirty="0"/>
              <a:t>From Operations to Hardware</a:t>
            </a:r>
          </a:p>
        </p:txBody>
      </p:sp>
      <p:graphicFrame>
        <p:nvGraphicFramePr>
          <p:cNvPr id="8" name="Content Placeholder 3" descr="Every operation corresponds to a circuit&#10;Addition → Adder circuits&#10;Logic operations → Logic gates&#10;">
            <a:extLst>
              <a:ext uri="{FF2B5EF4-FFF2-40B4-BE49-F238E27FC236}">
                <a16:creationId xmlns:a16="http://schemas.microsoft.com/office/drawing/2014/main" id="{57E6028C-6E6A-DD5F-7EC8-D1ACDDC4E956}"/>
              </a:ext>
            </a:extLst>
          </p:cNvPr>
          <p:cNvGraphicFramePr>
            <a:graphicFrameLocks noGrp="1"/>
          </p:cNvGraphicFramePr>
          <p:nvPr>
            <p:ph sz="half" idx="1"/>
            <p:extLst>
              <p:ext uri="{D42A27DB-BD31-4B8C-83A1-F6EECF244321}">
                <p14:modId xmlns:p14="http://schemas.microsoft.com/office/powerpoint/2010/main" val="1943600906"/>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2784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97A3E-50F6-0AEE-2DB0-53A9D765272E}"/>
              </a:ext>
            </a:extLst>
          </p:cNvPr>
          <p:cNvSpPr>
            <a:spLocks noGrp="1"/>
          </p:cNvSpPr>
          <p:nvPr>
            <p:ph type="title"/>
          </p:nvPr>
        </p:nvSpPr>
        <p:spPr>
          <a:xfrm>
            <a:off x="457200" y="335901"/>
            <a:ext cx="11269766" cy="774441"/>
          </a:xfrm>
        </p:spPr>
        <p:txBody>
          <a:bodyPr/>
          <a:lstStyle/>
          <a:p>
            <a:r>
              <a:rPr lang="en-US" dirty="0"/>
              <a:t>Example: Full-Adder Circuit</a:t>
            </a:r>
          </a:p>
        </p:txBody>
      </p:sp>
      <p:pic>
        <p:nvPicPr>
          <p:cNvPr id="6" name="Content Placeholder 5" descr="Diagram of a digital logic circuit illustrating a full adder design with inputs labeled a, b, and cin, and outputs labeled sum and cout. The circuit uses XOR, AND, and OR gates connected by green lines, showing signal flow through components named RTL_XOR, RTL_AND, and RTL_OR to perform binary addition.">
            <a:extLst>
              <a:ext uri="{FF2B5EF4-FFF2-40B4-BE49-F238E27FC236}">
                <a16:creationId xmlns:a16="http://schemas.microsoft.com/office/drawing/2014/main" id="{6E6D6E55-46BF-D7CB-F7B5-68B3A8071620}"/>
              </a:ext>
            </a:extLst>
          </p:cNvPr>
          <p:cNvPicPr>
            <a:picLocks noGrp="1" noChangeAspect="1"/>
          </p:cNvPicPr>
          <p:nvPr>
            <p:ph sz="half" idx="1"/>
          </p:nvPr>
        </p:nvPicPr>
        <p:blipFill>
          <a:blip r:embed="rId2"/>
          <a:stretch>
            <a:fillRect/>
          </a:stretch>
        </p:blipFill>
        <p:spPr>
          <a:xfrm>
            <a:off x="391886" y="1384139"/>
            <a:ext cx="5524500" cy="2456420"/>
          </a:xfrm>
          <a:prstGeom prst="rect">
            <a:avLst/>
          </a:prstGeom>
        </p:spPr>
      </p:pic>
      <p:sp>
        <p:nvSpPr>
          <p:cNvPr id="4" name="Content Placeholder 3">
            <a:extLst>
              <a:ext uri="{FF2B5EF4-FFF2-40B4-BE49-F238E27FC236}">
                <a16:creationId xmlns:a16="http://schemas.microsoft.com/office/drawing/2014/main" id="{B5D8E54B-BFE3-A5A5-B308-F57248D81E97}"/>
              </a:ext>
            </a:extLst>
          </p:cNvPr>
          <p:cNvSpPr>
            <a:spLocks noGrp="1"/>
          </p:cNvSpPr>
          <p:nvPr>
            <p:ph sz="half" idx="13"/>
          </p:nvPr>
        </p:nvSpPr>
        <p:spPr>
          <a:xfrm>
            <a:off x="6202466" y="1824037"/>
            <a:ext cx="5524500" cy="2016522"/>
          </a:xfrm>
        </p:spPr>
        <p:txBody>
          <a:bodyPr/>
          <a:lstStyle/>
          <a:p>
            <a:r>
              <a:rPr lang="en-US" dirty="0"/>
              <a:t>Combines two binary numbers</a:t>
            </a:r>
          </a:p>
          <a:p>
            <a:r>
              <a:rPr lang="en-US" dirty="0"/>
              <a:t>Produces sum and carry</a:t>
            </a:r>
          </a:p>
          <a:p>
            <a:r>
              <a:rPr lang="en-US" dirty="0"/>
              <a:t>Built using logic gates</a:t>
            </a:r>
          </a:p>
        </p:txBody>
      </p:sp>
      <p:pic>
        <p:nvPicPr>
          <p:cNvPr id="8" name="Picture 7" descr="Screenshot of a digital waveform showing signal transitions for a 3-bit full adder circuit simulation. Signals labeled a, b, cin, sum, and cout display binary values over time, illustrating addition operation with sum and carry outputs changing according to input combinations.">
            <a:extLst>
              <a:ext uri="{FF2B5EF4-FFF2-40B4-BE49-F238E27FC236}">
                <a16:creationId xmlns:a16="http://schemas.microsoft.com/office/drawing/2014/main" id="{8C8A9003-373C-9713-CE32-AB5E1C536E4A}"/>
              </a:ext>
            </a:extLst>
          </p:cNvPr>
          <p:cNvPicPr>
            <a:picLocks noChangeAspect="1"/>
          </p:cNvPicPr>
          <p:nvPr/>
        </p:nvPicPr>
        <p:blipFill>
          <a:blip r:embed="rId3"/>
          <a:stretch>
            <a:fillRect/>
          </a:stretch>
        </p:blipFill>
        <p:spPr>
          <a:xfrm>
            <a:off x="1764531" y="3954739"/>
            <a:ext cx="8875870" cy="2231457"/>
          </a:xfrm>
          <a:prstGeom prst="rect">
            <a:avLst/>
          </a:prstGeom>
        </p:spPr>
      </p:pic>
    </p:spTree>
    <p:extLst>
      <p:ext uri="{BB962C8B-B14F-4D97-AF65-F5344CB8AC3E}">
        <p14:creationId xmlns:p14="http://schemas.microsoft.com/office/powerpoint/2010/main" val="2167834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DCA92-709D-9AFC-C888-772DC458A5BC}"/>
              </a:ext>
            </a:extLst>
          </p:cNvPr>
          <p:cNvSpPr>
            <a:spLocks noGrp="1"/>
          </p:cNvSpPr>
          <p:nvPr>
            <p:ph type="title"/>
          </p:nvPr>
        </p:nvSpPr>
        <p:spPr>
          <a:xfrm>
            <a:off x="457200" y="457200"/>
            <a:ext cx="5524500" cy="923731"/>
          </a:xfrm>
        </p:spPr>
        <p:txBody>
          <a:bodyPr/>
          <a:lstStyle/>
          <a:p>
            <a:r>
              <a:rPr lang="en-US" sz="4000" dirty="0"/>
              <a:t>Example: Logic Gates</a:t>
            </a:r>
          </a:p>
        </p:txBody>
      </p:sp>
      <p:sp>
        <p:nvSpPr>
          <p:cNvPr id="3" name="Content Placeholder 2">
            <a:extLst>
              <a:ext uri="{FF2B5EF4-FFF2-40B4-BE49-F238E27FC236}">
                <a16:creationId xmlns:a16="http://schemas.microsoft.com/office/drawing/2014/main" id="{55996925-8D80-54FE-4EAF-2FB3E5B7B308}"/>
              </a:ext>
            </a:extLst>
          </p:cNvPr>
          <p:cNvSpPr>
            <a:spLocks noGrp="1"/>
          </p:cNvSpPr>
          <p:nvPr>
            <p:ph sz="half" idx="1"/>
          </p:nvPr>
        </p:nvSpPr>
        <p:spPr>
          <a:xfrm>
            <a:off x="457200" y="1464907"/>
            <a:ext cx="5524500" cy="2341984"/>
          </a:xfrm>
        </p:spPr>
        <p:txBody>
          <a:bodyPr/>
          <a:lstStyle/>
          <a:p>
            <a:r>
              <a:rPr lang="en-US" dirty="0"/>
              <a:t>AND, OR, NOT are implemented using transistors</a:t>
            </a:r>
          </a:p>
          <a:p>
            <a:r>
              <a:rPr lang="en-US" dirty="0"/>
              <a:t>Fundamental building blocks of digital systems</a:t>
            </a:r>
          </a:p>
        </p:txBody>
      </p:sp>
      <p:pic>
        <p:nvPicPr>
          <p:cNvPr id="7" name="Content Placeholder 6" descr="Circuit schematic diagram illustrating a differential amplifier with MOSFET transistors labeled M1 to M7, voltage sources V1 and V2, and capacitors C1 and C2. Key components include PMOS and NMOS transistors connected to power supply (Vdd) and ground, with input nodes A and B and output node Q, showing transistor sizes and parameters for analog signal amplification.">
            <a:extLst>
              <a:ext uri="{FF2B5EF4-FFF2-40B4-BE49-F238E27FC236}">
                <a16:creationId xmlns:a16="http://schemas.microsoft.com/office/drawing/2014/main" id="{244BB4A4-BE13-2705-8014-ACCF412DF7FC}"/>
              </a:ext>
            </a:extLst>
          </p:cNvPr>
          <p:cNvPicPr>
            <a:picLocks noGrp="1" noChangeAspect="1"/>
          </p:cNvPicPr>
          <p:nvPr>
            <p:ph sz="half" idx="13"/>
          </p:nvPr>
        </p:nvPicPr>
        <p:blipFill>
          <a:blip r:embed="rId2"/>
          <a:stretch>
            <a:fillRect/>
          </a:stretch>
        </p:blipFill>
        <p:spPr>
          <a:xfrm>
            <a:off x="6284944" y="1464907"/>
            <a:ext cx="5524500" cy="3102668"/>
          </a:xfrm>
          <a:prstGeom prst="rect">
            <a:avLst/>
          </a:prstGeom>
        </p:spPr>
      </p:pic>
      <p:pic>
        <p:nvPicPr>
          <p:cNvPr id="9" name="Picture 8" descr="Screenshot of a transient response graph showing voltage changes over time for signals A, B, and Q in a digital circuit. Signal A (red) steps from 0V to 5V at 400 ns, signal B (blue) toggles between 0V and 5V multiple times, and output Q (yellow) rises from 0V to 4V around 600 ns, indicating gate operation timing.">
            <a:extLst>
              <a:ext uri="{FF2B5EF4-FFF2-40B4-BE49-F238E27FC236}">
                <a16:creationId xmlns:a16="http://schemas.microsoft.com/office/drawing/2014/main" id="{8F148D5D-CE24-C23E-C517-60DCC4AA1822}"/>
              </a:ext>
            </a:extLst>
          </p:cNvPr>
          <p:cNvPicPr>
            <a:picLocks noChangeAspect="1"/>
          </p:cNvPicPr>
          <p:nvPr/>
        </p:nvPicPr>
        <p:blipFill>
          <a:blip r:embed="rId3"/>
          <a:stretch>
            <a:fillRect/>
          </a:stretch>
        </p:blipFill>
        <p:spPr>
          <a:xfrm>
            <a:off x="1014616" y="3429000"/>
            <a:ext cx="4409667" cy="2933869"/>
          </a:xfrm>
          <a:prstGeom prst="rect">
            <a:avLst/>
          </a:prstGeom>
        </p:spPr>
      </p:pic>
      <p:sp>
        <p:nvSpPr>
          <p:cNvPr id="10" name="TextBox 9">
            <a:extLst>
              <a:ext uri="{FF2B5EF4-FFF2-40B4-BE49-F238E27FC236}">
                <a16:creationId xmlns:a16="http://schemas.microsoft.com/office/drawing/2014/main" id="{C68BCFBA-53F1-14B6-6B0D-97BCD2B1EAFD}"/>
              </a:ext>
            </a:extLst>
          </p:cNvPr>
          <p:cNvSpPr txBox="1"/>
          <p:nvPr/>
        </p:nvSpPr>
        <p:spPr>
          <a:xfrm>
            <a:off x="8696131" y="4711268"/>
            <a:ext cx="2723823" cy="369332"/>
          </a:xfrm>
          <a:prstGeom prst="rect">
            <a:avLst/>
          </a:prstGeom>
          <a:noFill/>
        </p:spPr>
        <p:txBody>
          <a:bodyPr wrap="none" rtlCol="0">
            <a:spAutoFit/>
          </a:bodyPr>
          <a:lstStyle/>
          <a:p>
            <a:r>
              <a:rPr lang="en-US" b="1" dirty="0"/>
              <a:t>NAND</a:t>
            </a:r>
            <a:r>
              <a:rPr lang="en-US" b="1" dirty="0">
                <a:solidFill>
                  <a:srgbClr val="C00000"/>
                </a:solidFill>
              </a:rPr>
              <a:t>                Inverter</a:t>
            </a:r>
          </a:p>
        </p:txBody>
      </p:sp>
    </p:spTree>
    <p:extLst>
      <p:ext uri="{BB962C8B-B14F-4D97-AF65-F5344CB8AC3E}">
        <p14:creationId xmlns:p14="http://schemas.microsoft.com/office/powerpoint/2010/main" val="3212378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1DA2D-C47C-D256-BE33-86C7DFCC1B61}"/>
              </a:ext>
            </a:extLst>
          </p:cNvPr>
          <p:cNvSpPr>
            <a:spLocks noGrp="1"/>
          </p:cNvSpPr>
          <p:nvPr>
            <p:ph type="title"/>
          </p:nvPr>
        </p:nvSpPr>
        <p:spPr>
          <a:xfrm>
            <a:off x="457200" y="457200"/>
            <a:ext cx="11277600" cy="1143000"/>
          </a:xfrm>
        </p:spPr>
        <p:txBody>
          <a:bodyPr anchor="ctr">
            <a:normAutofit/>
          </a:bodyPr>
          <a:lstStyle/>
          <a:p>
            <a:r>
              <a:rPr lang="en-US" dirty="0"/>
              <a:t>Big Idea</a:t>
            </a:r>
          </a:p>
        </p:txBody>
      </p:sp>
      <p:graphicFrame>
        <p:nvGraphicFramePr>
          <p:cNvPr id="6" name="Content Placeholder 2" descr="Hardware is designed to perform operations&#10;Software ultimately maps to these operations&#10;Everything reduces to logic flow + operations&#10;">
            <a:extLst>
              <a:ext uri="{FF2B5EF4-FFF2-40B4-BE49-F238E27FC236}">
                <a16:creationId xmlns:a16="http://schemas.microsoft.com/office/drawing/2014/main" id="{0FFEA6CB-C776-BFA0-E7BD-EE945920F1A8}"/>
              </a:ext>
            </a:extLst>
          </p:cNvPr>
          <p:cNvGraphicFramePr>
            <a:graphicFrameLocks noGrp="1"/>
          </p:cNvGraphicFramePr>
          <p:nvPr>
            <p:ph sz="half" idx="1"/>
            <p:extLst>
              <p:ext uri="{D42A27DB-BD31-4B8C-83A1-F6EECF244321}">
                <p14:modId xmlns:p14="http://schemas.microsoft.com/office/powerpoint/2010/main" val="1194894945"/>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3320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71B5C-4049-6FFF-9EF1-A57ADAEA5298}"/>
              </a:ext>
            </a:extLst>
          </p:cNvPr>
          <p:cNvSpPr>
            <a:spLocks noGrp="1"/>
          </p:cNvSpPr>
          <p:nvPr>
            <p:ph type="title"/>
          </p:nvPr>
        </p:nvSpPr>
        <p:spPr/>
        <p:txBody>
          <a:bodyPr/>
          <a:lstStyle/>
          <a:p>
            <a:r>
              <a:rPr lang="en-US" dirty="0"/>
              <a:t>Real-World Connection</a:t>
            </a:r>
          </a:p>
        </p:txBody>
      </p:sp>
      <p:pic>
        <p:nvPicPr>
          <p:cNvPr id="6" name="Content Placeholder 13" descr="Diagram illustrating a central microchip connected to various electronic devices, including a smartphone, laptop, electric car, microwave, and gaming console. Arrows indicate data flow between microchip and devices, highlighting microchip's role as a key component in modern technology integration.">
            <a:extLst>
              <a:ext uri="{FF2B5EF4-FFF2-40B4-BE49-F238E27FC236}">
                <a16:creationId xmlns:a16="http://schemas.microsoft.com/office/drawing/2014/main" id="{98585680-9283-8B82-9D82-6ABD8FC2D1DE}"/>
              </a:ext>
            </a:extLst>
          </p:cNvPr>
          <p:cNvPicPr>
            <a:picLocks noGrp="1" noChangeAspect="1"/>
          </p:cNvPicPr>
          <p:nvPr>
            <p:ph sz="half" idx="1"/>
          </p:nvPr>
        </p:nvPicPr>
        <p:blipFill>
          <a:blip r:embed="rId2" cstate="screen">
            <a:extLst>
              <a:ext uri="{28A0092B-C50C-407E-A947-70E740481C1C}">
                <a14:useLocalDpi xmlns:a14="http://schemas.microsoft.com/office/drawing/2010/main"/>
              </a:ext>
            </a:extLst>
          </a:blip>
          <a:srcRect b="-1"/>
          <a:stretch>
            <a:fillRect/>
          </a:stretch>
        </p:blipFill>
        <p:spPr>
          <a:xfrm>
            <a:off x="902286" y="1912910"/>
            <a:ext cx="4279763" cy="3444573"/>
          </a:xfrm>
          <a:prstGeom prst="rect">
            <a:avLst/>
          </a:prstGeom>
          <a:noFill/>
        </p:spPr>
      </p:pic>
      <p:sp>
        <p:nvSpPr>
          <p:cNvPr id="5" name="Content Placeholder 4">
            <a:extLst>
              <a:ext uri="{FF2B5EF4-FFF2-40B4-BE49-F238E27FC236}">
                <a16:creationId xmlns:a16="http://schemas.microsoft.com/office/drawing/2014/main" id="{4AD504B4-DDC2-4EBD-1D12-0A9A81E691AC}"/>
              </a:ext>
            </a:extLst>
          </p:cNvPr>
          <p:cNvSpPr>
            <a:spLocks noGrp="1"/>
          </p:cNvSpPr>
          <p:nvPr>
            <p:ph sz="half" idx="13"/>
          </p:nvPr>
        </p:nvSpPr>
        <p:spPr/>
        <p:txBody>
          <a:bodyPr/>
          <a:lstStyle/>
          <a:p>
            <a:r>
              <a:rPr lang="en-US" dirty="0"/>
              <a:t>Smartphones, computers, and AI chips</a:t>
            </a:r>
          </a:p>
          <a:p>
            <a:r>
              <a:rPr lang="en-US" dirty="0"/>
              <a:t>All rely on these basic operations</a:t>
            </a:r>
          </a:p>
          <a:p>
            <a:r>
              <a:rPr lang="en-US" dirty="0"/>
              <a:t>Scaled up to billions of operations per second</a:t>
            </a:r>
          </a:p>
        </p:txBody>
      </p:sp>
    </p:spTree>
    <p:extLst>
      <p:ext uri="{BB962C8B-B14F-4D97-AF65-F5344CB8AC3E}">
        <p14:creationId xmlns:p14="http://schemas.microsoft.com/office/powerpoint/2010/main" val="4114720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2A5B0-7C6B-F64A-16C7-8F4784F7CA24}"/>
              </a:ext>
            </a:extLst>
          </p:cNvPr>
          <p:cNvSpPr>
            <a:spLocks noGrp="1"/>
          </p:cNvSpPr>
          <p:nvPr>
            <p:ph type="title"/>
          </p:nvPr>
        </p:nvSpPr>
        <p:spPr>
          <a:xfrm>
            <a:off x="457200" y="457200"/>
            <a:ext cx="11277600" cy="1143000"/>
          </a:xfrm>
        </p:spPr>
        <p:txBody>
          <a:bodyPr anchor="ctr">
            <a:normAutofit/>
          </a:bodyPr>
          <a:lstStyle/>
          <a:p>
            <a:r>
              <a:rPr lang="en-US" dirty="0"/>
              <a:t>Summary</a:t>
            </a:r>
          </a:p>
        </p:txBody>
      </p:sp>
      <p:graphicFrame>
        <p:nvGraphicFramePr>
          <p:cNvPr id="7" name="Content Placeholder 4" descr="Logic flow shows how signals move&#10;Operations define what is done to data&#10;Hardware is built to execute these operations&#10;">
            <a:extLst>
              <a:ext uri="{FF2B5EF4-FFF2-40B4-BE49-F238E27FC236}">
                <a16:creationId xmlns:a16="http://schemas.microsoft.com/office/drawing/2014/main" id="{E88DFF48-762F-76FB-BBFB-4A3CB52A3A4F}"/>
              </a:ext>
            </a:extLst>
          </p:cNvPr>
          <p:cNvGraphicFramePr>
            <a:graphicFrameLocks noGrp="1"/>
          </p:cNvGraphicFramePr>
          <p:nvPr>
            <p:ph sz="half" idx="1"/>
            <p:extLst>
              <p:ext uri="{D42A27DB-BD31-4B8C-83A1-F6EECF244321}">
                <p14:modId xmlns:p14="http://schemas.microsoft.com/office/powerpoint/2010/main" val="752753419"/>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099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7CCFB-6C4C-B5A3-F23B-EF3B8A361D22}"/>
              </a:ext>
            </a:extLst>
          </p:cNvPr>
          <p:cNvSpPr>
            <a:spLocks noGrp="1"/>
          </p:cNvSpPr>
          <p:nvPr>
            <p:ph type="title"/>
          </p:nvPr>
        </p:nvSpPr>
        <p:spPr/>
        <p:txBody>
          <a:bodyPr/>
          <a:lstStyle/>
          <a:p>
            <a:r>
              <a:rPr lang="en-US" dirty="0"/>
              <a:t>Discussion/Questions</a:t>
            </a:r>
          </a:p>
        </p:txBody>
      </p:sp>
      <p:sp>
        <p:nvSpPr>
          <p:cNvPr id="3" name="Content Placeholder 2">
            <a:extLst>
              <a:ext uri="{FF2B5EF4-FFF2-40B4-BE49-F238E27FC236}">
                <a16:creationId xmlns:a16="http://schemas.microsoft.com/office/drawing/2014/main" id="{F7F30A5E-C5CC-751D-B5D1-60E4F4D68769}"/>
              </a:ext>
            </a:extLst>
          </p:cNvPr>
          <p:cNvSpPr>
            <a:spLocks noGrp="1"/>
          </p:cNvSpPr>
          <p:nvPr>
            <p:ph sz="half" idx="1"/>
          </p:nvPr>
        </p:nvSpPr>
        <p:spPr/>
        <p:txBody>
          <a:bodyPr/>
          <a:lstStyle/>
          <a:p>
            <a:r>
              <a:rPr lang="en-US" sz="3600" dirty="0"/>
              <a:t>What operation do you think is used most in a CPU?</a:t>
            </a:r>
          </a:p>
          <a:p>
            <a:r>
              <a:rPr lang="en-US" sz="3600" dirty="0"/>
              <a:t>Can you think of a system that uses only logic (no arithmetic)?</a:t>
            </a:r>
          </a:p>
        </p:txBody>
      </p:sp>
    </p:spTree>
    <p:extLst>
      <p:ext uri="{BB962C8B-B14F-4D97-AF65-F5344CB8AC3E}">
        <p14:creationId xmlns:p14="http://schemas.microsoft.com/office/powerpoint/2010/main" val="2742304828"/>
      </p:ext>
    </p:extLst>
  </p:cSld>
  <p:clrMapOvr>
    <a:masterClrMapping/>
  </p:clrMapOvr>
</p:sld>
</file>

<file path=ppt/theme/theme1.xml><?xml version="1.0" encoding="utf-8"?>
<a:theme xmlns:a="http://schemas.openxmlformats.org/drawingml/2006/main" name="Office Theme">
  <a:themeElements>
    <a:clrScheme name="CSUF">
      <a:dk1>
        <a:srgbClr val="00244E"/>
      </a:dk1>
      <a:lt1>
        <a:srgbClr val="FFFFFF"/>
      </a:lt1>
      <a:dk2>
        <a:srgbClr val="222222"/>
      </a:dk2>
      <a:lt2>
        <a:srgbClr val="EBEBEB"/>
      </a:lt2>
      <a:accent1>
        <a:srgbClr val="00244E"/>
      </a:accent1>
      <a:accent2>
        <a:srgbClr val="2973B6"/>
      </a:accent2>
      <a:accent3>
        <a:srgbClr val="8ACCE4"/>
      </a:accent3>
      <a:accent4>
        <a:srgbClr val="FF7900"/>
      </a:accent4>
      <a:accent5>
        <a:srgbClr val="EDA941"/>
      </a:accent5>
      <a:accent6>
        <a:srgbClr val="F3CD47"/>
      </a:accent6>
      <a:hlink>
        <a:srgbClr val="99B3B9"/>
      </a:hlink>
      <a:folHlink>
        <a:srgbClr val="DF6436"/>
      </a:folHlink>
    </a:clrScheme>
    <a:fontScheme name="CSUF-Theme-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5FE1AB7-F0CD-4A8B-BFA9-0AD7945DB4A0}" vid="{BBCA1856-BC87-4357-9E72-ED06542CDF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CSUF-PPT-6-A</Template>
  <TotalTime>1022</TotalTime>
  <Words>409</Words>
  <Application>Microsoft Office PowerPoint</Application>
  <PresentationFormat>Widescreen</PresentationFormat>
  <Paragraphs>117</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vt:lpstr>
      <vt:lpstr>Office Theme</vt:lpstr>
      <vt:lpstr>Module 4</vt:lpstr>
      <vt:lpstr>Learning Objectives</vt:lpstr>
      <vt:lpstr>What is Logic Flow?</vt:lpstr>
      <vt:lpstr>Visualizing Logic Flow</vt:lpstr>
      <vt:lpstr>Example Logic Flow Diagram</vt:lpstr>
      <vt:lpstr>Why Diagrams Matter</vt:lpstr>
      <vt:lpstr>Introduction to Operations</vt:lpstr>
      <vt:lpstr>Arithmetic Operations</vt:lpstr>
      <vt:lpstr>Logic Operations</vt:lpstr>
      <vt:lpstr>Combining Operations</vt:lpstr>
      <vt:lpstr>From Operations to Hardware</vt:lpstr>
      <vt:lpstr>Example: Full-Adder Circuit</vt:lpstr>
      <vt:lpstr>Example: Logic Gates</vt:lpstr>
      <vt:lpstr>Big Idea</vt:lpstr>
      <vt:lpstr>Real-World Connection</vt:lpstr>
      <vt:lpstr>Summary</vt:lpstr>
      <vt:lpstr>Discussion/Questions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 Logic Flow and Operations - Both</dc:title>
  <dc:creator>Faller, John (Kenneth)</dc:creator>
  <cp:lastModifiedBy>Faller, John (Kenneth)</cp:lastModifiedBy>
  <cp:revision>260</cp:revision>
  <cp:lastPrinted>2023-01-31T22:42:47Z</cp:lastPrinted>
  <dcterms:created xsi:type="dcterms:W3CDTF">2024-12-31T21:42:59Z</dcterms:created>
  <dcterms:modified xsi:type="dcterms:W3CDTF">2026-04-07T22:28:09Z</dcterms:modified>
</cp:coreProperties>
</file>